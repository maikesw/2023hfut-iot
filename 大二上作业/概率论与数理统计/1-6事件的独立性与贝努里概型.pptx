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35" r:id="rId3"/>
    <p:sldId id="260" r:id="rId4"/>
    <p:sldId id="261" r:id="rId5"/>
    <p:sldId id="337" r:id="rId6"/>
    <p:sldId id="338" r:id="rId7"/>
    <p:sldId id="69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592" r:id="rId16"/>
    <p:sldId id="269" r:id="rId17"/>
    <p:sldId id="270" r:id="rId18"/>
    <p:sldId id="282" r:id="rId19"/>
    <p:sldId id="271" r:id="rId20"/>
    <p:sldId id="272" r:id="rId21"/>
    <p:sldId id="273" r:id="rId22"/>
    <p:sldId id="362" r:id="rId23"/>
    <p:sldId id="566" r:id="rId24"/>
    <p:sldId id="359" r:id="rId25"/>
    <p:sldId id="274" r:id="rId26"/>
    <p:sldId id="275" r:id="rId27"/>
    <p:sldId id="276" r:id="rId28"/>
    <p:sldId id="698" r:id="rId29"/>
    <p:sldId id="725" r:id="rId30"/>
    <p:sldId id="277" r:id="rId31"/>
    <p:sldId id="278" r:id="rId32"/>
    <p:sldId id="280" r:id="rId33"/>
    <p:sldId id="281" r:id="rId34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0A26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93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240" y="10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54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7" Type="http://schemas.openxmlformats.org/officeDocument/2006/relationships/image" Target="../media/image11.emf"/><Relationship Id="rId6" Type="http://schemas.openxmlformats.org/officeDocument/2006/relationships/image" Target="../media/image10.wmf"/><Relationship Id="rId5" Type="http://schemas.openxmlformats.org/officeDocument/2006/relationships/image" Target="../media/image9.e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24.wmf"/><Relationship Id="rId6" Type="http://schemas.openxmlformats.org/officeDocument/2006/relationships/image" Target="../media/image23.e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7" Type="http://schemas.openxmlformats.org/officeDocument/2006/relationships/image" Target="../media/image39.emf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49.emf"/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54.emf"/><Relationship Id="rId4" Type="http://schemas.openxmlformats.org/officeDocument/2006/relationships/image" Target="../media/image53.emf"/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9.emf"/><Relationship Id="rId4" Type="http://schemas.openxmlformats.org/officeDocument/2006/relationships/image" Target="../media/image58.emf"/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63.emf"/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7.emf"/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7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77.emf"/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image" Target="../media/image74.e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82.emf"/><Relationship Id="rId4" Type="http://schemas.openxmlformats.org/officeDocument/2006/relationships/image" Target="../media/image81.emf"/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86.emf"/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94.emf"/><Relationship Id="rId4" Type="http://schemas.openxmlformats.org/officeDocument/2006/relationships/image" Target="../media/image93.emf"/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99.emf"/><Relationship Id="rId4" Type="http://schemas.openxmlformats.org/officeDocument/2006/relationships/image" Target="../media/image98.emf"/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60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wmf"/><Relationship Id="rId8" Type="http://schemas.openxmlformats.org/officeDocument/2006/relationships/image" Target="../media/image111.wmf"/><Relationship Id="rId7" Type="http://schemas.openxmlformats.org/officeDocument/2006/relationships/image" Target="../media/image110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0" Type="http://schemas.openxmlformats.org/officeDocument/2006/relationships/image" Target="../media/image113.wmf"/><Relationship Id="rId1" Type="http://schemas.openxmlformats.org/officeDocument/2006/relationships/image" Target="../media/image6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wmf"/><Relationship Id="rId1" Type="http://schemas.openxmlformats.org/officeDocument/2006/relationships/image" Target="../media/image60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emf"/><Relationship Id="rId8" Type="http://schemas.openxmlformats.org/officeDocument/2006/relationships/image" Target="../media/image122.emf"/><Relationship Id="rId7" Type="http://schemas.openxmlformats.org/officeDocument/2006/relationships/image" Target="../media/image121.emf"/><Relationship Id="rId6" Type="http://schemas.openxmlformats.org/officeDocument/2006/relationships/image" Target="../media/image120.emf"/><Relationship Id="rId5" Type="http://schemas.openxmlformats.org/officeDocument/2006/relationships/image" Target="../media/image119.emf"/><Relationship Id="rId4" Type="http://schemas.openxmlformats.org/officeDocument/2006/relationships/image" Target="../media/image118.emf"/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image" Target="../media/image115.e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8.emf"/><Relationship Id="rId3" Type="http://schemas.openxmlformats.org/officeDocument/2006/relationships/image" Target="../media/image127.emf"/><Relationship Id="rId2" Type="http://schemas.openxmlformats.org/officeDocument/2006/relationships/image" Target="../media/image125.emf"/><Relationship Id="rId1" Type="http://schemas.openxmlformats.org/officeDocument/2006/relationships/image" Target="../media/image124.emf"/></Relationships>
</file>

<file path=ppt/drawings/_rels/vmlDrawing2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4" Type="http://schemas.openxmlformats.org/officeDocument/2006/relationships/image" Target="../media/image132.emf"/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7" Type="http://schemas.openxmlformats.org/officeDocument/2006/relationships/image" Target="../media/image141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6.emf"/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/Relationships>
</file>

<file path=ppt/drawings/_rels/vmlDrawing2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0.emf"/><Relationship Id="rId3" Type="http://schemas.openxmlformats.org/officeDocument/2006/relationships/image" Target="../media/image149.emf"/><Relationship Id="rId2" Type="http://schemas.openxmlformats.org/officeDocument/2006/relationships/image" Target="../media/image148.emf"/><Relationship Id="rId1" Type="http://schemas.openxmlformats.org/officeDocument/2006/relationships/image" Target="../media/image147.emf"/></Relationships>
</file>

<file path=ppt/drawings/_rels/vmlDrawing3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4.emf"/><Relationship Id="rId3" Type="http://schemas.openxmlformats.org/officeDocument/2006/relationships/image" Target="../media/image153.emf"/><Relationship Id="rId2" Type="http://schemas.openxmlformats.org/officeDocument/2006/relationships/image" Target="../media/image152.emf"/><Relationship Id="rId1" Type="http://schemas.openxmlformats.org/officeDocument/2006/relationships/image" Target="../media/image151.emf"/></Relationships>
</file>

<file path=ppt/drawings/_rels/vmlDrawing3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8.emf"/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tags" Target="../tags/tag5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  <a:endParaRPr lang="zh-CN" altLang="en-US" sz="2400" b="1" dirty="0">
                <a:solidFill>
                  <a:srgbClr val="00B0F0"/>
                </a:solidFill>
                <a:effectLst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20" Type="http://schemas.openxmlformats.org/officeDocument/2006/relationships/vmlDrawing" Target="../drawings/vmlDrawing1.vml"/><Relationship Id="rId2" Type="http://schemas.openxmlformats.org/officeDocument/2006/relationships/image" Target="../media/image4.png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12.emf"/><Relationship Id="rId17" Type="http://schemas.openxmlformats.org/officeDocument/2006/relationships/oleObject" Target="../embeddings/oleObject8.bin"/><Relationship Id="rId16" Type="http://schemas.openxmlformats.org/officeDocument/2006/relationships/image" Target="../media/image11.emf"/><Relationship Id="rId15" Type="http://schemas.openxmlformats.org/officeDocument/2006/relationships/oleObject" Target="../embeddings/oleObject7.bin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6.bin"/><Relationship Id="rId12" Type="http://schemas.openxmlformats.org/officeDocument/2006/relationships/image" Target="../media/image9.emf"/><Relationship Id="rId11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e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3.emf"/><Relationship Id="rId1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8.emf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4.wmf"/><Relationship Id="rId13" Type="http://schemas.openxmlformats.org/officeDocument/2006/relationships/oleObject" Target="../embeddings/oleObject20.bin"/><Relationship Id="rId12" Type="http://schemas.openxmlformats.org/officeDocument/2006/relationships/image" Target="../media/image23.emf"/><Relationship Id="rId11" Type="http://schemas.openxmlformats.org/officeDocument/2006/relationships/oleObject" Target="../embeddings/oleObject19.bin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5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e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31.emf"/><Relationship Id="rId1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6.e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4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3.emf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9.emf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38.e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7.emf"/><Relationship Id="rId1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3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2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1.e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40.e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5.e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4.emf"/><Relationship Id="rId1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9.e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8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7.e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6.e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4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53.e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52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1.e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50.e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4.emf"/><Relationship Id="rId1" Type="http://schemas.openxmlformats.org/officeDocument/2006/relationships/oleObject" Target="../embeddings/oleObject4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58.e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6.e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5.e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9.emf"/><Relationship Id="rId1" Type="http://schemas.openxmlformats.org/officeDocument/2006/relationships/oleObject" Target="../embeddings/oleObject5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3.e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2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1.e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0.w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5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.bin"/><Relationship Id="rId8" Type="http://schemas.openxmlformats.org/officeDocument/2006/relationships/image" Target="../media/image67.e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5.e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64.e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9.emf"/><Relationship Id="rId11" Type="http://schemas.openxmlformats.org/officeDocument/2006/relationships/oleObject" Target="../embeddings/oleObject65.bin"/><Relationship Id="rId10" Type="http://schemas.openxmlformats.org/officeDocument/2006/relationships/image" Target="../media/image68.emf"/><Relationship Id="rId1" Type="http://schemas.openxmlformats.org/officeDocument/2006/relationships/oleObject" Target="../embeddings/oleObject60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3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1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70.w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6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7.e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6.e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5.e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74.e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70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1.e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0.e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9.e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78.emf"/><Relationship Id="rId12" Type="http://schemas.openxmlformats.org/officeDocument/2006/relationships/vmlDrawing" Target="../drawings/vmlDrawing1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2.emf"/><Relationship Id="rId1" Type="http://schemas.openxmlformats.org/officeDocument/2006/relationships/oleObject" Target="../embeddings/oleObject7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6.emf"/><Relationship Id="rId7" Type="http://schemas.openxmlformats.org/officeDocument/2006/relationships/oleObject" Target="../embeddings/oleObject82.bin"/><Relationship Id="rId6" Type="http://schemas.openxmlformats.org/officeDocument/2006/relationships/image" Target="../media/image85.e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84.e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83.e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7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9.e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8.e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87.emf"/><Relationship Id="rId1" Type="http://schemas.openxmlformats.org/officeDocument/2006/relationships/oleObject" Target="../embeddings/oleObject8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93.e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92.e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1.e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90.e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4.emf"/><Relationship Id="rId1" Type="http://schemas.openxmlformats.org/officeDocument/2006/relationships/oleObject" Target="../embeddings/oleObject8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5.bin"/><Relationship Id="rId8" Type="http://schemas.openxmlformats.org/officeDocument/2006/relationships/image" Target="../media/image98.e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97.e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6.e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95.e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9.emf"/><Relationship Id="rId1" Type="http://schemas.openxmlformats.org/officeDocument/2006/relationships/oleObject" Target="../embeddings/oleObject91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60.wmf"/><Relationship Id="rId14" Type="http://schemas.openxmlformats.org/officeDocument/2006/relationships/vmlDrawing" Target="../drawings/vmlDrawing2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4.wmf"/><Relationship Id="rId11" Type="http://schemas.openxmlformats.org/officeDocument/2006/relationships/oleObject" Target="../embeddings/oleObject101.bin"/><Relationship Id="rId10" Type="http://schemas.openxmlformats.org/officeDocument/2006/relationships/image" Target="../media/image103.wmf"/><Relationship Id="rId1" Type="http://schemas.openxmlformats.org/officeDocument/2006/relationships/oleObject" Target="../embeddings/oleObject96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7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5.wmf"/><Relationship Id="rId3" Type="http://schemas.openxmlformats.org/officeDocument/2006/relationships/oleObject" Target="../embeddings/oleObject103.bin"/><Relationship Id="rId22" Type="http://schemas.openxmlformats.org/officeDocument/2006/relationships/vmlDrawing" Target="../drawings/vmlDrawing22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13.wmf"/><Relationship Id="rId2" Type="http://schemas.openxmlformats.org/officeDocument/2006/relationships/image" Target="../media/image60.wmf"/><Relationship Id="rId19" Type="http://schemas.openxmlformats.org/officeDocument/2006/relationships/oleObject" Target="../embeddings/oleObject111.bin"/><Relationship Id="rId18" Type="http://schemas.openxmlformats.org/officeDocument/2006/relationships/image" Target="../media/image112.wmf"/><Relationship Id="rId17" Type="http://schemas.openxmlformats.org/officeDocument/2006/relationships/oleObject" Target="../embeddings/oleObject110.bin"/><Relationship Id="rId16" Type="http://schemas.openxmlformats.org/officeDocument/2006/relationships/image" Target="../media/image111.wmf"/><Relationship Id="rId15" Type="http://schemas.openxmlformats.org/officeDocument/2006/relationships/oleObject" Target="../embeddings/oleObject109.bin"/><Relationship Id="rId14" Type="http://schemas.openxmlformats.org/officeDocument/2006/relationships/image" Target="../media/image110.wmf"/><Relationship Id="rId13" Type="http://schemas.openxmlformats.org/officeDocument/2006/relationships/oleObject" Target="../embeddings/oleObject108.bin"/><Relationship Id="rId12" Type="http://schemas.openxmlformats.org/officeDocument/2006/relationships/image" Target="../media/image109.w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102.bin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60.wmf"/><Relationship Id="rId1" Type="http://schemas.openxmlformats.org/officeDocument/2006/relationships/oleObject" Target="../embeddings/oleObject11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18.e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17.e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6.emf"/><Relationship Id="rId3" Type="http://schemas.openxmlformats.org/officeDocument/2006/relationships/oleObject" Target="../embeddings/oleObject115.bin"/><Relationship Id="rId20" Type="http://schemas.openxmlformats.org/officeDocument/2006/relationships/vmlDrawing" Target="../drawings/vmlDrawing24.vml"/><Relationship Id="rId2" Type="http://schemas.openxmlformats.org/officeDocument/2006/relationships/image" Target="../media/image115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23.emf"/><Relationship Id="rId17" Type="http://schemas.openxmlformats.org/officeDocument/2006/relationships/oleObject" Target="../embeddings/oleObject122.bin"/><Relationship Id="rId16" Type="http://schemas.openxmlformats.org/officeDocument/2006/relationships/image" Target="../media/image122.emf"/><Relationship Id="rId15" Type="http://schemas.openxmlformats.org/officeDocument/2006/relationships/oleObject" Target="../embeddings/oleObject121.bin"/><Relationship Id="rId14" Type="http://schemas.openxmlformats.org/officeDocument/2006/relationships/image" Target="../media/image121.e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120.e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19.emf"/><Relationship Id="rId1" Type="http://schemas.openxmlformats.org/officeDocument/2006/relationships/oleObject" Target="../embeddings/oleObject11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emf"/><Relationship Id="rId8" Type="http://schemas.openxmlformats.org/officeDocument/2006/relationships/oleObject" Target="../embeddings/oleObject126.bin"/><Relationship Id="rId7" Type="http://schemas.openxmlformats.org/officeDocument/2006/relationships/image" Target="../media/image127.emf"/><Relationship Id="rId6" Type="http://schemas.openxmlformats.org/officeDocument/2006/relationships/oleObject" Target="../embeddings/oleObject125.bin"/><Relationship Id="rId5" Type="http://schemas.openxmlformats.org/officeDocument/2006/relationships/image" Target="../media/image126.png"/><Relationship Id="rId4" Type="http://schemas.openxmlformats.org/officeDocument/2006/relationships/image" Target="../media/image125.emf"/><Relationship Id="rId3" Type="http://schemas.openxmlformats.org/officeDocument/2006/relationships/oleObject" Target="../embeddings/oleObject124.bin"/><Relationship Id="rId2" Type="http://schemas.openxmlformats.org/officeDocument/2006/relationships/image" Target="../media/image124.emf"/><Relationship Id="rId11" Type="http://schemas.openxmlformats.org/officeDocument/2006/relationships/vmlDrawing" Target="../drawings/vmlDrawing25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23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1.bin"/><Relationship Id="rId8" Type="http://schemas.openxmlformats.org/officeDocument/2006/relationships/image" Target="../media/image132.emf"/><Relationship Id="rId7" Type="http://schemas.openxmlformats.org/officeDocument/2006/relationships/oleObject" Target="../embeddings/oleObject130.bin"/><Relationship Id="rId6" Type="http://schemas.openxmlformats.org/officeDocument/2006/relationships/image" Target="../media/image131.e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30.emf"/><Relationship Id="rId3" Type="http://schemas.openxmlformats.org/officeDocument/2006/relationships/oleObject" Target="../embeddings/oleObject128.bin"/><Relationship Id="rId2" Type="http://schemas.openxmlformats.org/officeDocument/2006/relationships/image" Target="../media/image129.emf"/><Relationship Id="rId14" Type="http://schemas.openxmlformats.org/officeDocument/2006/relationships/vmlDrawing" Target="../drawings/vmlDrawing2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4.emf"/><Relationship Id="rId11" Type="http://schemas.openxmlformats.org/officeDocument/2006/relationships/oleObject" Target="../embeddings/oleObject132.bin"/><Relationship Id="rId10" Type="http://schemas.openxmlformats.org/officeDocument/2006/relationships/image" Target="../media/image133.emf"/><Relationship Id="rId1" Type="http://schemas.openxmlformats.org/officeDocument/2006/relationships/oleObject" Target="../embeddings/oleObject127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6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35.wmf"/><Relationship Id="rId18" Type="http://schemas.openxmlformats.org/officeDocument/2006/relationships/vmlDrawing" Target="../drawings/vmlDrawing27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42.wmf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141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140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39.wmf"/><Relationship Id="rId1" Type="http://schemas.openxmlformats.org/officeDocument/2006/relationships/oleObject" Target="../embeddings/oleObject133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6.e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145.e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44.emf"/><Relationship Id="rId3" Type="http://schemas.openxmlformats.org/officeDocument/2006/relationships/oleObject" Target="../embeddings/oleObject142.bin"/><Relationship Id="rId2" Type="http://schemas.openxmlformats.org/officeDocument/2006/relationships/image" Target="../media/image143.emf"/><Relationship Id="rId10" Type="http://schemas.openxmlformats.org/officeDocument/2006/relationships/vmlDrawing" Target="../drawings/vmlDrawing28.vml"/><Relationship Id="rId1" Type="http://schemas.openxmlformats.org/officeDocument/2006/relationships/oleObject" Target="../embeddings/oleObject141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0.emf"/><Relationship Id="rId7" Type="http://schemas.openxmlformats.org/officeDocument/2006/relationships/oleObject" Target="../embeddings/oleObject148.bin"/><Relationship Id="rId6" Type="http://schemas.openxmlformats.org/officeDocument/2006/relationships/image" Target="../media/image149.e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48.emf"/><Relationship Id="rId3" Type="http://schemas.openxmlformats.org/officeDocument/2006/relationships/oleObject" Target="../embeddings/oleObject146.bin"/><Relationship Id="rId2" Type="http://schemas.openxmlformats.org/officeDocument/2006/relationships/image" Target="../media/image147.emf"/><Relationship Id="rId10" Type="http://schemas.openxmlformats.org/officeDocument/2006/relationships/vmlDrawing" Target="../drawings/vmlDrawing29.vml"/><Relationship Id="rId1" Type="http://schemas.openxmlformats.org/officeDocument/2006/relationships/oleObject" Target="../embeddings/oleObject14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4.e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53.e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52.emf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151.emf"/><Relationship Id="rId10" Type="http://schemas.openxmlformats.org/officeDocument/2006/relationships/vmlDrawing" Target="../drawings/vmlDrawing30.vml"/><Relationship Id="rId1" Type="http://schemas.openxmlformats.org/officeDocument/2006/relationships/oleObject" Target="../embeddings/oleObject14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8.e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57.e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56.emf"/><Relationship Id="rId3" Type="http://schemas.openxmlformats.org/officeDocument/2006/relationships/oleObject" Target="../embeddings/oleObject154.bin"/><Relationship Id="rId2" Type="http://schemas.openxmlformats.org/officeDocument/2006/relationships/image" Target="../media/image155.emf"/><Relationship Id="rId10" Type="http://schemas.openxmlformats.org/officeDocument/2006/relationships/vmlDrawing" Target="../drawings/vmlDrawing31.vml"/><Relationship Id="rId1" Type="http://schemas.openxmlformats.org/officeDocument/2006/relationships/oleObject" Target="../embeddings/oleObject15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8105775" y="2781300"/>
            <a:ext cx="1371600" cy="990600"/>
            <a:chOff x="3936" y="1200"/>
            <a:chExt cx="864" cy="624"/>
          </a:xfrm>
        </p:grpSpPr>
        <p:pic>
          <p:nvPicPr>
            <p:cNvPr id="35853" name="Picture 4" descr="WB02256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" y="1248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4" name="Picture 5" descr="WB02257_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1488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5" name="Picture 6" descr="WB02257_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200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6" name="Picture 7" descr="WB02256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488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7" name="Picture 8" descr="WB02256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6" y="1248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11625" name="Object 9"/>
          <p:cNvGraphicFramePr>
            <a:graphicFrameLocks noChangeAspect="1"/>
          </p:cNvGraphicFramePr>
          <p:nvPr/>
        </p:nvGraphicFramePr>
        <p:xfrm>
          <a:off x="1924640" y="1838325"/>
          <a:ext cx="7681913" cy="200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4" name="公式" r:id="rId3" imgW="3454400" imgH="901700" progId="Equation.3">
                  <p:embed/>
                </p:oleObj>
              </mc:Choice>
              <mc:Fallback>
                <p:oleObj name="公式" r:id="rId3" imgW="3454400" imgH="901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640" y="1838325"/>
                        <a:ext cx="7681913" cy="200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1771242" y="3583781"/>
            <a:ext cx="134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则有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1627" name="Object 11"/>
          <p:cNvGraphicFramePr>
            <a:graphicFrameLocks noChangeAspect="1"/>
          </p:cNvGraphicFramePr>
          <p:nvPr/>
        </p:nvGraphicFramePr>
        <p:xfrm>
          <a:off x="3775075" y="4138595"/>
          <a:ext cx="2349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5" name="Equation" r:id="rId5" imgW="2349500" imgH="444500" progId="Equation.3">
                  <p:embed/>
                </p:oleObj>
              </mc:Choice>
              <mc:Fallback>
                <p:oleObj name="Equation" r:id="rId5" imgW="2349500" imgH="444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75" y="4138595"/>
                        <a:ext cx="2349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8" name="Object 12"/>
          <p:cNvGraphicFramePr>
            <a:graphicFrameLocks noChangeAspect="1"/>
          </p:cNvGraphicFramePr>
          <p:nvPr/>
        </p:nvGraphicFramePr>
        <p:xfrm>
          <a:off x="1862137" y="4801602"/>
          <a:ext cx="7310438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6" name="Equation" r:id="rId7" imgW="7378700" imgH="431800" progId="Equation.3">
                  <p:embed/>
                </p:oleObj>
              </mc:Choice>
              <mc:Fallback>
                <p:oleObj name="Equation" r:id="rId7" imgW="7378700" imgH="431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7" y="4801602"/>
                        <a:ext cx="7310438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9" name="Object 13"/>
          <p:cNvGraphicFramePr>
            <a:graphicFrameLocks noChangeAspect="1"/>
          </p:cNvGraphicFramePr>
          <p:nvPr/>
        </p:nvGraphicFramePr>
        <p:xfrm>
          <a:off x="2445929" y="5488248"/>
          <a:ext cx="226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7" name="Equation" r:id="rId9" imgW="2260600" imgH="444500" progId="Equation.3">
                  <p:embed/>
                </p:oleObj>
              </mc:Choice>
              <mc:Fallback>
                <p:oleObj name="Equation" r:id="rId9" imgW="2260600" imgH="4445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929" y="5488248"/>
                        <a:ext cx="2260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0" name="Object 14"/>
          <p:cNvGraphicFramePr>
            <a:graphicFrameLocks noChangeAspect="1"/>
          </p:cNvGraphicFramePr>
          <p:nvPr/>
        </p:nvGraphicFramePr>
        <p:xfrm flipV="1">
          <a:off x="5047201" y="5514975"/>
          <a:ext cx="5334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8" name="Equation" r:id="rId11" imgW="409575" imgH="238125" progId="Equation.3">
                  <p:embed/>
                </p:oleObj>
              </mc:Choice>
              <mc:Fallback>
                <p:oleObj name="Equation" r:id="rId11" imgW="409575" imgH="23812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V="1">
                        <a:off x="5047201" y="5514975"/>
                        <a:ext cx="5334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1" name="Rectangle 15"/>
          <p:cNvSpPr>
            <a:spLocks noChangeArrowheads="1"/>
          </p:cNvSpPr>
          <p:nvPr/>
        </p:nvSpPr>
        <p:spPr bwMode="auto">
          <a:xfrm>
            <a:off x="5674460" y="5425858"/>
            <a:ext cx="3048000" cy="457200"/>
          </a:xfrm>
          <a:prstGeom prst="rect">
            <a:avLst/>
          </a:pr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1632" name="Object 16"/>
          <p:cNvGraphicFramePr>
            <a:graphicFrameLocks noChangeAspect="1"/>
          </p:cNvGraphicFramePr>
          <p:nvPr/>
        </p:nvGraphicFramePr>
        <p:xfrm>
          <a:off x="5725260" y="5463082"/>
          <a:ext cx="299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Equation" r:id="rId13" imgW="2997200" imgH="393700" progId="Equation.3">
                  <p:embed/>
                </p:oleObj>
              </mc:Choice>
              <mc:Fallback>
                <p:oleObj name="Equation" r:id="rId13" imgW="2997200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5260" y="5463082"/>
                        <a:ext cx="2997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1743715" y="1773809"/>
            <a:ext cx="20113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引例</a:t>
            </a:r>
            <a:endParaRPr lang="zh-CN" altLang="en-US" sz="3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1250950" y="523877"/>
          <a:ext cx="8280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name="Document" r:id="rId15" imgW="5232400" imgH="622300" progId="Word.Document.8">
                  <p:embed/>
                </p:oleObj>
              </mc:Choice>
              <mc:Fallback>
                <p:oleObj name="Document" r:id="rId15" imgW="5232400" imgH="6223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523877"/>
                        <a:ext cx="8280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657997" y="1153200"/>
          <a:ext cx="9311807" cy="768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Document" r:id="rId17" imgW="3923665" imgH="327025" progId="Word.Document.8">
                  <p:embed/>
                </p:oleObj>
              </mc:Choice>
              <mc:Fallback>
                <p:oleObj name="Document" r:id="rId17" imgW="3923665" imgH="32702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997" y="1153200"/>
                        <a:ext cx="9311807" cy="768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6" grpId="0"/>
      <p:bldP spid="1116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636587" y="1130300"/>
          <a:ext cx="11001375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" name="Document" r:id="rId1" imgW="5043170" imgH="978535" progId="Word.Document.8">
                  <p:embed/>
                </p:oleObj>
              </mc:Choice>
              <mc:Fallback>
                <p:oleObj name="Document" r:id="rId1" imgW="5043170" imgH="978535" progId="Word.Document.8">
                  <p:embed/>
                  <p:pic>
                    <p:nvPicPr>
                      <p:cNvPr id="0" name="图片 1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" y="1130300"/>
                        <a:ext cx="11001375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19137" y="3076051"/>
          <a:ext cx="10918825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" name="Document" r:id="rId3" imgW="5070475" imgH="742950" progId="Word.Document.8">
                  <p:embed/>
                </p:oleObj>
              </mc:Choice>
              <mc:Fallback>
                <p:oleObj name="Document" r:id="rId3" imgW="5070475" imgH="742950" progId="Word.Document.8">
                  <p:embed/>
                  <p:pic>
                    <p:nvPicPr>
                      <p:cNvPr id="0" name="图片 1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7" y="3076051"/>
                        <a:ext cx="10918825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636587" y="4581001"/>
          <a:ext cx="892651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" name="Document" r:id="rId5" imgW="3914775" imgH="274955" progId="Word.Document.8">
                  <p:embed/>
                </p:oleObj>
              </mc:Choice>
              <mc:Fallback>
                <p:oleObj name="Document" r:id="rId5" imgW="3914775" imgH="274955" progId="Word.Document.8">
                  <p:embed/>
                  <p:pic>
                    <p:nvPicPr>
                      <p:cNvPr id="0" name="图片 1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" y="4581001"/>
                        <a:ext cx="892651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37054" y="668431"/>
          <a:ext cx="10866438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0" name="Document" r:id="rId1" imgW="4957445" imgH="697230" progId="Word.Document.8">
                  <p:embed/>
                </p:oleObj>
              </mc:Choice>
              <mc:Fallback>
                <p:oleObj name="Document" r:id="rId1" imgW="4957445" imgH="697230" progId="Word.Document.8">
                  <p:embed/>
                  <p:pic>
                    <p:nvPicPr>
                      <p:cNvPr id="0" name="图片 2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54" y="668431"/>
                        <a:ext cx="10866438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81025" y="2032000"/>
          <a:ext cx="1089501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" name="Document" r:id="rId3" imgW="4996815" imgH="403860" progId="Word.Document.8">
                  <p:embed/>
                </p:oleObj>
              </mc:Choice>
              <mc:Fallback>
                <p:oleObj name="Document" r:id="rId3" imgW="4996815" imgH="403860" progId="Word.Document.8">
                  <p:embed/>
                  <p:pic>
                    <p:nvPicPr>
                      <p:cNvPr id="0" name="图片 2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2032000"/>
                        <a:ext cx="10895013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2300288" y="1998663"/>
            <a:ext cx="2684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</a:rPr>
              <a:t>两事件相互独立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5043488" y="2139950"/>
          <a:ext cx="2984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1" name="Equation" r:id="rId1" imgW="2981325" imgH="390525" progId="Equation.3">
                  <p:embed/>
                </p:oleObj>
              </mc:Choice>
              <mc:Fallback>
                <p:oleObj name="Equation" r:id="rId1" imgW="2981325" imgH="39052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2139950"/>
                        <a:ext cx="2984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2300289" y="2608263"/>
            <a:ext cx="197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</a:rPr>
              <a:t>两事件互斥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4440238" y="2754313"/>
          <a:ext cx="1219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2" name="Equation" r:id="rId3" imgW="1209675" imgH="314325" progId="Equation.3">
                  <p:embed/>
                </p:oleObj>
              </mc:Choice>
              <mc:Fallback>
                <p:oleObj name="Equation" r:id="rId3" imgW="1209675" imgH="3143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2754313"/>
                        <a:ext cx="1219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0" name="Rectangle 6"/>
          <p:cNvSpPr>
            <a:spLocks noChangeArrowheads="1"/>
          </p:cNvSpPr>
          <p:nvPr/>
        </p:nvSpPr>
        <p:spPr bwMode="auto">
          <a:xfrm>
            <a:off x="3944938" y="3668713"/>
            <a:ext cx="1524000" cy="1524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3671" name="AutoShape 7"/>
          <p:cNvSpPr>
            <a:spLocks noChangeArrowheads="1"/>
          </p:cNvSpPr>
          <p:nvPr/>
        </p:nvSpPr>
        <p:spPr bwMode="auto">
          <a:xfrm>
            <a:off x="3944938" y="3668713"/>
            <a:ext cx="1524000" cy="1524000"/>
          </a:xfrm>
          <a:prstGeom prst="rtTriangle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3672" name="AutoShape 8"/>
          <p:cNvSpPr>
            <a:spLocks noChangeArrowheads="1"/>
          </p:cNvSpPr>
          <p:nvPr/>
        </p:nvSpPr>
        <p:spPr bwMode="auto">
          <a:xfrm rot="5400000">
            <a:off x="3944938" y="3668713"/>
            <a:ext cx="1524000" cy="1524000"/>
          </a:xfrm>
          <a:prstGeom prst="rtTriangle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3673" name="Object 9"/>
          <p:cNvGraphicFramePr>
            <a:graphicFrameLocks noChangeAspect="1"/>
          </p:cNvGraphicFramePr>
          <p:nvPr/>
        </p:nvGraphicFramePr>
        <p:xfrm>
          <a:off x="4567238" y="4741863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3" name="Equation" r:id="rId5" imgW="292100" imgH="304800" progId="Equation.3">
                  <p:embed/>
                </p:oleObj>
              </mc:Choice>
              <mc:Fallback>
                <p:oleObj name="Equation" r:id="rId5" imgW="292100" imgH="304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741863"/>
                        <a:ext cx="292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4" name="Object 10"/>
          <p:cNvGraphicFramePr>
            <a:graphicFrameLocks noChangeAspect="1"/>
          </p:cNvGraphicFramePr>
          <p:nvPr/>
        </p:nvGraphicFramePr>
        <p:xfrm>
          <a:off x="4553182" y="3812331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4" name="Equation" r:id="rId7" imgW="292100" imgH="292100" progId="Equation.3">
                  <p:embed/>
                </p:oleObj>
              </mc:Choice>
              <mc:Fallback>
                <p:oleObj name="Equation" r:id="rId7" imgW="292100" imgH="292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3182" y="3812331"/>
                        <a:ext cx="292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5" name="Object 11"/>
          <p:cNvGraphicFramePr>
            <a:graphicFrameLocks noChangeAspect="1"/>
          </p:cNvGraphicFramePr>
          <p:nvPr/>
        </p:nvGraphicFramePr>
        <p:xfrm>
          <a:off x="6484938" y="3419475"/>
          <a:ext cx="30718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5" name="Equation" r:id="rId9" imgW="1345565" imgH="406400" progId="Equation.DSMT4">
                  <p:embed/>
                </p:oleObj>
              </mc:Choice>
              <mc:Fallback>
                <p:oleObj name="Equation" r:id="rId9" imgW="1345565" imgH="40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3419475"/>
                        <a:ext cx="30718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6" name="AutoShape 12"/>
          <p:cNvSpPr>
            <a:spLocks noChangeArrowheads="1"/>
          </p:cNvSpPr>
          <p:nvPr/>
        </p:nvSpPr>
        <p:spPr bwMode="auto">
          <a:xfrm rot="13538723">
            <a:off x="3411538" y="3897313"/>
            <a:ext cx="1066800" cy="1066800"/>
          </a:xfrm>
          <a:prstGeom prst="rtTriangle">
            <a:avLst/>
          </a:prstGeom>
          <a:solidFill>
            <a:srgbClr val="333399"/>
          </a:solidFill>
          <a:ln w="9525">
            <a:pattFill prst="dkUpDiag">
              <a:fgClr>
                <a:schemeClr val="tx1"/>
              </a:fgClr>
              <a:bgClr>
                <a:srgbClr val="FFFFFF"/>
              </a:bgClr>
            </a:patt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3677" name="Object 13"/>
          <p:cNvGraphicFramePr>
            <a:graphicFrameLocks noChangeAspect="1"/>
          </p:cNvGraphicFramePr>
          <p:nvPr/>
        </p:nvGraphicFramePr>
        <p:xfrm>
          <a:off x="4021138" y="4278313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6" name="Equation" r:id="rId11" imgW="542925" imgH="295275" progId="Equation.3">
                  <p:embed/>
                </p:oleObj>
              </mc:Choice>
              <mc:Fallback>
                <p:oleObj name="Equation" r:id="rId11" imgW="542925" imgH="29527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4278313"/>
                        <a:ext cx="546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8" name="Object 14"/>
          <p:cNvGraphicFramePr>
            <a:graphicFrameLocks noChangeAspect="1"/>
          </p:cNvGraphicFramePr>
          <p:nvPr/>
        </p:nvGraphicFramePr>
        <p:xfrm>
          <a:off x="6337300" y="4365625"/>
          <a:ext cx="3644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7" name="Equation" r:id="rId13" imgW="1600200" imgH="406400" progId="Equation.DSMT4">
                  <p:embed/>
                </p:oleObj>
              </mc:Choice>
              <mc:Fallback>
                <p:oleObj name="Equation" r:id="rId13" imgW="1600200" imgH="406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4365625"/>
                        <a:ext cx="3644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9" name="Text Box 15"/>
          <p:cNvSpPr txBox="1">
            <a:spLocks noChangeArrowheads="1"/>
          </p:cNvSpPr>
          <p:nvPr/>
        </p:nvSpPr>
        <p:spPr bwMode="auto">
          <a:xfrm>
            <a:off x="2224089" y="3516313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3680" name="Rectangle 16"/>
          <p:cNvSpPr>
            <a:spLocks noChangeArrowheads="1"/>
          </p:cNvSpPr>
          <p:nvPr/>
        </p:nvSpPr>
        <p:spPr bwMode="auto">
          <a:xfrm>
            <a:off x="2208214" y="5403851"/>
            <a:ext cx="740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</a:rPr>
              <a:t>由此可见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两事件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相互独立，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但两事件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不互斥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en-US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3681" name="Rectangle 17"/>
          <p:cNvSpPr>
            <a:spLocks noChangeArrowheads="1"/>
          </p:cNvSpPr>
          <p:nvPr/>
        </p:nvSpPr>
        <p:spPr bwMode="auto">
          <a:xfrm>
            <a:off x="2300288" y="1306513"/>
            <a:ext cx="5988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宋体" panose="02010600030101010101" pitchFamily="2" charset="-122"/>
              </a:rPr>
              <a:t>两事件相互独立与两事件互斥的关系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2300289" y="620714"/>
            <a:ext cx="1635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 考</a:t>
            </a:r>
            <a:endParaRPr lang="zh-CN" altLang="en-US" sz="320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19"/>
          <p:cNvGrpSpPr/>
          <p:nvPr/>
        </p:nvGrpSpPr>
        <p:grpSpPr bwMode="auto">
          <a:xfrm>
            <a:off x="8164514" y="2074864"/>
            <a:ext cx="2122487" cy="1019175"/>
            <a:chOff x="4128" y="1396"/>
            <a:chExt cx="1337" cy="642"/>
          </a:xfrm>
        </p:grpSpPr>
        <p:sp>
          <p:nvSpPr>
            <p:cNvPr id="37908" name="Text Box 20"/>
            <p:cNvSpPr txBox="1">
              <a:spLocks noChangeArrowheads="1"/>
            </p:cNvSpPr>
            <p:nvPr/>
          </p:nvSpPr>
          <p:spPr bwMode="auto">
            <a:xfrm>
              <a:off x="4224" y="1396"/>
              <a:ext cx="1241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二者之间没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有必然联系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09" name="AutoShape 21"/>
            <p:cNvSpPr/>
            <p:nvPr/>
          </p:nvSpPr>
          <p:spPr bwMode="auto">
            <a:xfrm>
              <a:off x="4128" y="1414"/>
              <a:ext cx="144" cy="624"/>
            </a:xfrm>
            <a:prstGeom prst="rightBrace">
              <a:avLst>
                <a:gd name="adj1" fmla="val 47988"/>
                <a:gd name="adj2" fmla="val 48574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2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25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"/>
                            </p:stCondLst>
                            <p:childTnLst>
                              <p:par>
                                <p:cTn id="4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5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75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 autoUpdateAnimBg="0"/>
      <p:bldP spid="113668" grpId="0" autoUpdateAnimBg="0"/>
      <p:bldP spid="113670" grpId="0" animBg="1"/>
      <p:bldP spid="113671" grpId="0" animBg="1"/>
      <p:bldP spid="113672" grpId="0" animBg="1"/>
      <p:bldP spid="113676" grpId="0" animBg="1"/>
      <p:bldP spid="113679" grpId="0" autoUpdateAnimBg="0"/>
      <p:bldP spid="113680" grpId="0" autoUpdateAnimBg="0"/>
      <p:bldP spid="11368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ChangeArrowheads="1"/>
          </p:cNvSpPr>
          <p:nvPr/>
        </p:nvSpPr>
        <p:spPr bwMode="auto">
          <a:xfrm>
            <a:off x="7315200" y="2057400"/>
            <a:ext cx="1524000" cy="1524000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691" name="AutoShape 3"/>
          <p:cNvSpPr>
            <a:spLocks noChangeArrowheads="1"/>
          </p:cNvSpPr>
          <p:nvPr/>
        </p:nvSpPr>
        <p:spPr bwMode="auto">
          <a:xfrm>
            <a:off x="7315200" y="2057400"/>
            <a:ext cx="1524000" cy="1524000"/>
          </a:xfrm>
          <a:prstGeom prst="rtTriangle">
            <a:avLst/>
          </a:prstGeom>
          <a:solidFill>
            <a:srgbClr val="B39C6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7620000" y="2971800"/>
          <a:ext cx="317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8" name="Equation" r:id="rId1" imgW="317500" imgH="317500" progId="Equation.3">
                  <p:embed/>
                </p:oleObj>
              </mc:Choice>
              <mc:Fallback>
                <p:oleObj name="Equation" r:id="rId1" imgW="317500" imgH="317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971800"/>
                        <a:ext cx="317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8229600" y="2362200"/>
          <a:ext cx="317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9" name="Equation" r:id="rId3" imgW="317500" imgH="317500" progId="Equation.3">
                  <p:embed/>
                </p:oleObj>
              </mc:Choice>
              <mc:Fallback>
                <p:oleObj name="Equation" r:id="rId3" imgW="317500" imgH="317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362200"/>
                        <a:ext cx="317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4" name="Object 6"/>
          <p:cNvGraphicFramePr>
            <a:graphicFrameLocks noChangeAspect="1"/>
          </p:cNvGraphicFramePr>
          <p:nvPr/>
        </p:nvGraphicFramePr>
        <p:xfrm>
          <a:off x="2930526" y="1185864"/>
          <a:ext cx="3021013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0" name="Equation" r:id="rId5" imgW="1294765" imgH="406400" progId="Equation.DSMT4">
                  <p:embed/>
                </p:oleObj>
              </mc:Choice>
              <mc:Fallback>
                <p:oleObj name="Equation" r:id="rId5" imgW="1294765" imgH="40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6" y="1185864"/>
                        <a:ext cx="3021013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7"/>
          <p:cNvGraphicFramePr>
            <a:graphicFrameLocks noChangeAspect="1"/>
          </p:cNvGraphicFramePr>
          <p:nvPr/>
        </p:nvGraphicFramePr>
        <p:xfrm>
          <a:off x="2921000" y="3962400"/>
          <a:ext cx="363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1" name="Equation" r:id="rId7" imgW="3632200" imgH="431800" progId="Equation.3">
                  <p:embed/>
                </p:oleObj>
              </mc:Choice>
              <mc:Fallback>
                <p:oleObj name="Equation" r:id="rId7" imgW="36322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3962400"/>
                        <a:ext cx="3632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6" name="Rectangle 8"/>
          <p:cNvSpPr>
            <a:spLocks noChangeArrowheads="1"/>
          </p:cNvSpPr>
          <p:nvPr/>
        </p:nvSpPr>
        <p:spPr bwMode="auto">
          <a:xfrm>
            <a:off x="2819400" y="4724401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</a:rPr>
              <a:t>由此可见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两事件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互斥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但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不独立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114697" name="Object 9"/>
          <p:cNvGraphicFramePr>
            <a:graphicFrameLocks noChangeAspect="1"/>
          </p:cNvGraphicFramePr>
          <p:nvPr/>
        </p:nvGraphicFramePr>
        <p:xfrm>
          <a:off x="2930526" y="2322513"/>
          <a:ext cx="17811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2" name="Equation" r:id="rId9" imgW="761365" imgH="203200" progId="Equation.DSMT4">
                  <p:embed/>
                </p:oleObj>
              </mc:Choice>
              <mc:Fallback>
                <p:oleObj name="Equation" r:id="rId9" imgW="761365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6" y="2322513"/>
                        <a:ext cx="17811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8" name="Object 10"/>
          <p:cNvGraphicFramePr>
            <a:graphicFrameLocks noChangeAspect="1"/>
          </p:cNvGraphicFramePr>
          <p:nvPr/>
        </p:nvGraphicFramePr>
        <p:xfrm>
          <a:off x="2930525" y="2890838"/>
          <a:ext cx="2286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3" name="Equation" r:id="rId11" imgW="2286000" imgH="825500" progId="Equation.3">
                  <p:embed/>
                </p:oleObj>
              </mc:Choice>
              <mc:Fallback>
                <p:oleObj name="Equation" r:id="rId11" imgW="2286000" imgH="825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2890838"/>
                        <a:ext cx="2286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animBg="1"/>
      <p:bldP spid="114691" grpId="0" animBg="1"/>
      <p:bldP spid="11469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738843" y="1382843"/>
          <a:ext cx="10915650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Document" r:id="rId1" imgW="4920615" imgH="877570" progId="Word.Document.8">
                  <p:embed/>
                </p:oleObj>
              </mc:Choice>
              <mc:Fallback>
                <p:oleObj name="Document" r:id="rId1" imgW="4920615" imgH="87757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43" y="1382843"/>
                        <a:ext cx="10915650" cy="19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738843" y="3318006"/>
          <a:ext cx="8753475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Document" r:id="rId3" imgW="3923665" imgH="883920" progId="Word.Document.8">
                  <p:embed/>
                </p:oleObj>
              </mc:Choice>
              <mc:Fallback>
                <p:oleObj name="Document" r:id="rId3" imgW="3923665" imgH="8839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43" y="3318006"/>
                        <a:ext cx="8753475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092947" y="851694"/>
          <a:ext cx="106187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" name="Document" r:id="rId1" imgW="5048885" imgH="274955" progId="Word.Document.8">
                  <p:embed/>
                </p:oleObj>
              </mc:Choice>
              <mc:Fallback>
                <p:oleObj name="Document" r:id="rId1" imgW="5048885" imgH="274955" progId="Word.Document.8">
                  <p:embed/>
                  <p:pic>
                    <p:nvPicPr>
                      <p:cNvPr id="0" name="图片 33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947" y="851694"/>
                        <a:ext cx="106187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448329" y="1452960"/>
          <a:ext cx="10479087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Document" r:id="rId3" imgW="5009515" imgH="525780" progId="Word.Document.8">
                  <p:embed/>
                </p:oleObj>
              </mc:Choice>
              <mc:Fallback>
                <p:oleObj name="Document" r:id="rId3" imgW="5009515" imgH="525780" progId="Word.Document.8">
                  <p:embed/>
                  <p:pic>
                    <p:nvPicPr>
                      <p:cNvPr id="0" name="图片 33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29" y="1452960"/>
                        <a:ext cx="10479087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442772" y="2428259"/>
          <a:ext cx="52451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" name="Document" r:id="rId5" imgW="2522855" imgH="452755" progId="Word.Document.8">
                  <p:embed/>
                </p:oleObj>
              </mc:Choice>
              <mc:Fallback>
                <p:oleObj name="Document" r:id="rId5" imgW="2522855" imgH="452755" progId="Word.Document.8">
                  <p:embed/>
                  <p:pic>
                    <p:nvPicPr>
                      <p:cNvPr id="0" name="图片 33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72" y="2428259"/>
                        <a:ext cx="524510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442772" y="4182302"/>
          <a:ext cx="10948988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1" name="Document" r:id="rId7" imgW="5235575" imgH="688340" progId="Word.Document.8">
                  <p:embed/>
                </p:oleObj>
              </mc:Choice>
              <mc:Fallback>
                <p:oleObj name="Document" r:id="rId7" imgW="5235575" imgH="688340" progId="Word.Document.8">
                  <p:embed/>
                  <p:pic>
                    <p:nvPicPr>
                      <p:cNvPr id="0" name="图片 33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72" y="4182302"/>
                        <a:ext cx="10948988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339850" y="2781300"/>
          <a:ext cx="10015538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" name="Document" r:id="rId9" imgW="4813300" imgH="407035" progId="Word.Document.8">
                  <p:embed/>
                </p:oleObj>
              </mc:Choice>
              <mc:Fallback>
                <p:oleObj name="Document" r:id="rId9" imgW="4813300" imgH="407035" progId="Word.Document.8">
                  <p:embed/>
                  <p:pic>
                    <p:nvPicPr>
                      <p:cNvPr id="0" name="图片 33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781300"/>
                        <a:ext cx="10015538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42772" y="3543875"/>
          <a:ext cx="44513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" name="Document" r:id="rId11" imgW="2143760" imgH="345440" progId="Word.Document.8">
                  <p:embed/>
                </p:oleObj>
              </mc:Choice>
              <mc:Fallback>
                <p:oleObj name="Document" r:id="rId11" imgW="2143760" imgH="345440" progId="Word.Document.8">
                  <p:embed/>
                  <p:pic>
                    <p:nvPicPr>
                      <p:cNvPr id="0" name="图片 33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72" y="3543875"/>
                        <a:ext cx="44513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323545" y="2440989"/>
          <a:ext cx="153352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" name="Document" r:id="rId13" imgW="742950" imgH="373380" progId="Word.Document.8">
                  <p:embed/>
                </p:oleObj>
              </mc:Choice>
              <mc:Fallback>
                <p:oleObj name="Document" r:id="rId13" imgW="742950" imgH="373380" progId="Word.Document.8">
                  <p:embed/>
                  <p:pic>
                    <p:nvPicPr>
                      <p:cNvPr id="0" name="图片 3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3545" y="2440989"/>
                        <a:ext cx="1533525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00169" y="913092"/>
          <a:ext cx="1094740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" name="Document" r:id="rId1" imgW="5211445" imgH="685165" progId="Word.Document.8">
                  <p:embed/>
                </p:oleObj>
              </mc:Choice>
              <mc:Fallback>
                <p:oleObj name="Document" r:id="rId1" imgW="5211445" imgH="685165" progId="Word.Document.8">
                  <p:embed/>
                  <p:pic>
                    <p:nvPicPr>
                      <p:cNvPr id="0" name="图片 43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169" y="913092"/>
                        <a:ext cx="1094740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235730" y="1978306"/>
          <a:ext cx="8156575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" name="Document" r:id="rId3" imgW="3923665" imgH="611505" progId="Word.Document.8">
                  <p:embed/>
                </p:oleObj>
              </mc:Choice>
              <mc:Fallback>
                <p:oleObj name="Document" r:id="rId3" imgW="3923665" imgH="611505" progId="Word.Document.8">
                  <p:embed/>
                  <p:pic>
                    <p:nvPicPr>
                      <p:cNvPr id="0" name="图片 43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730" y="1978306"/>
                        <a:ext cx="8156575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692150" y="4441825"/>
          <a:ext cx="96615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" name="Document" r:id="rId5" imgW="4648200" imgH="354965" progId="Word.Document.8">
                  <p:embed/>
                </p:oleObj>
              </mc:Choice>
              <mc:Fallback>
                <p:oleObj name="Document" r:id="rId5" imgW="4648200" imgH="354965" progId="Word.Document.8">
                  <p:embed/>
                  <p:pic>
                    <p:nvPicPr>
                      <p:cNvPr id="0" name="图片 43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4441825"/>
                        <a:ext cx="96615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348132" y="2919692"/>
          <a:ext cx="8199437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" name="Document" r:id="rId7" imgW="3919855" imgH="397510" progId="Word.Document.8">
                  <p:embed/>
                </p:oleObj>
              </mc:Choice>
              <mc:Fallback>
                <p:oleObj name="Document" r:id="rId7" imgW="3919855" imgH="397510" progId="Word.Document.8">
                  <p:embed/>
                  <p:pic>
                    <p:nvPicPr>
                      <p:cNvPr id="0" name="图片 43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132" y="2919692"/>
                        <a:ext cx="8199437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050273" y="3615019"/>
          <a:ext cx="38909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3" name="Document" r:id="rId9" imgW="1862455" imgH="397510" progId="Word.Document.8">
                  <p:embed/>
                </p:oleObj>
              </mc:Choice>
              <mc:Fallback>
                <p:oleObj name="Document" r:id="rId9" imgW="1862455" imgH="397510" progId="Word.Document.8">
                  <p:embed/>
                  <p:pic>
                    <p:nvPicPr>
                      <p:cNvPr id="0" name="图片 43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0273" y="3615019"/>
                        <a:ext cx="389096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7097713" y="3773488"/>
          <a:ext cx="3506787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4" name="Document" r:id="rId11" imgW="1687830" imgH="363855" progId="Word.Document.8">
                  <p:embed/>
                </p:oleObj>
              </mc:Choice>
              <mc:Fallback>
                <p:oleObj name="Document" r:id="rId11" imgW="1687830" imgH="363855" progId="Word.Document.8">
                  <p:embed/>
                  <p:pic>
                    <p:nvPicPr>
                      <p:cNvPr id="0" name="图片 4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713" y="3773488"/>
                        <a:ext cx="3506787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66738" y="952500"/>
          <a:ext cx="11164887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3" name="Document" r:id="rId1" imgW="4868545" imgH="611505" progId="Word.Document.8">
                  <p:embed/>
                </p:oleObj>
              </mc:Choice>
              <mc:Fallback>
                <p:oleObj name="Document" r:id="rId1" imgW="4868545" imgH="611505" progId="Word.Document.8">
                  <p:embed/>
                  <p:pic>
                    <p:nvPicPr>
                      <p:cNvPr id="0" name="图片 52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952500"/>
                        <a:ext cx="11164887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638456" y="2062070"/>
          <a:ext cx="11069637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" name="Document" r:id="rId3" imgW="4746625" imgH="758190" progId="Word.Document.8">
                  <p:embed/>
                </p:oleObj>
              </mc:Choice>
              <mc:Fallback>
                <p:oleObj name="Document" r:id="rId3" imgW="4746625" imgH="758190" progId="Word.Document.8">
                  <p:embed/>
                  <p:pic>
                    <p:nvPicPr>
                      <p:cNvPr id="0" name="图片 5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56" y="2062070"/>
                        <a:ext cx="11069637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62342" y="3590833"/>
          <a:ext cx="1078690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name="Document" r:id="rId5" imgW="4755515" imgH="449580" progId="Word.Document.8">
                  <p:embed/>
                </p:oleObj>
              </mc:Choice>
              <mc:Fallback>
                <p:oleObj name="Document" r:id="rId5" imgW="4755515" imgH="449580" progId="Word.Document.8">
                  <p:embed/>
                  <p:pic>
                    <p:nvPicPr>
                      <p:cNvPr id="0" name="图片 5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342" y="3590833"/>
                        <a:ext cx="1078690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945589" y="4399150"/>
          <a:ext cx="9196671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6" name="Document" r:id="rId7" imgW="3919855" imgH="506095" progId="Word.Document.8">
                  <p:embed/>
                </p:oleObj>
              </mc:Choice>
              <mc:Fallback>
                <p:oleObj name="Document" r:id="rId7" imgW="3919855" imgH="506095" progId="Word.Document.8">
                  <p:embed/>
                  <p:pic>
                    <p:nvPicPr>
                      <p:cNvPr id="0" name="图片 5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589" y="4399150"/>
                        <a:ext cx="9196671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42271" y="854261"/>
          <a:ext cx="11873517" cy="11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6" name="Document" r:id="rId1" imgW="5403850" imgH="523240" progId="Word.Document.8">
                  <p:embed/>
                </p:oleObj>
              </mc:Choice>
              <mc:Fallback>
                <p:oleObj name="Document" r:id="rId1" imgW="5403850" imgH="523240" progId="Word.Document.8">
                  <p:embed/>
                  <p:pic>
                    <p:nvPicPr>
                      <p:cNvPr id="0" name="图片 63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71" y="854261"/>
                        <a:ext cx="11873517" cy="1140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211263" y="1589275"/>
          <a:ext cx="6996112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7" name="Document" r:id="rId3" imgW="3067685" imgH="516890" progId="Word.Document.8">
                  <p:embed/>
                </p:oleObj>
              </mc:Choice>
              <mc:Fallback>
                <p:oleObj name="Document" r:id="rId3" imgW="3067685" imgH="516890" progId="Word.Document.8">
                  <p:embed/>
                  <p:pic>
                    <p:nvPicPr>
                      <p:cNvPr id="0" name="图片 6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589275"/>
                        <a:ext cx="6996112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84282" y="3696868"/>
          <a:ext cx="1112202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8" name="Document" r:id="rId5" imgW="5033645" imgH="339725" progId="Word.Document.8">
                  <p:embed/>
                </p:oleObj>
              </mc:Choice>
              <mc:Fallback>
                <p:oleObj name="Document" r:id="rId5" imgW="5033645" imgH="339725" progId="Word.Document.8">
                  <p:embed/>
                  <p:pic>
                    <p:nvPicPr>
                      <p:cNvPr id="0" name="图片 63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282" y="3696868"/>
                        <a:ext cx="1112202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11163" y="4446588"/>
          <a:ext cx="11272837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" name="Document" r:id="rId7" imgW="4939030" imgH="513715" progId="Word.Document.8">
                  <p:embed/>
                </p:oleObj>
              </mc:Choice>
              <mc:Fallback>
                <p:oleObj name="Document" r:id="rId7" imgW="4939030" imgH="513715" progId="Word.Document.8">
                  <p:embed/>
                  <p:pic>
                    <p:nvPicPr>
                      <p:cNvPr id="0" name="图片 63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3" y="4446588"/>
                        <a:ext cx="11272837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454898" y="2703793"/>
          <a:ext cx="54229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" name="Document" r:id="rId9" imgW="2379345" imgH="501650" progId="Word.Document.8">
                  <p:embed/>
                </p:oleObj>
              </mc:Choice>
              <mc:Fallback>
                <p:oleObj name="Document" r:id="rId9" imgW="2379345" imgH="501650" progId="Word.Document.8">
                  <p:embed/>
                  <p:pic>
                    <p:nvPicPr>
                      <p:cNvPr id="0" name="图片 63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898" y="2703793"/>
                        <a:ext cx="54229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58825" y="2752377"/>
          <a:ext cx="11012487" cy="989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1" name="Document" r:id="rId1" imgW="5128895" imgH="464820" progId="Word.Document.8">
                  <p:embed/>
                </p:oleObj>
              </mc:Choice>
              <mc:Fallback>
                <p:oleObj name="Document" r:id="rId1" imgW="5128895" imgH="464820" progId="Word.Document.8">
                  <p:embed/>
                  <p:pic>
                    <p:nvPicPr>
                      <p:cNvPr id="0" name="图片 73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2752377"/>
                        <a:ext cx="11012487" cy="989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316038" y="3792538"/>
          <a:ext cx="618331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" name="Document" r:id="rId3" imgW="2743200" imgH="360680" progId="Word.Document.8">
                  <p:embed/>
                </p:oleObj>
              </mc:Choice>
              <mc:Fallback>
                <p:oleObj name="Document" r:id="rId3" imgW="2743200" imgH="360680" progId="Word.Document.8">
                  <p:embed/>
                  <p:pic>
                    <p:nvPicPr>
                      <p:cNvPr id="0" name="图片 73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3792538"/>
                        <a:ext cx="618331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758825" y="4380286"/>
          <a:ext cx="10979150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" name="Document" r:id="rId5" imgW="4975860" imgH="810260" progId="Word.Document.8">
                  <p:embed/>
                </p:oleObj>
              </mc:Choice>
              <mc:Fallback>
                <p:oleObj name="Document" r:id="rId5" imgW="4975860" imgH="810260" progId="Word.Document.8">
                  <p:embed/>
                  <p:pic>
                    <p:nvPicPr>
                      <p:cNvPr id="0" name="图片 73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4380286"/>
                        <a:ext cx="10979150" cy="177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1416983" y="812334"/>
          <a:ext cx="108331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" name="Document" r:id="rId7" imgW="4694555" imgH="269240" progId="Word.Document.8">
                  <p:embed/>
                </p:oleObj>
              </mc:Choice>
              <mc:Fallback>
                <p:oleObj name="Document" r:id="rId7" imgW="4694555" imgH="269240" progId="Word.Document.8">
                  <p:embed/>
                  <p:pic>
                    <p:nvPicPr>
                      <p:cNvPr id="0" name="图片 73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983" y="812334"/>
                        <a:ext cx="108331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58825" y="1297996"/>
          <a:ext cx="11012488" cy="153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" name="Document" r:id="rId9" imgW="4942205" imgH="690880" progId="Word.Document.8">
                  <p:embed/>
                </p:oleObj>
              </mc:Choice>
              <mc:Fallback>
                <p:oleObj name="Document" r:id="rId9" imgW="4942205" imgH="690880" progId="Word.Document.8">
                  <p:embed/>
                  <p:pic>
                    <p:nvPicPr>
                      <p:cNvPr id="0" name="图片 73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1297996"/>
                        <a:ext cx="11012488" cy="153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0" name="Equation" r:id="rId1" imgW="114300" imgH="177800" progId="Equation.DSMT4">
                  <p:embed/>
                </p:oleObj>
              </mc:Choice>
              <mc:Fallback>
                <p:oleObj name="Equation" r:id="rId1" imgW="114300" imgH="177800" progId="Equation.DSMT4">
                  <p:embed/>
                  <p:pic>
                    <p:nvPicPr>
                      <p:cNvPr id="0" name="图片 83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990414" y="3225614"/>
          <a:ext cx="104457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1" name="Document" r:id="rId3" imgW="4767580" imgH="596265" progId="Word.Document.8">
                  <p:embed/>
                </p:oleObj>
              </mc:Choice>
              <mc:Fallback>
                <p:oleObj name="Document" r:id="rId3" imgW="4767580" imgH="596265" progId="Word.Document.8">
                  <p:embed/>
                  <p:pic>
                    <p:nvPicPr>
                      <p:cNvPr id="0" name="图片 83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414" y="3225614"/>
                        <a:ext cx="104457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730250" y="638175"/>
          <a:ext cx="11147425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2" name="Document" r:id="rId5" imgW="5223510" imgH="1189355" progId="Word.Document.8">
                  <p:embed/>
                </p:oleObj>
              </mc:Choice>
              <mc:Fallback>
                <p:oleObj name="Document" r:id="rId5" imgW="5223510" imgH="1189355" progId="Word.Document.8">
                  <p:embed/>
                  <p:pic>
                    <p:nvPicPr>
                      <p:cNvPr id="0" name="图片 8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638175"/>
                        <a:ext cx="11147425" cy="253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883211" y="4422402"/>
          <a:ext cx="11214100" cy="205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3" name="Document" r:id="rId7" imgW="5033645" imgH="923290" progId="Word.Document.8">
                  <p:embed/>
                </p:oleObj>
              </mc:Choice>
              <mc:Fallback>
                <p:oleObj name="Document" r:id="rId7" imgW="5033645" imgH="923290" progId="Word.Document.8">
                  <p:embed/>
                  <p:pic>
                    <p:nvPicPr>
                      <p:cNvPr id="0" name="图片 83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11" y="4422402"/>
                        <a:ext cx="11214100" cy="205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58825" y="623888"/>
          <a:ext cx="10721975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5" name="Document" r:id="rId1" imgW="4648200" imgH="669925" progId="Word.Document.8">
                  <p:embed/>
                </p:oleObj>
              </mc:Choice>
              <mc:Fallback>
                <p:oleObj name="Document" r:id="rId1" imgW="4648200" imgH="669925" progId="Word.Document.8">
                  <p:embed/>
                  <p:pic>
                    <p:nvPicPr>
                      <p:cNvPr id="0" name="图片 94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623888"/>
                        <a:ext cx="10721975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1423453" y="2129539"/>
          <a:ext cx="938747" cy="76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6" name="Document" r:id="rId3" imgW="389890" imgH="318770" progId="Word.Document.8">
                  <p:embed/>
                </p:oleObj>
              </mc:Choice>
              <mc:Fallback>
                <p:oleObj name="Document" r:id="rId3" imgW="389890" imgH="318770" progId="Word.Document.8">
                  <p:embed/>
                  <p:pic>
                    <p:nvPicPr>
                      <p:cNvPr id="0" name="图片 94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453" y="2129539"/>
                        <a:ext cx="938747" cy="768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722126" y="2675461"/>
          <a:ext cx="8966947" cy="2749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7" name="Document" r:id="rId5" imgW="3919855" imgH="1205230" progId="Word.Document.8">
                  <p:embed/>
                </p:oleObj>
              </mc:Choice>
              <mc:Fallback>
                <p:oleObj name="Document" r:id="rId5" imgW="3919855" imgH="1205230" progId="Word.Document.8">
                  <p:embed/>
                  <p:pic>
                    <p:nvPicPr>
                      <p:cNvPr id="0" name="图片 94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126" y="2675461"/>
                        <a:ext cx="8966947" cy="2749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865061" y="1944538"/>
          <a:ext cx="11616792" cy="143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8" name="Document" r:id="rId7" imgW="5140960" imgH="639445" progId="Word.Document.8">
                  <p:embed/>
                </p:oleObj>
              </mc:Choice>
              <mc:Fallback>
                <p:oleObj name="Document" r:id="rId7" imgW="5140960" imgH="639445" progId="Word.Document.8">
                  <p:embed/>
                  <p:pic>
                    <p:nvPicPr>
                      <p:cNvPr id="0" name="图片 94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061" y="1944538"/>
                        <a:ext cx="11616792" cy="143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2290641" y="2675461"/>
          <a:ext cx="8261234" cy="26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9" name="Document" r:id="rId9" imgW="3654425" imgH="1189990" progId="Word.Document.8">
                  <p:embed/>
                </p:oleObj>
              </mc:Choice>
              <mc:Fallback>
                <p:oleObj name="Document" r:id="rId9" imgW="3654425" imgH="1189990" progId="Word.Document.8">
                  <p:embed/>
                  <p:pic>
                    <p:nvPicPr>
                      <p:cNvPr id="0" name="图片 94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641" y="2675461"/>
                        <a:ext cx="8261234" cy="268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866775" y="5032375"/>
          <a:ext cx="9075738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0" name="Document" r:id="rId11" imgW="3914775" imgH="419100" progId="Word.Document.8">
                  <p:embed/>
                </p:oleObj>
              </mc:Choice>
              <mc:Fallback>
                <p:oleObj name="Document" r:id="rId11" imgW="3914775" imgH="419100" progId="Word.Document.8">
                  <p:embed/>
                  <p:pic>
                    <p:nvPicPr>
                      <p:cNvPr id="0" name="图片 94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5032375"/>
                        <a:ext cx="9075738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1320007" y="1074793"/>
            <a:ext cx="2735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2014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数学一、三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399506" y="1509768"/>
            <a:ext cx="7172325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设随机事件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相互独立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且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)=0.5,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A-B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)=0.3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则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-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=</a:t>
            </a:r>
            <a:r>
              <a:rPr lang="en-US" altLang="zh-CN" sz="2400" b="1" dirty="0">
                <a:latin typeface="宋体" panose="02010600030101010101" pitchFamily="2" charset="-122"/>
              </a:rPr>
              <a:t>(     )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2174875" y="2865439"/>
            <a:ext cx="8255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2595564" y="2867026"/>
            <a:ext cx="4141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因为事件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与</a:t>
            </a:r>
            <a:r>
              <a:rPr lang="en-US" altLang="zh-CN" sz="2400" i="1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400" b="1">
                <a:latin typeface="宋体" panose="02010600030101010101" pitchFamily="2" charset="-122"/>
              </a:rPr>
              <a:t>相互独立</a:t>
            </a:r>
            <a:r>
              <a:rPr lang="en-US" altLang="zh-CN" sz="2400" b="1"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latin typeface="宋体" panose="02010600030101010101" pitchFamily="2" charset="-122"/>
              </a:rPr>
              <a:t>所以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6562725" y="2897188"/>
          <a:ext cx="278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6" name="" r:id="rId1" imgW="2781300" imgH="393700" progId="Equation.KSEE3">
                  <p:embed/>
                </p:oleObj>
              </mc:Choice>
              <mc:Fallback>
                <p:oleObj name="" r:id="rId1" imgW="2781300" imgH="393700" progId="Equation.KSEE3">
                  <p:embed/>
                  <p:pic>
                    <p:nvPicPr>
                      <p:cNvPr id="0" name="对象 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2897188"/>
                        <a:ext cx="2781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2595564" y="3468689"/>
            <a:ext cx="5159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又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graphicFrame>
        <p:nvGraphicFramePr>
          <p:cNvPr id="9" name="对象 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005138" y="3532188"/>
          <a:ext cx="271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" r:id="rId3" imgW="2717800" imgH="393700" progId="Equation.KSEE3">
                  <p:embed/>
                </p:oleObj>
              </mc:Choice>
              <mc:Fallback>
                <p:oleObj name="" r:id="rId3" imgW="2717800" imgH="393700" progId="Equation.KSEE3">
                  <p:embed/>
                  <p:pic>
                    <p:nvPicPr>
                      <p:cNvPr id="0" name="对象 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8" y="3532188"/>
                        <a:ext cx="2717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5657850" y="3494089"/>
            <a:ext cx="655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故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graphicFrame>
        <p:nvGraphicFramePr>
          <p:cNvPr id="11" name="对象 1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6102351" y="3532188"/>
          <a:ext cx="2830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" r:id="rId5" imgW="2831465" imgH="393700" progId="Equation.KSEE3">
                  <p:embed/>
                </p:oleObj>
              </mc:Choice>
              <mc:Fallback>
                <p:oleObj name="" r:id="rId5" imgW="2831465" imgH="393700" progId="Equation.KSEE3">
                  <p:embed/>
                  <p:pic>
                    <p:nvPicPr>
                      <p:cNvPr id="0" name="对象 1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1" y="3532188"/>
                        <a:ext cx="28305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687638" y="4086226"/>
            <a:ext cx="11350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因此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graphicFrame>
        <p:nvGraphicFramePr>
          <p:cNvPr id="13" name="对象 1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378200" y="4151313"/>
          <a:ext cx="464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9" name="" r:id="rId7" imgW="4648200" imgH="393700" progId="Equation.KSEE3">
                  <p:embed/>
                </p:oleObj>
              </mc:Choice>
              <mc:Fallback>
                <p:oleObj name="" r:id="rId7" imgW="4648200" imgH="393700" progId="Equation.KSEE3">
                  <p:embed/>
                  <p:pic>
                    <p:nvPicPr>
                      <p:cNvPr id="0" name="对象 1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4151313"/>
                        <a:ext cx="4648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24085" y="1265010"/>
          <a:ext cx="11307762" cy="346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4" name="Document" r:id="rId1" imgW="5183505" imgH="1709420" progId="Word.Document.8">
                  <p:embed/>
                </p:oleObj>
              </mc:Choice>
              <mc:Fallback>
                <p:oleObj name="Document" r:id="rId1" imgW="5183505" imgH="1709420" progId="Word.Document.8">
                  <p:embed/>
                  <p:pic>
                    <p:nvPicPr>
                      <p:cNvPr id="0" name="图片 103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85" y="1265010"/>
                        <a:ext cx="11307762" cy="346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218676" y="4062298"/>
          <a:ext cx="104695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5" name="Document" r:id="rId3" imgW="5006340" imgH="400685" progId="Word.Document.8">
                  <p:embed/>
                </p:oleObj>
              </mc:Choice>
              <mc:Fallback>
                <p:oleObj name="Document" r:id="rId3" imgW="5006340" imgH="400685" progId="Word.Document.8">
                  <p:embed/>
                  <p:pic>
                    <p:nvPicPr>
                      <p:cNvPr id="0" name="图片 103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676" y="4062298"/>
                        <a:ext cx="104695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149037" y="847417"/>
          <a:ext cx="3783012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6" name="Document" r:id="rId5" imgW="1599565" imgH="324485" progId="Word.Document.8">
                  <p:embed/>
                </p:oleObj>
              </mc:Choice>
              <mc:Fallback>
                <p:oleObj name="Document" r:id="rId5" imgW="1599565" imgH="324485" progId="Word.Document.8">
                  <p:embed/>
                  <p:pic>
                    <p:nvPicPr>
                      <p:cNvPr id="0" name="图片 103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037" y="847417"/>
                        <a:ext cx="3783012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624085" y="4728935"/>
          <a:ext cx="1044575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7" name="Document" r:id="rId7" imgW="4994275" imgH="587375" progId="Word.Document.8">
                  <p:embed/>
                </p:oleObj>
              </mc:Choice>
              <mc:Fallback>
                <p:oleObj name="Document" r:id="rId7" imgW="4994275" imgH="587375" progId="Word.Document.8">
                  <p:embed/>
                  <p:pic>
                    <p:nvPicPr>
                      <p:cNvPr id="0" name="图片 103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85" y="4728935"/>
                        <a:ext cx="10445750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33413" y="788988"/>
          <a:ext cx="11104562" cy="192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5" name="Document" r:id="rId1" imgW="5092065" imgH="889635" progId="Word.Document.8">
                  <p:embed/>
                </p:oleObj>
              </mc:Choice>
              <mc:Fallback>
                <p:oleObj name="Document" r:id="rId1" imgW="5092065" imgH="889635" progId="Word.Document.8">
                  <p:embed/>
                  <p:pic>
                    <p:nvPicPr>
                      <p:cNvPr id="0" name="图片 114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788988"/>
                        <a:ext cx="11104562" cy="192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81660" y="2342430"/>
          <a:ext cx="11301412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6" name="Document" r:id="rId3" imgW="4878070" imgH="1005840" progId="Word.Document.8">
                  <p:embed/>
                </p:oleObj>
              </mc:Choice>
              <mc:Fallback>
                <p:oleObj name="Document" r:id="rId3" imgW="4878070" imgH="1005840" progId="Word.Document.8">
                  <p:embed/>
                  <p:pic>
                    <p:nvPicPr>
                      <p:cNvPr id="0" name="图片 114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60" y="2342430"/>
                        <a:ext cx="11301412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390644" y="3512629"/>
          <a:ext cx="14271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7" name="Document" r:id="rId5" imgW="657225" imgH="330200" progId="Word.Document.8">
                  <p:embed/>
                </p:oleObj>
              </mc:Choice>
              <mc:Fallback>
                <p:oleObj name="Document" r:id="rId5" imgW="657225" imgH="330200" progId="Word.Document.8">
                  <p:embed/>
                  <p:pic>
                    <p:nvPicPr>
                      <p:cNvPr id="0" name="图片 114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644" y="3512629"/>
                        <a:ext cx="14271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681660" y="5113480"/>
          <a:ext cx="949166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" name="Document" r:id="rId7" imgW="4070350" imgH="302895" progId="Word.Document.8">
                  <p:embed/>
                </p:oleObj>
              </mc:Choice>
              <mc:Fallback>
                <p:oleObj name="Document" r:id="rId7" imgW="4070350" imgH="302895" progId="Word.Document.8">
                  <p:embed/>
                  <p:pic>
                    <p:nvPicPr>
                      <p:cNvPr id="0" name="图片 114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60" y="5113480"/>
                        <a:ext cx="9491663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256989" y="4137168"/>
          <a:ext cx="10895012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" name="Document" r:id="rId9" imgW="4996815" imgH="449580" progId="Word.Document.8">
                  <p:embed/>
                </p:oleObj>
              </mc:Choice>
              <mc:Fallback>
                <p:oleObj name="Document" r:id="rId9" imgW="4996815" imgH="449580" progId="Word.Document.8">
                  <p:embed/>
                  <p:pic>
                    <p:nvPicPr>
                      <p:cNvPr id="0" name="图片 114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6989" y="4137168"/>
                        <a:ext cx="10895012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63575" y="4231834"/>
          <a:ext cx="11195050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8" name="Document" r:id="rId1" imgW="5321300" imgH="813435" progId="Word.Document.8">
                  <p:embed/>
                </p:oleObj>
              </mc:Choice>
              <mc:Fallback>
                <p:oleObj name="Document" r:id="rId1" imgW="5321300" imgH="813435" progId="Word.Document.8">
                  <p:embed/>
                  <p:pic>
                    <p:nvPicPr>
                      <p:cNvPr id="0" name="图片 236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" y="4231834"/>
                        <a:ext cx="11195050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14560" y="864746"/>
          <a:ext cx="10533062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9" name="Document" r:id="rId3" imgW="4804410" imgH="767715" progId="Word.Document.8">
                  <p:embed/>
                </p:oleObj>
              </mc:Choice>
              <mc:Fallback>
                <p:oleObj name="Document" r:id="rId3" imgW="4804410" imgH="767715" progId="Word.Document.8">
                  <p:embed/>
                  <p:pic>
                    <p:nvPicPr>
                      <p:cNvPr id="0" name="图片 236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560" y="864746"/>
                        <a:ext cx="10533062" cy="167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627259" y="2495059"/>
          <a:ext cx="10507663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0" name="Document" r:id="rId5" imgW="4792345" imgH="568960" progId="Word.Document.8">
                  <p:embed/>
                </p:oleObj>
              </mc:Choice>
              <mc:Fallback>
                <p:oleObj name="Document" r:id="rId5" imgW="4792345" imgH="568960" progId="Word.Document.8">
                  <p:embed/>
                  <p:pic>
                    <p:nvPicPr>
                      <p:cNvPr id="0" name="图片 236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59" y="2495059"/>
                        <a:ext cx="10507663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614559" y="3634116"/>
          <a:ext cx="952658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1" name="Document" r:id="rId7" imgW="4370070" imgH="327025" progId="Word.Document.8">
                  <p:embed/>
                </p:oleObj>
              </mc:Choice>
              <mc:Fallback>
                <p:oleObj name="Document" r:id="rId7" imgW="4370070" imgH="327025" progId="Word.Document.8">
                  <p:embed/>
                  <p:pic>
                    <p:nvPicPr>
                      <p:cNvPr id="0" name="图片 236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559" y="3634116"/>
                        <a:ext cx="9526587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84188" y="904875"/>
          <a:ext cx="11253787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9" name="Document" r:id="rId1" imgW="4960620" imgH="1128395" progId="Word.Document.8">
                  <p:embed/>
                </p:oleObj>
              </mc:Choice>
              <mc:Fallback>
                <p:oleObj name="Document" r:id="rId1" imgW="4960620" imgH="1128395" progId="Word.Document.8">
                  <p:embed/>
                  <p:pic>
                    <p:nvPicPr>
                      <p:cNvPr id="0" name="图片 124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904875"/>
                        <a:ext cx="11253787" cy="254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484188" y="4219575"/>
          <a:ext cx="1095375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0" name="Document" r:id="rId3" imgW="5052060" imgH="523240" progId="Word.Document.8">
                  <p:embed/>
                </p:oleObj>
              </mc:Choice>
              <mc:Fallback>
                <p:oleObj name="Document" r:id="rId3" imgW="5052060" imgH="523240" progId="Word.Document.8">
                  <p:embed/>
                  <p:pic>
                    <p:nvPicPr>
                      <p:cNvPr id="0" name="图片 124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4219575"/>
                        <a:ext cx="10953750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401638" y="3328988"/>
          <a:ext cx="1151413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" name="Document" r:id="rId5" imgW="5159375" imgH="409575" progId="Word.Document.8">
                  <p:embed/>
                </p:oleObj>
              </mc:Choice>
              <mc:Fallback>
                <p:oleObj name="Document" r:id="rId5" imgW="5159375" imgH="409575" progId="Word.Document.8">
                  <p:embed/>
                  <p:pic>
                    <p:nvPicPr>
                      <p:cNvPr id="0" name="图片 124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8" y="3328988"/>
                        <a:ext cx="1151413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85800" y="925480"/>
          <a:ext cx="11041063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1" name="Document" r:id="rId1" imgW="4859655" imgH="562610" progId="Word.Document.8">
                  <p:embed/>
                </p:oleObj>
              </mc:Choice>
              <mc:Fallback>
                <p:oleObj name="Document" r:id="rId1" imgW="4859655" imgH="562610" progId="Word.Document.8">
                  <p:embed/>
                  <p:pic>
                    <p:nvPicPr>
                      <p:cNvPr id="0" name="图片 134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25480"/>
                        <a:ext cx="11041063" cy="127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87388" y="2114550"/>
          <a:ext cx="1115218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2" name="Document" r:id="rId3" imgW="4834890" imgH="489585" progId="Word.Document.8">
                  <p:embed/>
                </p:oleObj>
              </mc:Choice>
              <mc:Fallback>
                <p:oleObj name="Document" r:id="rId3" imgW="4834890" imgH="489585" progId="Word.Document.8">
                  <p:embed/>
                  <p:pic>
                    <p:nvPicPr>
                      <p:cNvPr id="0" name="图片 134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2114550"/>
                        <a:ext cx="1115218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611974" y="4041741"/>
          <a:ext cx="1103947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3" name="Document" r:id="rId5" imgW="4605655" imgH="553720" progId="Word.Document.8">
                  <p:embed/>
                </p:oleObj>
              </mc:Choice>
              <mc:Fallback>
                <p:oleObj name="Document" r:id="rId5" imgW="4605655" imgH="553720" progId="Word.Document.8">
                  <p:embed/>
                  <p:pic>
                    <p:nvPicPr>
                      <p:cNvPr id="0" name="图片 134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74" y="4041741"/>
                        <a:ext cx="11039475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1368425" y="3079717"/>
          <a:ext cx="9673578" cy="96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4" name="Document" r:id="rId7" imgW="4021455" imgH="403860" progId="Word.Document.8">
                  <p:embed/>
                </p:oleObj>
              </mc:Choice>
              <mc:Fallback>
                <p:oleObj name="Document" r:id="rId7" imgW="4021455" imgH="403860" progId="Word.Document.8">
                  <p:embed/>
                  <p:pic>
                    <p:nvPicPr>
                      <p:cNvPr id="0" name="图片 134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3079717"/>
                        <a:ext cx="9673578" cy="962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368425" y="4997416"/>
          <a:ext cx="96329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5" name="Document" r:id="rId9" imgW="4021455" imgH="403860" progId="Word.Document.8">
                  <p:embed/>
                </p:oleObj>
              </mc:Choice>
              <mc:Fallback>
                <p:oleObj name="Document" r:id="rId9" imgW="4021455" imgH="403860" progId="Word.Document.8">
                  <p:embed/>
                  <p:pic>
                    <p:nvPicPr>
                      <p:cNvPr id="0" name="图片 134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4997416"/>
                        <a:ext cx="96329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46140" y="827088"/>
          <a:ext cx="11317288" cy="177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3" name="Document" r:id="rId1" imgW="4801235" imgH="755650" progId="Word.Document.8">
                  <p:embed/>
                </p:oleObj>
              </mc:Choice>
              <mc:Fallback>
                <p:oleObj name="Document" r:id="rId1" imgW="4801235" imgH="755650" progId="Word.Document.8">
                  <p:embed/>
                  <p:pic>
                    <p:nvPicPr>
                      <p:cNvPr id="0" name="图片 14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40" y="827088"/>
                        <a:ext cx="11317288" cy="177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346140" y="2672557"/>
          <a:ext cx="11329987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4" name="Document" r:id="rId3" imgW="4706620" imgH="553720" progId="Word.Document.8">
                  <p:embed/>
                </p:oleObj>
              </mc:Choice>
              <mc:Fallback>
                <p:oleObj name="Document" r:id="rId3" imgW="4706620" imgH="553720" progId="Word.Document.8">
                  <p:embed/>
                  <p:pic>
                    <p:nvPicPr>
                      <p:cNvPr id="0" name="图片 14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40" y="2672557"/>
                        <a:ext cx="11329987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94293" y="3955558"/>
          <a:ext cx="6171316" cy="1233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5" name="Document" r:id="rId5" imgW="2593340" imgH="520065" progId="Word.Document.8">
                  <p:embed/>
                </p:oleObj>
              </mc:Choice>
              <mc:Fallback>
                <p:oleObj name="Document" r:id="rId5" imgW="2593340" imgH="520065" progId="Word.Document.8">
                  <p:embed/>
                  <p:pic>
                    <p:nvPicPr>
                      <p:cNvPr id="0" name="图片 145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93" y="3955558"/>
                        <a:ext cx="6171316" cy="1233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235700" y="3957638"/>
          <a:ext cx="608171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6" name="Document" r:id="rId7" imgW="2608580" imgH="385445" progId="Word.Document.8">
                  <p:embed/>
                </p:oleObj>
              </mc:Choice>
              <mc:Fallback>
                <p:oleObj name="Document" r:id="rId7" imgW="2608580" imgH="385445" progId="Word.Document.8">
                  <p:embed/>
                  <p:pic>
                    <p:nvPicPr>
                      <p:cNvPr id="0" name="图片 14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3957638"/>
                        <a:ext cx="6081713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346140" y="4698738"/>
          <a:ext cx="5332412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" name="Document" r:id="rId9" imgW="2241550" imgH="333375" progId="Word.Document.8">
                  <p:embed/>
                </p:oleObj>
              </mc:Choice>
              <mc:Fallback>
                <p:oleObj name="Document" r:id="rId9" imgW="2241550" imgH="333375" progId="Word.Document.8">
                  <p:embed/>
                  <p:pic>
                    <p:nvPicPr>
                      <p:cNvPr id="0" name="图片 145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40" y="4698738"/>
                        <a:ext cx="5332412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2137514" y="4316035"/>
            <a:ext cx="649288" cy="7207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noProof="1"/>
          </a:p>
        </p:txBody>
      </p:sp>
      <p:graphicFrame>
        <p:nvGraphicFramePr>
          <p:cNvPr id="76802" name="对象 73729"/>
          <p:cNvGraphicFramePr>
            <a:graphicFrameLocks noChangeAspect="1"/>
          </p:cNvGraphicFramePr>
          <p:nvPr/>
        </p:nvGraphicFramePr>
        <p:xfrm>
          <a:off x="1924050" y="-21907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name="" r:id="rId1" imgW="114300" imgH="177800" progId="Equation.DSMT4">
                  <p:embed/>
                </p:oleObj>
              </mc:Choice>
              <mc:Fallback>
                <p:oleObj name="" r:id="rId1" imgW="114300" imgH="177800" progId="Equation.DSMT4">
                  <p:embed/>
                  <p:pic>
                    <p:nvPicPr>
                      <p:cNvPr id="0" name="对象 737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-21907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7" name="文本框 1"/>
          <p:cNvSpPr txBox="1">
            <a:spLocks noChangeArrowheads="1"/>
          </p:cNvSpPr>
          <p:nvPr/>
        </p:nvSpPr>
        <p:spPr bwMode="auto">
          <a:xfrm>
            <a:off x="1126428" y="1278072"/>
            <a:ext cx="9875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9900"/>
                </a:solidFill>
                <a:latin typeface="宋体" panose="02010600030101010101" pitchFamily="2" charset="-122"/>
              </a:rPr>
              <a:t>练习</a:t>
            </a:r>
            <a:endParaRPr lang="en-US" altLang="zh-CN" sz="2400" b="1" dirty="0">
              <a:solidFill>
                <a:srgbClr val="009900"/>
              </a:solidFill>
              <a:latin typeface="宋体" panose="02010600030101010101" pitchFamily="2" charset="-122"/>
            </a:endParaRPr>
          </a:p>
        </p:txBody>
      </p:sp>
      <p:sp>
        <p:nvSpPr>
          <p:cNvPr id="72708" name="文本框 2"/>
          <p:cNvSpPr txBox="1">
            <a:spLocks noChangeArrowheads="1"/>
          </p:cNvSpPr>
          <p:nvPr/>
        </p:nvSpPr>
        <p:spPr bwMode="auto">
          <a:xfrm>
            <a:off x="1924050" y="1279362"/>
            <a:ext cx="40528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设随机事件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两两独立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2709" name="对象 3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901437" y="1396837"/>
          <a:ext cx="298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" r:id="rId3" imgW="2984500" imgH="342900" progId="Equation.KSEE3">
                  <p:embed/>
                </p:oleObj>
              </mc:Choice>
              <mc:Fallback>
                <p:oleObj name="" r:id="rId3" imgW="2984500" imgH="342900" progId="Equation.KSEE3">
                  <p:embed/>
                  <p:pic>
                    <p:nvPicPr>
                      <p:cNvPr id="0" name="对象 3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1437" y="1396837"/>
                        <a:ext cx="2984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文本框 4"/>
          <p:cNvSpPr txBox="1">
            <a:spLocks noChangeArrowheads="1"/>
          </p:cNvSpPr>
          <p:nvPr/>
        </p:nvSpPr>
        <p:spPr bwMode="auto">
          <a:xfrm>
            <a:off x="1998563" y="1818266"/>
            <a:ext cx="2009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则必有（  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2711" name="文本框 5"/>
          <p:cNvSpPr txBox="1">
            <a:spLocks noChangeArrowheads="1"/>
          </p:cNvSpPr>
          <p:nvPr/>
        </p:nvSpPr>
        <p:spPr bwMode="auto">
          <a:xfrm>
            <a:off x="1843089" y="2555492"/>
            <a:ext cx="2841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</a:rPr>
              <a:t>A-B</a:t>
            </a:r>
            <a:r>
              <a:rPr lang="zh-CN" altLang="en-US" sz="2400" b="1" dirty="0">
                <a:latin typeface="宋体" panose="02010600030101010101" pitchFamily="2" charset="-122"/>
              </a:rPr>
              <a:t>独立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2712" name="文本框 6"/>
          <p:cNvSpPr txBox="1">
            <a:spLocks noChangeArrowheads="1"/>
          </p:cNvSpPr>
          <p:nvPr/>
        </p:nvSpPr>
        <p:spPr bwMode="auto">
          <a:xfrm>
            <a:off x="1858962" y="3185989"/>
            <a:ext cx="3001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</a:rPr>
              <a:t>A-B</a:t>
            </a:r>
            <a:r>
              <a:rPr lang="zh-CN" altLang="en-US" sz="2400" b="1" dirty="0">
                <a:latin typeface="宋体" panose="02010600030101010101" pitchFamily="2" charset="-122"/>
              </a:rPr>
              <a:t>不独立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2713" name="文本框 7"/>
          <p:cNvSpPr txBox="1">
            <a:spLocks noChangeArrowheads="1"/>
          </p:cNvSpPr>
          <p:nvPr/>
        </p:nvSpPr>
        <p:spPr bwMode="auto">
          <a:xfrm>
            <a:off x="1874469" y="3767546"/>
            <a:ext cx="9540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2714" name="对象 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724152" y="3887002"/>
          <a:ext cx="7493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4" name="Equation" r:id="rId5" imgW="749300" imgH="316865" progId="Equation.DSMT4">
                  <p:embed/>
                </p:oleObj>
              </mc:Choice>
              <mc:Fallback>
                <p:oleObj name="Equation" r:id="rId5" imgW="749300" imgH="316865" progId="Equation.DSMT4">
                  <p:embed/>
                  <p:pic>
                    <p:nvPicPr>
                      <p:cNvPr id="0" name="对象 8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2" y="3887002"/>
                        <a:ext cx="7493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5" name="文本框 9"/>
          <p:cNvSpPr txBox="1">
            <a:spLocks noChangeArrowheads="1"/>
          </p:cNvSpPr>
          <p:nvPr/>
        </p:nvSpPr>
        <p:spPr bwMode="auto">
          <a:xfrm>
            <a:off x="3537095" y="3745714"/>
            <a:ext cx="554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与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2716" name="对象 1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072287" y="3826036"/>
          <a:ext cx="76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name="" r:id="rId7" imgW="762000" imgH="355600" progId="Equation.KSEE3">
                  <p:embed/>
                </p:oleObj>
              </mc:Choice>
              <mc:Fallback>
                <p:oleObj name="" r:id="rId7" imgW="762000" imgH="355600" progId="Equation.KSEE3">
                  <p:embed/>
                  <p:pic>
                    <p:nvPicPr>
                      <p:cNvPr id="0" name="对象 1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2287" y="3826036"/>
                        <a:ext cx="762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7" name="文本框 11"/>
          <p:cNvSpPr txBox="1">
            <a:spLocks noChangeArrowheads="1"/>
          </p:cNvSpPr>
          <p:nvPr/>
        </p:nvSpPr>
        <p:spPr bwMode="auto">
          <a:xfrm>
            <a:off x="4860924" y="3741898"/>
            <a:ext cx="9429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独立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2718" name="对象 1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813354" y="4468559"/>
          <a:ext cx="749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Equation" r:id="rId9" imgW="749300" imgH="316865" progId="Equation.DSMT4">
                  <p:embed/>
                </p:oleObj>
              </mc:Choice>
              <mc:Fallback>
                <p:oleObj name="Equation" r:id="rId9" imgW="749300" imgH="316865" progId="Equation.DSMT4">
                  <p:embed/>
                  <p:pic>
                    <p:nvPicPr>
                      <p:cNvPr id="0" name="对象 12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354" y="4468559"/>
                        <a:ext cx="749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9" name="文本框 13"/>
          <p:cNvSpPr txBox="1">
            <a:spLocks noChangeArrowheads="1"/>
          </p:cNvSpPr>
          <p:nvPr/>
        </p:nvSpPr>
        <p:spPr bwMode="auto">
          <a:xfrm>
            <a:off x="3564883" y="4380993"/>
            <a:ext cx="554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与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2720" name="对象 1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070650" y="4467439"/>
          <a:ext cx="76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" r:id="rId11" imgW="762000" imgH="355600" progId="Equation.KSEE3">
                  <p:embed/>
                </p:oleObj>
              </mc:Choice>
              <mc:Fallback>
                <p:oleObj name="" r:id="rId11" imgW="762000" imgH="355600" progId="Equation.KSEE3">
                  <p:embed/>
                  <p:pic>
                    <p:nvPicPr>
                      <p:cNvPr id="0" name="对象 1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650" y="4467439"/>
                        <a:ext cx="762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文本框 15"/>
          <p:cNvSpPr txBox="1">
            <a:spLocks noChangeArrowheads="1"/>
          </p:cNvSpPr>
          <p:nvPr/>
        </p:nvSpPr>
        <p:spPr bwMode="auto">
          <a:xfrm>
            <a:off x="4860924" y="4397121"/>
            <a:ext cx="1165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不独立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2722" name="文本框 16"/>
          <p:cNvSpPr txBox="1">
            <a:spLocks noChangeArrowheads="1"/>
          </p:cNvSpPr>
          <p:nvPr/>
        </p:nvSpPr>
        <p:spPr bwMode="auto">
          <a:xfrm>
            <a:off x="1974853" y="4410455"/>
            <a:ext cx="876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72707" grpId="0"/>
      <p:bldP spid="72708" grpId="0"/>
      <p:bldP spid="72710" grpId="0"/>
      <p:bldP spid="72711" grpId="0"/>
      <p:bldP spid="72712" grpId="0"/>
      <p:bldP spid="72713" grpId="0"/>
      <p:bldP spid="72715" grpId="0"/>
      <p:bldP spid="72717" grpId="0"/>
      <p:bldP spid="72719" grpId="0"/>
      <p:bldP spid="72721" grpId="0"/>
      <p:bldP spid="727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5" name="对象 73729"/>
          <p:cNvGraphicFramePr>
            <a:graphicFrameLocks noChangeAspect="1"/>
          </p:cNvGraphicFramePr>
          <p:nvPr/>
        </p:nvGraphicFramePr>
        <p:xfrm>
          <a:off x="1924050" y="-21907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4" name="" r:id="rId1" imgW="114300" imgH="177800" progId="Equation.DSMT4">
                  <p:embed/>
                </p:oleObj>
              </mc:Choice>
              <mc:Fallback>
                <p:oleObj name="" r:id="rId1" imgW="114300" imgH="177800" progId="Equation.DSMT4">
                  <p:embed/>
                  <p:pic>
                    <p:nvPicPr>
                      <p:cNvPr id="0" name="对象 737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-21907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6" name="文本框 2"/>
          <p:cNvSpPr txBox="1">
            <a:spLocks noChangeArrowheads="1"/>
          </p:cNvSpPr>
          <p:nvPr/>
        </p:nvSpPr>
        <p:spPr bwMode="auto">
          <a:xfrm>
            <a:off x="1973263" y="614364"/>
            <a:ext cx="635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>
                <a:solidFill>
                  <a:srgbClr val="FF0000"/>
                </a:solidFill>
              </a:rPr>
              <a:t>解</a:t>
            </a:r>
            <a:endParaRPr lang="zh-CN" altLang="zh-CN" sz="2400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489200" y="614364"/>
            <a:ext cx="1041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如果</a:t>
            </a:r>
            <a:endParaRPr lang="zh-CN" altLang="en-US" sz="2400" b="1"/>
          </a:p>
        </p:txBody>
      </p:sp>
      <p:graphicFrame>
        <p:nvGraphicFramePr>
          <p:cNvPr id="5" name="对象 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238500" y="685800"/>
          <a:ext cx="749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5" name="" r:id="rId3" imgW="749300" imgH="316865" progId="Equation.KSEE3">
                  <p:embed/>
                </p:oleObj>
              </mc:Choice>
              <mc:Fallback>
                <p:oleObj name="" r:id="rId3" imgW="749300" imgH="316865" progId="Equation.KSEE3">
                  <p:embed/>
                  <p:pic>
                    <p:nvPicPr>
                      <p:cNvPr id="0" name="对象 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685800"/>
                        <a:ext cx="749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3984625" y="581026"/>
            <a:ext cx="584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/>
              <a:t>与</a:t>
            </a:r>
            <a:endParaRPr lang="zh-CN" altLang="zh-CN" sz="2400" b="1"/>
          </a:p>
        </p:txBody>
      </p:sp>
      <p:graphicFrame>
        <p:nvGraphicFramePr>
          <p:cNvPr id="7" name="对象 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460875" y="614363"/>
          <a:ext cx="76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6" name="" r:id="rId5" imgW="762000" imgH="355600" progId="Equation.KSEE3">
                  <p:embed/>
                </p:oleObj>
              </mc:Choice>
              <mc:Fallback>
                <p:oleObj name="" r:id="rId5" imgW="762000" imgH="355600" progId="Equation.KSEE3">
                  <p:embed/>
                  <p:pic>
                    <p:nvPicPr>
                      <p:cNvPr id="0" name="对象 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614363"/>
                        <a:ext cx="762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5264150" y="581026"/>
            <a:ext cx="1054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独立，</a:t>
            </a:r>
            <a:endParaRPr lang="zh-CN" altLang="en-US" sz="2400" b="1"/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6080126" y="563564"/>
            <a:ext cx="574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则</a:t>
            </a:r>
            <a:endParaRPr lang="zh-CN" altLang="en-US" sz="2400" b="1"/>
          </a:p>
        </p:txBody>
      </p:sp>
      <p:graphicFrame>
        <p:nvGraphicFramePr>
          <p:cNvPr id="10" name="对象 9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6497638" y="468313"/>
          <a:ext cx="1511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7" name="" r:id="rId7" imgW="1511300" imgH="508000" progId="Equation.KSEE3">
                  <p:embed/>
                </p:oleObj>
              </mc:Choice>
              <mc:Fallback>
                <p:oleObj name="" r:id="rId7" imgW="1511300" imgH="508000" progId="Equation.KSEE3">
                  <p:embed/>
                  <p:pic>
                    <p:nvPicPr>
                      <p:cNvPr id="0" name="对象 9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7638" y="468313"/>
                        <a:ext cx="1511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8027989" y="581026"/>
            <a:ext cx="733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与</a:t>
            </a:r>
            <a:endParaRPr lang="zh-CN" altLang="en-US" sz="2400" b="1"/>
          </a:p>
        </p:txBody>
      </p:sp>
      <p:graphicFrame>
        <p:nvGraphicFramePr>
          <p:cNvPr id="12" name="对象 11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8431213" y="423863"/>
          <a:ext cx="15875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8" name="" r:id="rId9" imgW="1587500" imgH="545465" progId="Equation.KSEE3">
                  <p:embed/>
                </p:oleObj>
              </mc:Choice>
              <mc:Fallback>
                <p:oleObj name="" r:id="rId9" imgW="1587500" imgH="545465" progId="Equation.KSEE3">
                  <p:embed/>
                  <p:pic>
                    <p:nvPicPr>
                      <p:cNvPr id="0" name="对象 11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1213" y="423863"/>
                        <a:ext cx="15875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2074863" y="1244601"/>
            <a:ext cx="925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独立</a:t>
            </a:r>
            <a:r>
              <a:rPr lang="zh-CN" altLang="en-US"/>
              <a:t>，</a:t>
            </a:r>
            <a:endParaRPr lang="zh-CN" altLang="en-US"/>
          </a:p>
        </p:txBody>
      </p:sp>
      <p:graphicFrame>
        <p:nvGraphicFramePr>
          <p:cNvPr id="14" name="对象 13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936875" y="1277938"/>
          <a:ext cx="3810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9" name="" r:id="rId11" imgW="3810000" imgH="393700" progId="Equation.KSEE3">
                  <p:embed/>
                </p:oleObj>
              </mc:Choice>
              <mc:Fallback>
                <p:oleObj name="" r:id="rId11" imgW="3810000" imgH="393700" progId="Equation.KSEE3">
                  <p:embed/>
                  <p:pic>
                    <p:nvPicPr>
                      <p:cNvPr id="0" name="对象 13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1277938"/>
                        <a:ext cx="3810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6858001" y="1244601"/>
            <a:ext cx="8810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由于</a:t>
            </a:r>
            <a:endParaRPr lang="zh-CN" altLang="en-US" sz="2400" b="1"/>
          </a:p>
        </p:txBody>
      </p:sp>
      <p:graphicFrame>
        <p:nvGraphicFramePr>
          <p:cNvPr id="16" name="对象 15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800350" y="1908175"/>
          <a:ext cx="224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" r:id="rId13" imgW="2247900" imgH="393700" progId="Equation.KSEE3">
                  <p:embed/>
                </p:oleObj>
              </mc:Choice>
              <mc:Fallback>
                <p:oleObj name="" r:id="rId13" imgW="2247900" imgH="393700" progId="Equation.KSEE3">
                  <p:embed/>
                  <p:pic>
                    <p:nvPicPr>
                      <p:cNvPr id="0" name="对象 15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1908175"/>
                        <a:ext cx="2247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033963" y="1908175"/>
          <a:ext cx="4673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name="" r:id="rId15" imgW="4673600" imgH="393700" progId="Equation.KSEE3">
                  <p:embed/>
                </p:oleObj>
              </mc:Choice>
              <mc:Fallback>
                <p:oleObj name="" r:id="rId15" imgW="4673600" imgH="393700" progId="Equation.KSEE3">
                  <p:embed/>
                  <p:pic>
                    <p:nvPicPr>
                      <p:cNvPr id="0" name="对象 16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1908175"/>
                        <a:ext cx="4673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2784475" y="2557464"/>
            <a:ext cx="1365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进而得</a:t>
            </a:r>
            <a:endParaRPr lang="zh-CN" altLang="en-US" sz="2400" b="1"/>
          </a:p>
        </p:txBody>
      </p:sp>
      <p:graphicFrame>
        <p:nvGraphicFramePr>
          <p:cNvPr id="21" name="对象 2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848100" y="2624138"/>
          <a:ext cx="312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2" name="" r:id="rId17" imgW="3124200" imgH="393700" progId="Equation.KSEE3">
                  <p:embed/>
                </p:oleObj>
              </mc:Choice>
              <mc:Fallback>
                <p:oleObj name="" r:id="rId17" imgW="3124200" imgH="393700" progId="Equation.KSEE3">
                  <p:embed/>
                  <p:pic>
                    <p:nvPicPr>
                      <p:cNvPr id="0" name="对象 2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2624138"/>
                        <a:ext cx="312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2741614" y="3311526"/>
            <a:ext cx="12461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与题设</a:t>
            </a:r>
            <a:endParaRPr lang="zh-CN" altLang="en-US" sz="2400" b="1"/>
          </a:p>
        </p:txBody>
      </p:sp>
      <p:graphicFrame>
        <p:nvGraphicFramePr>
          <p:cNvPr id="24" name="对象 23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840163" y="3370263"/>
          <a:ext cx="298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3" name="" r:id="rId19" imgW="2984500" imgH="342900" progId="Equation.KSEE3">
                  <p:embed/>
                </p:oleObj>
              </mc:Choice>
              <mc:Fallback>
                <p:oleObj name="" r:id="rId19" imgW="2984500" imgH="342900" progId="Equation.KSEE3">
                  <p:embed/>
                  <p:pic>
                    <p:nvPicPr>
                      <p:cNvPr id="0" name="对象 23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163" y="3370263"/>
                        <a:ext cx="2984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6772276" y="3278189"/>
            <a:ext cx="11969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矛盾</a:t>
            </a:r>
            <a:r>
              <a:rPr lang="en-US" altLang="zh-CN" sz="2400" b="1"/>
              <a:t>.</a:t>
            </a:r>
            <a:endParaRPr lang="en-US" altLang="zh-CN" sz="2400" b="1"/>
          </a:p>
        </p:txBody>
      </p: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2813051" y="3971926"/>
            <a:ext cx="5038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因此（</a:t>
            </a:r>
            <a:r>
              <a:rPr lang="en-US" altLang="zh-CN" sz="2400" b="1"/>
              <a:t>C</a:t>
            </a:r>
            <a:r>
              <a:rPr lang="zh-CN" altLang="en-US" sz="2400" b="1"/>
              <a:t>）必不正确，选（</a:t>
            </a:r>
            <a:r>
              <a:rPr lang="en-US" altLang="zh-CN" sz="2400" b="1"/>
              <a:t>D</a:t>
            </a:r>
            <a:r>
              <a:rPr lang="zh-CN" altLang="en-US" sz="2400" b="1"/>
              <a:t>）</a:t>
            </a:r>
            <a:r>
              <a:rPr lang="en-US" altLang="zh-CN" sz="2400" b="1"/>
              <a:t>.</a:t>
            </a:r>
            <a:endParaRPr lang="en-US" altLang="zh-CN" sz="2400" b="1"/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2682875" y="4714878"/>
            <a:ext cx="5080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 dirty="0">
                <a:solidFill>
                  <a:srgbClr val="0000FF"/>
                </a:solidFill>
              </a:rPr>
              <a:t>请自己验证（</a:t>
            </a:r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r>
              <a:rPr lang="zh-CN" altLang="zh-CN" sz="2400" b="1" dirty="0">
                <a:solidFill>
                  <a:srgbClr val="0000FF"/>
                </a:solidFill>
              </a:rPr>
              <a:t>）和（</a:t>
            </a:r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r>
              <a:rPr lang="zh-CN" altLang="zh-CN" sz="2400" b="1" dirty="0">
                <a:solidFill>
                  <a:srgbClr val="0000FF"/>
                </a:solidFill>
              </a:rPr>
              <a:t>）均不可选</a:t>
            </a:r>
            <a:r>
              <a:rPr lang="en-US" altLang="zh-CN" sz="2400" b="1" dirty="0">
                <a:solidFill>
                  <a:srgbClr val="0000FF"/>
                </a:solidFill>
              </a:rPr>
              <a:t>.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11" grpId="0"/>
      <p:bldP spid="13" grpId="0"/>
      <p:bldP spid="15" grpId="0"/>
      <p:bldP spid="19" grpId="0"/>
      <p:bldP spid="23" grpId="0"/>
      <p:bldP spid="26" grpId="0"/>
      <p:bldP spid="27" grpId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7" name="对象 70657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" r:id="rId1" imgW="114300" imgH="177800" progId="Equation.DSMT4">
                  <p:embed/>
                </p:oleObj>
              </mc:Choice>
              <mc:Fallback>
                <p:oleObj name="" r:id="rId1" imgW="114300" imgH="177800" progId="Equation.DSMT4">
                  <p:embed/>
                  <p:pic>
                    <p:nvPicPr>
                      <p:cNvPr id="0" name="对象 70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文本框 5"/>
          <p:cNvSpPr txBox="1">
            <a:spLocks noChangeArrowheads="1"/>
          </p:cNvSpPr>
          <p:nvPr/>
        </p:nvSpPr>
        <p:spPr bwMode="auto">
          <a:xfrm>
            <a:off x="1382713" y="1388728"/>
            <a:ext cx="6556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注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71687" name="文本框 6"/>
          <p:cNvSpPr txBox="1">
            <a:spLocks noChangeArrowheads="1"/>
          </p:cNvSpPr>
          <p:nvPr/>
        </p:nvSpPr>
        <p:spPr bwMode="auto">
          <a:xfrm>
            <a:off x="2133528" y="1450641"/>
            <a:ext cx="68691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"/>
            </a:pPr>
            <a:r>
              <a:rPr lang="zh-CN" altLang="en-US" sz="2400" b="1" dirty="0">
                <a:latin typeface="宋体" panose="02010600030101010101" pitchFamily="2" charset="-122"/>
              </a:rPr>
              <a:t>当随机事件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相互独立时，则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与下列事件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1688" name="对象 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658742" y="2036427"/>
          <a:ext cx="326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" name="" r:id="rId3" imgW="3263900" imgH="381000" progId="Equation.KSEE3">
                  <p:embed/>
                </p:oleObj>
              </mc:Choice>
              <mc:Fallback>
                <p:oleObj name="" r:id="rId3" imgW="3263900" imgH="381000" progId="Equation.KSEE3">
                  <p:embed/>
                  <p:pic>
                    <p:nvPicPr>
                      <p:cNvPr id="0" name="对象 7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8742" y="2036427"/>
                        <a:ext cx="3263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9" name="文本框 8"/>
          <p:cNvSpPr txBox="1">
            <a:spLocks noChangeArrowheads="1"/>
          </p:cNvSpPr>
          <p:nvPr/>
        </p:nvSpPr>
        <p:spPr bwMode="auto">
          <a:xfrm>
            <a:off x="6069013" y="1957052"/>
            <a:ext cx="15224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均独立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690" name="文本框 10"/>
          <p:cNvSpPr txBox="1">
            <a:spLocks noChangeArrowheads="1"/>
          </p:cNvSpPr>
          <p:nvPr/>
        </p:nvSpPr>
        <p:spPr bwMode="auto">
          <a:xfrm>
            <a:off x="2305050" y="2773202"/>
            <a:ext cx="7527925" cy="952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Font typeface="Wingdings" panose="05000000000000000000" pitchFamily="2" charset="2"/>
              <a:buChar char=""/>
            </a:pPr>
            <a:r>
              <a:rPr lang="zh-CN" altLang="en-US" sz="2400" b="1" dirty="0">
                <a:latin typeface="宋体" panose="02010600030101010101" pitchFamily="2" charset="-122"/>
              </a:rPr>
              <a:t>当随机事件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分别与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独立</a:t>
            </a:r>
            <a:r>
              <a:rPr lang="zh-CN" altLang="en-US" sz="2400" b="1" dirty="0">
                <a:latin typeface="宋体" panose="02010600030101010101" pitchFamily="2" charset="-122"/>
              </a:rPr>
              <a:t>时，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则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与以上事件不一定独立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.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/>
      <p:bldP spid="71687" grpId="0"/>
      <p:bldP spid="71689" grpId="0"/>
      <p:bldP spid="7169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56432" y="712404"/>
          <a:ext cx="11596687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2" name="Document" r:id="rId1" imgW="5003165" imgH="617855" progId="Word.Document.8">
                  <p:embed/>
                </p:oleObj>
              </mc:Choice>
              <mc:Fallback>
                <p:oleObj name="Document" r:id="rId1" imgW="5003165" imgH="617855" progId="Word.Document.8">
                  <p:embed/>
                  <p:pic>
                    <p:nvPicPr>
                      <p:cNvPr id="0" name="图片 157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32" y="712404"/>
                        <a:ext cx="11596687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069616" y="2383308"/>
          <a:ext cx="2025246" cy="974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3" name="Document" r:id="rId3" imgW="826135" imgH="396240" progId="Word.Document.8">
                  <p:embed/>
                </p:oleObj>
              </mc:Choice>
              <mc:Fallback>
                <p:oleObj name="Document" r:id="rId3" imgW="826135" imgH="396240" progId="Word.Document.8">
                  <p:embed/>
                  <p:pic>
                    <p:nvPicPr>
                      <p:cNvPr id="0" name="图片 157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16" y="2383308"/>
                        <a:ext cx="2025246" cy="974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069616" y="3399943"/>
          <a:ext cx="10105860" cy="1239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4" name="Document" r:id="rId5" imgW="4070350" imgH="501650" progId="Word.Document.8">
                  <p:embed/>
                </p:oleObj>
              </mc:Choice>
              <mc:Fallback>
                <p:oleObj name="Document" r:id="rId5" imgW="4070350" imgH="501650" progId="Word.Document.8">
                  <p:embed/>
                  <p:pic>
                    <p:nvPicPr>
                      <p:cNvPr id="0" name="图片 157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16" y="3399943"/>
                        <a:ext cx="10105860" cy="1239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331754" y="2326831"/>
          <a:ext cx="576262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5" name="Document" r:id="rId7" imgW="2214245" imgH="427990" progId="Word.Document.8">
                  <p:embed/>
                </p:oleObj>
              </mc:Choice>
              <mc:Fallback>
                <p:oleObj name="Document" r:id="rId7" imgW="2214245" imgH="427990" progId="Word.Document.8">
                  <p:embed/>
                  <p:pic>
                    <p:nvPicPr>
                      <p:cNvPr id="0" name="图片 157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754" y="2326831"/>
                        <a:ext cx="5762625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306508" y="2184242"/>
          <a:ext cx="2429572" cy="946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" name="Document" r:id="rId9" imgW="1021080" imgH="397510" progId="Word.Document.8">
                  <p:embed/>
                </p:oleObj>
              </mc:Choice>
              <mc:Fallback>
                <p:oleObj name="Document" r:id="rId9" imgW="1021080" imgH="397510" progId="Word.Document.8">
                  <p:embed/>
                  <p:pic>
                    <p:nvPicPr>
                      <p:cNvPr id="0" name="图片 157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508" y="2184242"/>
                        <a:ext cx="2429572" cy="946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5187165" y="3600859"/>
          <a:ext cx="54864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7" name="Document" r:id="rId11" imgW="2036445" imgH="415925" progId="Word.Document.8">
                  <p:embed/>
                </p:oleObj>
              </mc:Choice>
              <mc:Fallback>
                <p:oleObj name="Document" r:id="rId11" imgW="2036445" imgH="415925" progId="Word.Document.8">
                  <p:embed/>
                  <p:pic>
                    <p:nvPicPr>
                      <p:cNvPr id="0" name="图片 157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165" y="3600859"/>
                        <a:ext cx="548640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4331754" y="2996755"/>
          <a:ext cx="43402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8" name="Document" r:id="rId13" imgW="1798320" imgH="299720" progId="Word.Document.8">
                  <p:embed/>
                </p:oleObj>
              </mc:Choice>
              <mc:Fallback>
                <p:oleObj name="Document" r:id="rId13" imgW="1798320" imgH="299720" progId="Word.Document.8">
                  <p:embed/>
                  <p:pic>
                    <p:nvPicPr>
                      <p:cNvPr id="0" name="图片 157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754" y="2996755"/>
                        <a:ext cx="43402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110072" y="4376563"/>
          <a:ext cx="835025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9" name="Document" r:id="rId15" imgW="3281680" imgH="424815" progId="Word.Document.8">
                  <p:embed/>
                </p:oleObj>
              </mc:Choice>
              <mc:Fallback>
                <p:oleObj name="Document" r:id="rId15" imgW="3281680" imgH="424815" progId="Word.Document.8">
                  <p:embed/>
                  <p:pic>
                    <p:nvPicPr>
                      <p:cNvPr id="0" name="图片 157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0072" y="4376563"/>
                        <a:ext cx="835025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1069616" y="4840831"/>
          <a:ext cx="83835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0" name="Document" r:id="rId17" imgW="3431540" imgH="375920" progId="Word.Document.8">
                  <p:embed/>
                </p:oleObj>
              </mc:Choice>
              <mc:Fallback>
                <p:oleObj name="Document" r:id="rId17" imgW="3431540" imgH="375920" progId="Word.Document.8">
                  <p:embed/>
                  <p:pic>
                    <p:nvPicPr>
                      <p:cNvPr id="0" name="图片 157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16" y="4840831"/>
                        <a:ext cx="83835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90550" y="784225"/>
          <a:ext cx="7000875" cy="202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2" name="Document" r:id="rId1" imgW="3073400" imgH="889635" progId="Word.Document.8">
                  <p:embed/>
                </p:oleObj>
              </mc:Choice>
              <mc:Fallback>
                <p:oleObj name="Document" r:id="rId1" imgW="3073400" imgH="889635" progId="Word.Document.8">
                  <p:embed/>
                  <p:pic>
                    <p:nvPicPr>
                      <p:cNvPr id="0" name="图片 165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784225"/>
                        <a:ext cx="7000875" cy="202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33413" y="2665413"/>
          <a:ext cx="11079162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Document" r:id="rId3" imgW="4914265" imgH="804545" progId="Word.Document.8">
                  <p:embed/>
                </p:oleObj>
              </mc:Choice>
              <mc:Fallback>
                <p:oleObj name="Document" r:id="rId3" imgW="4914265" imgH="804545" progId="Word.Document.8">
                  <p:embed/>
                  <p:pic>
                    <p:nvPicPr>
                      <p:cNvPr id="0" name="图片 165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2665413"/>
                        <a:ext cx="11079162" cy="180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289" y="722508"/>
            <a:ext cx="4334953" cy="208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59819" y="3731214"/>
          <a:ext cx="9439275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4" name="Document" r:id="rId6" imgW="4070350" imgH="599440" progId="Word.Document.8">
                  <p:embed/>
                </p:oleObj>
              </mc:Choice>
              <mc:Fallback>
                <p:oleObj name="Document" r:id="rId6" imgW="4070350" imgH="599440" progId="Word.Document.8">
                  <p:embed/>
                  <p:pic>
                    <p:nvPicPr>
                      <p:cNvPr id="0" name="图片 165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19" y="3731214"/>
                        <a:ext cx="9439275" cy="137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677082" y="4882033"/>
          <a:ext cx="9795895" cy="102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5" name="Document" r:id="rId8" imgW="4064635" imgH="426720" progId="Word.Document.8">
                  <p:embed/>
                </p:oleObj>
              </mc:Choice>
              <mc:Fallback>
                <p:oleObj name="Document" r:id="rId8" imgW="4064635" imgH="426720" progId="Word.Document.8">
                  <p:embed/>
                  <p:pic>
                    <p:nvPicPr>
                      <p:cNvPr id="0" name="图片 165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082" y="4882033"/>
                        <a:ext cx="9795895" cy="102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04838" y="774700"/>
          <a:ext cx="1132522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9" name="Document" r:id="rId1" imgW="4908550" imgH="458470" progId="Word.Document.8">
                  <p:embed/>
                </p:oleObj>
              </mc:Choice>
              <mc:Fallback>
                <p:oleObj name="Document" r:id="rId1" imgW="4908550" imgH="458470" progId="Word.Document.8">
                  <p:embed/>
                  <p:pic>
                    <p:nvPicPr>
                      <p:cNvPr id="0" name="图片 176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774700"/>
                        <a:ext cx="11325225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04838" y="1814513"/>
          <a:ext cx="1117600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0" name="Document" r:id="rId3" imgW="4792345" imgH="645160" progId="Word.Document.8">
                  <p:embed/>
                </p:oleObj>
              </mc:Choice>
              <mc:Fallback>
                <p:oleObj name="Document" r:id="rId3" imgW="4792345" imgH="645160" progId="Word.Document.8">
                  <p:embed/>
                  <p:pic>
                    <p:nvPicPr>
                      <p:cNvPr id="0" name="图片 176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1814513"/>
                        <a:ext cx="1117600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88948" y="3149384"/>
          <a:ext cx="10252867" cy="927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1" name="Document" r:id="rId5" imgW="4177665" imgH="400685" progId="Word.Document.8">
                  <p:embed/>
                </p:oleObj>
              </mc:Choice>
              <mc:Fallback>
                <p:oleObj name="Document" r:id="rId5" imgW="4177665" imgH="400685" progId="Word.Document.8">
                  <p:embed/>
                  <p:pic>
                    <p:nvPicPr>
                      <p:cNvPr id="0" name="图片 176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948" y="3149384"/>
                        <a:ext cx="10252867" cy="9272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33743" y="4600279"/>
          <a:ext cx="11429499" cy="1852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2" name="Document" r:id="rId7" imgW="4871720" imgH="791845" progId="Word.Document.8">
                  <p:embed/>
                </p:oleObj>
              </mc:Choice>
              <mc:Fallback>
                <p:oleObj name="Document" r:id="rId7" imgW="4871720" imgH="791845" progId="Word.Document.8">
                  <p:embed/>
                  <p:pic>
                    <p:nvPicPr>
                      <p:cNvPr id="0" name="图片 176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43" y="4600279"/>
                        <a:ext cx="11429499" cy="18523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1058870" y="3309938"/>
          <a:ext cx="12049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3" name="Document" r:id="rId9" imgW="535305" imgH="259715" progId="Word.Document.8">
                  <p:embed/>
                </p:oleObj>
              </mc:Choice>
              <mc:Fallback>
                <p:oleObj name="Document" r:id="rId9" imgW="535305" imgH="259715" progId="Word.Document.8">
                  <p:embed/>
                  <p:pic>
                    <p:nvPicPr>
                      <p:cNvPr id="0" name="图片 176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8870" y="3309938"/>
                        <a:ext cx="1204913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566980" y="3890963"/>
          <a:ext cx="554355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54" name="Document" r:id="rId11" imgW="2446655" imgH="553720" progId="Word.Document.8">
                  <p:embed/>
                </p:oleObj>
              </mc:Choice>
              <mc:Fallback>
                <p:oleObj name="Document" r:id="rId11" imgW="2446655" imgH="553720" progId="Word.Document.8">
                  <p:embed/>
                  <p:pic>
                    <p:nvPicPr>
                      <p:cNvPr id="0" name="图片 176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980" y="3890963"/>
                        <a:ext cx="554355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336974" y="927100"/>
            <a:ext cx="1984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2018 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数学一</a:t>
            </a:r>
            <a:endParaRPr lang="zh-CN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249664" y="919163"/>
            <a:ext cx="5127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</a:rPr>
              <a:t>设随机事件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独立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  <a:ea typeface="宋体-方正超大字符集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独立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zh-CN" sz="2400" b="1" dirty="0">
                <a:latin typeface="宋体" panose="02010600030101010101" pitchFamily="2" charset="-122"/>
              </a:rPr>
              <a:t>且</a:t>
            </a:r>
            <a:endParaRPr lang="zh-CN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" name="对象 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7167563" y="787400"/>
          <a:ext cx="3276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4" name="" r:id="rId1" imgW="3276600" imgH="723900" progId="Equation.KSEE3">
                  <p:embed/>
                </p:oleObj>
              </mc:Choice>
              <mc:Fallback>
                <p:oleObj name="" r:id="rId1" imgW="3276600" imgH="723900" progId="Equation.KSEE3">
                  <p:embed/>
                  <p:pic>
                    <p:nvPicPr>
                      <p:cNvPr id="0" name="对象 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7563" y="787400"/>
                        <a:ext cx="3276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162175" y="1462088"/>
          <a:ext cx="248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5" name="" r:id="rId3" imgW="2489200" imgH="723900" progId="Equation.KSEE3">
                  <p:embed/>
                </p:oleObj>
              </mc:Choice>
              <mc:Fallback>
                <p:oleObj name="" r:id="rId3" imgW="2489200" imgH="723900" progId="Equation.KSEE3">
                  <p:embed/>
                  <p:pic>
                    <p:nvPicPr>
                      <p:cNvPr id="0" name="对象 5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1462088"/>
                        <a:ext cx="2489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708525" y="1609726"/>
            <a:ext cx="617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>
                <a:latin typeface="宋体" panose="02010600030101010101" pitchFamily="2" charset="-122"/>
              </a:rPr>
              <a:t>则</a:t>
            </a:r>
            <a:endParaRPr lang="zh-CN" altLang="zh-CN" sz="2400" b="1">
              <a:latin typeface="宋体" panose="02010600030101010101" pitchFamily="2" charset="-122"/>
            </a:endParaRPr>
          </a:p>
        </p:txBody>
      </p:sp>
      <p:graphicFrame>
        <p:nvGraphicFramePr>
          <p:cNvPr id="8" name="对象 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173663" y="1706563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6" name="" r:id="rId5" imgW="1993900" imgH="342900" progId="Equation.KSEE3">
                  <p:embed/>
                </p:oleObj>
              </mc:Choice>
              <mc:Fallback>
                <p:oleObj name="" r:id="rId5" imgW="1993900" imgH="342900" progId="Equation.KSEE3">
                  <p:embed/>
                  <p:pic>
                    <p:nvPicPr>
                      <p:cNvPr id="0" name="对象 7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1706563"/>
                        <a:ext cx="1993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2162175" y="2717801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" name="对象 1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620963" y="2625725"/>
          <a:ext cx="662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7" name="" r:id="rId7" imgW="6629400" imgH="787400" progId="Equation.KSEE3">
                  <p:embed/>
                </p:oleObj>
              </mc:Choice>
              <mc:Fallback>
                <p:oleObj name="" r:id="rId7" imgW="6629400" imgH="787400" progId="Equation.KSEE3">
                  <p:embed/>
                  <p:pic>
                    <p:nvPicPr>
                      <p:cNvPr id="0" name="对象 1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2625725"/>
                        <a:ext cx="6629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554538" y="3584575"/>
          <a:ext cx="3797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8" name="" r:id="rId9" imgW="3797300" imgH="787400" progId="Equation.KSEE3">
                  <p:embed/>
                </p:oleObj>
              </mc:Choice>
              <mc:Fallback>
                <p:oleObj name="" r:id="rId9" imgW="3797300" imgH="787400" progId="Equation.KSEE3">
                  <p:embed/>
                  <p:pic>
                    <p:nvPicPr>
                      <p:cNvPr id="0" name="对象 11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538" y="3584575"/>
                        <a:ext cx="3797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2433638" y="4565651"/>
            <a:ext cx="914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由于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graphicFrame>
        <p:nvGraphicFramePr>
          <p:cNvPr id="15" name="对象 1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154363" y="4672013"/>
          <a:ext cx="1079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9" name="" r:id="rId11" imgW="1079500" imgH="330200" progId="Equation.KSEE3">
                  <p:embed/>
                </p:oleObj>
              </mc:Choice>
              <mc:Fallback>
                <p:oleObj name="" r:id="rId11" imgW="1079500" imgH="330200" progId="Equation.KSEE3">
                  <p:embed/>
                  <p:pic>
                    <p:nvPicPr>
                      <p:cNvPr id="0" name="对象 14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4672013"/>
                        <a:ext cx="1079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4233863" y="4565651"/>
            <a:ext cx="914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从而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graphicFrame>
        <p:nvGraphicFramePr>
          <p:cNvPr id="18" name="对象 1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919663" y="4630738"/>
          <a:ext cx="1282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0" name="" r:id="rId13" imgW="1282700" imgH="330200" progId="Equation.KSEE3">
                  <p:embed/>
                </p:oleObj>
              </mc:Choice>
              <mc:Fallback>
                <p:oleObj name="" r:id="rId13" imgW="1282700" imgH="330200" progId="Equation.KSEE3">
                  <p:embed/>
                  <p:pic>
                    <p:nvPicPr>
                      <p:cNvPr id="0" name="对象 17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3" y="4630738"/>
                        <a:ext cx="1282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6202364" y="4543426"/>
            <a:ext cx="15001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故上式为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graphicFrame>
        <p:nvGraphicFramePr>
          <p:cNvPr id="21" name="对象 20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592513" y="5149850"/>
          <a:ext cx="515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1" name="" r:id="rId15" imgW="5156200" imgH="787400" progId="Equation.KSEE3">
                  <p:embed/>
                </p:oleObj>
              </mc:Choice>
              <mc:Fallback>
                <p:oleObj name="" r:id="rId15" imgW="5156200" imgH="787400" progId="Equation.KSEE3">
                  <p:embed/>
                  <p:pic>
                    <p:nvPicPr>
                      <p:cNvPr id="0" name="对象 20">
                        <a:hlinkClick r:id="" action="ppaction://ole?verb=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5149850"/>
                        <a:ext cx="5156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/>
          <p:cNvCxnSpPr/>
          <p:nvPr/>
        </p:nvCxnSpPr>
        <p:spPr>
          <a:xfrm flipV="1">
            <a:off x="2032001" y="2420938"/>
            <a:ext cx="8024813" cy="365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0" grpId="0"/>
      <p:bldP spid="14" grpId="0"/>
      <p:bldP spid="17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72490" y="1207135"/>
            <a:ext cx="1044702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伯克森悖论</a:t>
            </a:r>
            <a:r>
              <a:rPr lang="zh-CN" altLang="en-US" sz="2400"/>
              <a:t>是美国医生和统计学家约瑟夫·伯克森在 1946 年提出的一个问题。他研究了一个医院中</a:t>
            </a:r>
            <a:r>
              <a:rPr lang="zh-CN" altLang="en-US" sz="2400">
                <a:solidFill>
                  <a:srgbClr val="8E0A26"/>
                </a:solidFill>
              </a:rPr>
              <a:t>患有糖尿病的病人和患有胆囊炎的病人，结果发现患有糖尿病的人群中，同时患胆囊炎人数较少；而没有糖尿病的人群中，患胆囊炎的人数比例较高。</a:t>
            </a:r>
            <a:r>
              <a:rPr lang="zh-CN" altLang="en-US" sz="2400"/>
              <a:t>这似乎说明患有糖尿病可以保护病人不受到胆囊炎的折磨，但是从医学上讲无法证明糖尿病能对胆囊炎起到任何保护作用。他将这个研究写成了论文《用四格表分析医院数据的局限性》，并发表在杂志《生物学公报》上，这个问题就称为伯克森悖论。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975995" y="4131945"/>
            <a:ext cx="92621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伯克森悖论产生的</a:t>
            </a:r>
            <a:r>
              <a:rPr lang="zh-CN" altLang="en-US" sz="2400" b="1">
                <a:solidFill>
                  <a:srgbClr val="FF0000"/>
                </a:solidFill>
              </a:rPr>
              <a:t>最主要原因是</a:t>
            </a:r>
            <a:r>
              <a:rPr lang="zh-CN" altLang="en-US" sz="2400"/>
              <a:t>：文章中统计的患者都是医院的病人，从而</a:t>
            </a:r>
            <a:r>
              <a:rPr lang="zh-CN" altLang="en-US" sz="2400">
                <a:solidFill>
                  <a:srgbClr val="FF0000"/>
                </a:solidFill>
              </a:rPr>
              <a:t>忽略了那些没有住院的人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258315" y="752672"/>
          <a:ext cx="82804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2" name="Document" r:id="rId1" imgW="5232400" imgH="406400" progId="Word.Document.8">
                  <p:embed/>
                </p:oleObj>
              </mc:Choice>
              <mc:Fallback>
                <p:oleObj name="Document" r:id="rId1" imgW="5232400" imgH="406400" progId="Word.Document.8">
                  <p:embed/>
                  <p:pic>
                    <p:nvPicPr>
                      <p:cNvPr id="0" name="图片 186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315" y="752672"/>
                        <a:ext cx="82804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74700" y="4527207"/>
          <a:ext cx="1102042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3" name="Document" r:id="rId3" imgW="4700270" imgH="816610" progId="Word.Document.8">
                  <p:embed/>
                </p:oleObj>
              </mc:Choice>
              <mc:Fallback>
                <p:oleObj name="Document" r:id="rId3" imgW="4700270" imgH="816610" progId="Word.Document.8">
                  <p:embed/>
                  <p:pic>
                    <p:nvPicPr>
                      <p:cNvPr id="0" name="图片 186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4527207"/>
                        <a:ext cx="11020425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774700" y="1335088"/>
          <a:ext cx="11044238" cy="21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4" name="Document" r:id="rId5" imgW="4538345" imgH="889635" progId="Word.Document.8">
                  <p:embed/>
                </p:oleObj>
              </mc:Choice>
              <mc:Fallback>
                <p:oleObj name="Document" r:id="rId5" imgW="4538345" imgH="889635" progId="Word.Document.8">
                  <p:embed/>
                  <p:pic>
                    <p:nvPicPr>
                      <p:cNvPr id="0" name="图片 186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1335088"/>
                        <a:ext cx="11044238" cy="21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74700" y="3125788"/>
          <a:ext cx="11126788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5" name="Document" r:id="rId7" imgW="4746625" imgH="599440" progId="Word.Document.8">
                  <p:embed/>
                </p:oleObj>
              </mc:Choice>
              <mc:Fallback>
                <p:oleObj name="Document" r:id="rId7" imgW="4746625" imgH="599440" progId="Word.Document.8">
                  <p:embed/>
                  <p:pic>
                    <p:nvPicPr>
                      <p:cNvPr id="0" name="图片 186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3125788"/>
                        <a:ext cx="11126788" cy="139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431925" y="2530475"/>
          <a:ext cx="939165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6" name="Document" r:id="rId1" imgW="3902075" imgH="599440" progId="Word.Document.8">
                  <p:embed/>
                </p:oleObj>
              </mc:Choice>
              <mc:Fallback>
                <p:oleObj name="Document" r:id="rId1" imgW="3902075" imgH="599440" progId="Word.Document.8">
                  <p:embed/>
                  <p:pic>
                    <p:nvPicPr>
                      <p:cNvPr id="0" name="图片 196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2530475"/>
                        <a:ext cx="939165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687388" y="715963"/>
          <a:ext cx="10914062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7" name="Document" r:id="rId3" imgW="4580890" imgH="990600" progId="Word.Document.8">
                  <p:embed/>
                </p:oleObj>
              </mc:Choice>
              <mc:Fallback>
                <p:oleObj name="Document" r:id="rId3" imgW="4580890" imgH="990600" progId="Word.Document.8">
                  <p:embed/>
                  <p:pic>
                    <p:nvPicPr>
                      <p:cNvPr id="0" name="图片 196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715963"/>
                        <a:ext cx="10914062" cy="235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671785" y="3432960"/>
          <a:ext cx="68516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8" name="Document" r:id="rId5" imgW="2923540" imgH="443230" progId="Word.Document.8">
                  <p:embed/>
                </p:oleObj>
              </mc:Choice>
              <mc:Fallback>
                <p:oleObj name="Document" r:id="rId5" imgW="2923540" imgH="443230" progId="Word.Document.8">
                  <p:embed/>
                  <p:pic>
                    <p:nvPicPr>
                      <p:cNvPr id="0" name="图片 196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785" y="3432960"/>
                        <a:ext cx="68516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754063" y="4392613"/>
          <a:ext cx="10925175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9" name="Document" r:id="rId7" imgW="4538345" imgH="596265" progId="Word.Document.8">
                  <p:embed/>
                </p:oleObj>
              </mc:Choice>
              <mc:Fallback>
                <p:oleObj name="Document" r:id="rId7" imgW="4538345" imgH="596265" progId="Word.Document.8">
                  <p:embed/>
                  <p:pic>
                    <p:nvPicPr>
                      <p:cNvPr id="0" name="图片 196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4392613"/>
                        <a:ext cx="10925175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530879" y="2151063"/>
          <a:ext cx="11171237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5" name="Document" r:id="rId1" imgW="4703445" imgH="599440" progId="Word.Document.8">
                  <p:embed/>
                </p:oleObj>
              </mc:Choice>
              <mc:Fallback>
                <p:oleObj name="Document" r:id="rId1" imgW="4703445" imgH="599440" progId="Word.Document.8">
                  <p:embed/>
                  <p:pic>
                    <p:nvPicPr>
                      <p:cNvPr id="0" name="图片 216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79" y="2151063"/>
                        <a:ext cx="11171237" cy="14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30879" y="776288"/>
          <a:ext cx="11155362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6" name="Document" r:id="rId3" imgW="4758690" imgH="599440" progId="Word.Document.8">
                  <p:embed/>
                </p:oleObj>
              </mc:Choice>
              <mc:Fallback>
                <p:oleObj name="Document" r:id="rId3" imgW="4758690" imgH="599440" progId="Word.Document.8">
                  <p:embed/>
                  <p:pic>
                    <p:nvPicPr>
                      <p:cNvPr id="0" name="图片 216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79" y="776288"/>
                        <a:ext cx="11155362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530879" y="3436938"/>
          <a:ext cx="10968037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" name="Document" r:id="rId5" imgW="4703445" imgH="673100" progId="Word.Document.8">
                  <p:embed/>
                </p:oleObj>
              </mc:Choice>
              <mc:Fallback>
                <p:oleObj name="Document" r:id="rId5" imgW="4703445" imgH="673100" progId="Word.Document.8">
                  <p:embed/>
                  <p:pic>
                    <p:nvPicPr>
                      <p:cNvPr id="0" name="图片 216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79" y="3436938"/>
                        <a:ext cx="10968037" cy="156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2"/>
          <p:cNvGrpSpPr/>
          <p:nvPr/>
        </p:nvGrpSpPr>
        <p:grpSpPr bwMode="auto">
          <a:xfrm>
            <a:off x="2667145" y="2900887"/>
            <a:ext cx="1260966" cy="346075"/>
            <a:chOff x="240" y="1242"/>
            <a:chExt cx="317" cy="308"/>
          </a:xfrm>
        </p:grpSpPr>
        <p:sp>
          <p:nvSpPr>
            <p:cNvPr id="9" name="Line 37"/>
            <p:cNvSpPr>
              <a:spLocks noChangeShapeType="1"/>
            </p:cNvSpPr>
            <p:nvPr/>
          </p:nvSpPr>
          <p:spPr bwMode="auto">
            <a:xfrm flipH="1">
              <a:off x="240" y="1248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38"/>
            <p:cNvSpPr>
              <a:spLocks noChangeShapeType="1"/>
            </p:cNvSpPr>
            <p:nvPr/>
          </p:nvSpPr>
          <p:spPr bwMode="auto">
            <a:xfrm>
              <a:off x="240" y="1242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530879" y="4663421"/>
          <a:ext cx="1088072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" name="Document" r:id="rId7" imgW="4691380" imgH="568960" progId="Word.Document.8">
                  <p:embed/>
                </p:oleObj>
              </mc:Choice>
              <mc:Fallback>
                <p:oleObj name="Document" r:id="rId7" imgW="4691380" imgH="568960" progId="Word.Document.8">
                  <p:embed/>
                  <p:pic>
                    <p:nvPicPr>
                      <p:cNvPr id="0" name="图片 216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79" y="4663421"/>
                        <a:ext cx="10880725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66738" y="928688"/>
          <a:ext cx="11155362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8" name="Document" r:id="rId1" imgW="4758690" imgH="599440" progId="Word.Document.8">
                  <p:embed/>
                </p:oleObj>
              </mc:Choice>
              <mc:Fallback>
                <p:oleObj name="Document" r:id="rId1" imgW="4758690" imgH="599440" progId="Word.Document.8">
                  <p:embed/>
                  <p:pic>
                    <p:nvPicPr>
                      <p:cNvPr id="0" name="图片 226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928688"/>
                        <a:ext cx="11155362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566738" y="2235200"/>
          <a:ext cx="11117262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9" name="Document" r:id="rId3" imgW="4691380" imgH="513715" progId="Word.Document.8">
                  <p:embed/>
                </p:oleObj>
              </mc:Choice>
              <mc:Fallback>
                <p:oleObj name="Document" r:id="rId3" imgW="4691380" imgH="513715" progId="Word.Document.8">
                  <p:embed/>
                  <p:pic>
                    <p:nvPicPr>
                      <p:cNvPr id="0" name="图片 226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2235200"/>
                        <a:ext cx="11117262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566738" y="3376613"/>
          <a:ext cx="11431587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0" name="Document" r:id="rId5" imgW="4770755" imgH="641985" progId="Word.Document.8">
                  <p:embed/>
                </p:oleObj>
              </mc:Choice>
              <mc:Fallback>
                <p:oleObj name="Document" r:id="rId5" imgW="4770755" imgH="641985" progId="Word.Document.8">
                  <p:embed/>
                  <p:pic>
                    <p:nvPicPr>
                      <p:cNvPr id="0" name="图片 226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3376613"/>
                        <a:ext cx="11431587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493713" y="4054475"/>
          <a:ext cx="1138872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" name="Document" r:id="rId7" imgW="4679315" imgH="629920" progId="Word.Document.8">
                  <p:embed/>
                </p:oleObj>
              </mc:Choice>
              <mc:Fallback>
                <p:oleObj name="Document" r:id="rId7" imgW="4679315" imgH="629920" progId="Word.Document.8">
                  <p:embed/>
                  <p:pic>
                    <p:nvPicPr>
                      <p:cNvPr id="0" name="图片 226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4054475"/>
                        <a:ext cx="1138872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54.xml><?xml version="1.0" encoding="utf-8"?>
<p:tagLst xmlns:p="http://schemas.openxmlformats.org/presentationml/2006/main">
  <p:tag name="commondata" val="eyJoZGlkIjoiNDk5ZWZiYmE1ZDE0Njc4ZjNmMjg3NWEyZGM2YjNkO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WPS 演示</Application>
  <PresentationFormat>宽屏</PresentationFormat>
  <Paragraphs>110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156</vt:i4>
      </vt:variant>
      <vt:variant>
        <vt:lpstr>幻灯片标题</vt:lpstr>
      </vt:variant>
      <vt:variant>
        <vt:i4>32</vt:i4>
      </vt:variant>
    </vt:vector>
  </HeadingPairs>
  <TitlesOfParts>
    <vt:vector size="198" baseType="lpstr">
      <vt:lpstr>Arial</vt:lpstr>
      <vt:lpstr>宋体</vt:lpstr>
      <vt:lpstr>Wingdings</vt:lpstr>
      <vt:lpstr>微软雅黑</vt:lpstr>
      <vt:lpstr>Times New Roman</vt:lpstr>
      <vt:lpstr>黑体</vt:lpstr>
      <vt:lpstr>Arial Unicode MS</vt:lpstr>
      <vt:lpstr>楷体</vt:lpstr>
      <vt:lpstr>宋体-方正超大字符集</vt:lpstr>
      <vt:lpstr>Office 主题​​</vt:lpstr>
      <vt:lpstr>Equation.3</vt:lpstr>
      <vt:lpstr>Word.Document.8</vt:lpstr>
      <vt:lpstr>Equation.DSMT4</vt:lpstr>
      <vt:lpstr>Equation.KSEE3</vt:lpstr>
      <vt:lpstr>Equation.DSMT4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Word.Document.8</vt:lpstr>
      <vt:lpstr>Equation.KSEE3</vt:lpstr>
      <vt:lpstr>Equation.KSEE3</vt:lpstr>
      <vt:lpstr>Equation.DSMT4</vt:lpstr>
      <vt:lpstr>Equation.KSEE3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Equation.KSEE3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Equation.DSMT4</vt:lpstr>
      <vt:lpstr>Equation.3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Equation.DSMT4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Equation.KSEE3</vt:lpstr>
      <vt:lpstr>Equation.KSEE3</vt:lpstr>
      <vt:lpstr>Equation.KSEE3</vt:lpstr>
      <vt:lpstr>Equation.KSEE3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Equation.DSMT4</vt:lpstr>
      <vt:lpstr>Equation.KSEE3</vt:lpstr>
      <vt:lpstr>Equation.DSMT4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songsy</cp:lastModifiedBy>
  <cp:revision>87</cp:revision>
  <dcterms:created xsi:type="dcterms:W3CDTF">2019-06-19T02:08:00Z</dcterms:created>
  <dcterms:modified xsi:type="dcterms:W3CDTF">2024-11-24T14:34:24Z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5B1AF6E9001849C6930D7CFD03E86528_12</vt:lpwstr>
  </property>
</Properties>
</file>