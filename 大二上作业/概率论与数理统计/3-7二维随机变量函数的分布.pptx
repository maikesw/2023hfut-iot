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40" y="10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4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4" Type="http://schemas.openxmlformats.org/officeDocument/2006/relationships/image" Target="../media/image46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49.emf"/><Relationship Id="rId7" Type="http://schemas.openxmlformats.org/officeDocument/2006/relationships/image" Target="../media/image53.wmf"/><Relationship Id="rId12" Type="http://schemas.openxmlformats.org/officeDocument/2006/relationships/image" Target="../media/image58.w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51.emf"/><Relationship Id="rId10" Type="http://schemas.openxmlformats.org/officeDocument/2006/relationships/image" Target="../media/image56.wmf"/><Relationship Id="rId4" Type="http://schemas.openxmlformats.org/officeDocument/2006/relationships/image" Target="../media/image50.emf"/><Relationship Id="rId9" Type="http://schemas.openxmlformats.org/officeDocument/2006/relationships/image" Target="../media/image55.wmf"/><Relationship Id="rId14" Type="http://schemas.openxmlformats.org/officeDocument/2006/relationships/image" Target="../media/image60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6.wmf"/><Relationship Id="rId12" Type="http://schemas.openxmlformats.org/officeDocument/2006/relationships/image" Target="../media/image67.wmf"/><Relationship Id="rId2" Type="http://schemas.openxmlformats.org/officeDocument/2006/relationships/image" Target="../media/image62.emf"/><Relationship Id="rId16" Type="http://schemas.openxmlformats.org/officeDocument/2006/relationships/image" Target="../media/image71.emf"/><Relationship Id="rId1" Type="http://schemas.openxmlformats.org/officeDocument/2006/relationships/image" Target="../media/image61.e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65.emf"/><Relationship Id="rId15" Type="http://schemas.openxmlformats.org/officeDocument/2006/relationships/image" Target="../media/image70.emf"/><Relationship Id="rId10" Type="http://schemas.openxmlformats.org/officeDocument/2006/relationships/image" Target="../media/image56.wmf"/><Relationship Id="rId4" Type="http://schemas.openxmlformats.org/officeDocument/2006/relationships/image" Target="../media/image64.emf"/><Relationship Id="rId9" Type="http://schemas.openxmlformats.org/officeDocument/2006/relationships/image" Target="../media/image55.wmf"/><Relationship Id="rId14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4" Type="http://schemas.openxmlformats.org/officeDocument/2006/relationships/image" Target="../media/image7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7" Type="http://schemas.openxmlformats.org/officeDocument/2006/relationships/image" Target="../media/image82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image" Target="../media/image85.emf"/><Relationship Id="rId7" Type="http://schemas.openxmlformats.org/officeDocument/2006/relationships/image" Target="../media/image89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4" Type="http://schemas.openxmlformats.org/officeDocument/2006/relationships/image" Target="../media/image105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Relationship Id="rId5" Type="http://schemas.openxmlformats.org/officeDocument/2006/relationships/image" Target="../media/image114.emf"/><Relationship Id="rId4" Type="http://schemas.openxmlformats.org/officeDocument/2006/relationships/image" Target="../media/image113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image" Target="../media/image117.emf"/><Relationship Id="rId7" Type="http://schemas.openxmlformats.org/officeDocument/2006/relationships/image" Target="../media/image121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Relationship Id="rId6" Type="http://schemas.openxmlformats.org/officeDocument/2006/relationships/image" Target="../media/image120.emf"/><Relationship Id="rId11" Type="http://schemas.openxmlformats.org/officeDocument/2006/relationships/image" Target="../media/image125.emf"/><Relationship Id="rId5" Type="http://schemas.openxmlformats.org/officeDocument/2006/relationships/image" Target="../media/image119.emf"/><Relationship Id="rId10" Type="http://schemas.openxmlformats.org/officeDocument/2006/relationships/image" Target="../media/image124.emf"/><Relationship Id="rId4" Type="http://schemas.openxmlformats.org/officeDocument/2006/relationships/image" Target="../media/image118.emf"/><Relationship Id="rId9" Type="http://schemas.openxmlformats.org/officeDocument/2006/relationships/image" Target="../media/image1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2021/12/15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2021/12/15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17.bin"/><Relationship Id="rId18" Type="http://schemas.openxmlformats.org/officeDocument/2006/relationships/oleObject" Target="../embeddings/oleObject18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emf"/><Relationship Id="rId1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21.png"/><Relationship Id="rId10" Type="http://schemas.openxmlformats.org/officeDocument/2006/relationships/image" Target="../media/image17.emf"/><Relationship Id="rId19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1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emf"/><Relationship Id="rId20" Type="http://schemas.openxmlformats.org/officeDocument/2006/relationships/image" Target="../media/image32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7.e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4.wmf"/><Relationship Id="rId26" Type="http://schemas.openxmlformats.org/officeDocument/2006/relationships/oleObject" Target="../embeddings/oleObject54.bin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9.w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1.e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29" Type="http://schemas.openxmlformats.org/officeDocument/2006/relationships/oleObject" Target="../embeddings/oleObject57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7.wmf"/><Relationship Id="rId32" Type="http://schemas.openxmlformats.org/officeDocument/2006/relationships/image" Target="../media/image58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oleObject" Target="../embeddings/oleObject56.bin"/><Relationship Id="rId36" Type="http://schemas.openxmlformats.org/officeDocument/2006/relationships/image" Target="../media/image60.emf"/><Relationship Id="rId10" Type="http://schemas.openxmlformats.org/officeDocument/2006/relationships/image" Target="../media/image50.e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9.bin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55.bin"/><Relationship Id="rId30" Type="http://schemas.openxmlformats.org/officeDocument/2006/relationships/oleObject" Target="../embeddings/oleObject58.bin"/><Relationship Id="rId35" Type="http://schemas.openxmlformats.org/officeDocument/2006/relationships/oleObject" Target="../embeddings/oleObject6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54.wmf"/><Relationship Id="rId26" Type="http://schemas.openxmlformats.org/officeDocument/2006/relationships/image" Target="../media/image67.wmf"/><Relationship Id="rId39" Type="http://schemas.openxmlformats.org/officeDocument/2006/relationships/image" Target="../media/image70.e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34" Type="http://schemas.openxmlformats.org/officeDocument/2006/relationships/oleObject" Target="../embeddings/oleObject80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5.e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33" Type="http://schemas.openxmlformats.org/officeDocument/2006/relationships/oleObject" Target="../embeddings/oleObject79.bin"/><Relationship Id="rId38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20" Type="http://schemas.openxmlformats.org/officeDocument/2006/relationships/image" Target="../media/image55.wmf"/><Relationship Id="rId29" Type="http://schemas.openxmlformats.org/officeDocument/2006/relationships/oleObject" Target="../embeddings/oleObject75.bin"/><Relationship Id="rId41" Type="http://schemas.openxmlformats.org/officeDocument/2006/relationships/image" Target="../media/image71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57.wmf"/><Relationship Id="rId32" Type="http://schemas.openxmlformats.org/officeDocument/2006/relationships/oleObject" Target="../embeddings/oleObject78.bin"/><Relationship Id="rId37" Type="http://schemas.openxmlformats.org/officeDocument/2006/relationships/image" Target="../media/image69.wmf"/><Relationship Id="rId40" Type="http://schemas.openxmlformats.org/officeDocument/2006/relationships/oleObject" Target="../embeddings/oleObject84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68.emf"/><Relationship Id="rId36" Type="http://schemas.openxmlformats.org/officeDocument/2006/relationships/oleObject" Target="../embeddings/oleObject82.bin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7.bin"/><Relationship Id="rId4" Type="http://schemas.openxmlformats.org/officeDocument/2006/relationships/image" Target="../media/image61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74.bin"/><Relationship Id="rId30" Type="http://schemas.openxmlformats.org/officeDocument/2006/relationships/oleObject" Target="../embeddings/oleObject76.bin"/><Relationship Id="rId35" Type="http://schemas.openxmlformats.org/officeDocument/2006/relationships/oleObject" Target="../embeddings/oleObject8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8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7.e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79.emf"/><Relationship Id="rId4" Type="http://schemas.openxmlformats.org/officeDocument/2006/relationships/image" Target="../media/image76.e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90.e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87.emf"/><Relationship Id="rId1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86.e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8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98.e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95.emf"/><Relationship Id="rId17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9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9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1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oleObject" Target="../embeddings/oleObject119.bin"/><Relationship Id="rId7" Type="http://schemas.openxmlformats.org/officeDocument/2006/relationships/image" Target="../media/image10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06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1.e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13.emf"/><Relationship Id="rId4" Type="http://schemas.openxmlformats.org/officeDocument/2006/relationships/image" Target="../media/image110.emf"/><Relationship Id="rId9" Type="http://schemas.openxmlformats.org/officeDocument/2006/relationships/oleObject" Target="../embeddings/oleObject12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2.emf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5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9.e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emf"/><Relationship Id="rId20" Type="http://schemas.openxmlformats.org/officeDocument/2006/relationships/image" Target="../media/image123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6.e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125.emf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6.bin"/><Relationship Id="rId10" Type="http://schemas.openxmlformats.org/officeDocument/2006/relationships/image" Target="../media/image118.e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115.e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0.emf"/><Relationship Id="rId22" Type="http://schemas.openxmlformats.org/officeDocument/2006/relationships/image" Target="../media/image1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3482"/>
              </p:ext>
            </p:extLst>
          </p:nvPr>
        </p:nvGraphicFramePr>
        <p:xfrm>
          <a:off x="1753720" y="960251"/>
          <a:ext cx="78565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Document" r:id="rId3" imgW="3459832" imgH="252658" progId="Word.Document.8">
                  <p:embed/>
                </p:oleObj>
              </mc:Choice>
              <mc:Fallback>
                <p:oleObj name="Document" r:id="rId3" imgW="3459832" imgH="2526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720" y="960251"/>
                        <a:ext cx="78565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269755"/>
              </p:ext>
            </p:extLst>
          </p:nvPr>
        </p:nvGraphicFramePr>
        <p:xfrm>
          <a:off x="759945" y="1346014"/>
          <a:ext cx="101123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Document" r:id="rId5" imgW="4433950" imgH="341870" progId="Word.Document.8">
                  <p:embed/>
                </p:oleObj>
              </mc:Choice>
              <mc:Fallback>
                <p:oleObj name="Document" r:id="rId5" imgW="4433950" imgH="3418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45" y="1346014"/>
                        <a:ext cx="101123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966394"/>
              </p:ext>
            </p:extLst>
          </p:nvPr>
        </p:nvGraphicFramePr>
        <p:xfrm>
          <a:off x="1464888" y="4508687"/>
          <a:ext cx="64119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Document" r:id="rId7" imgW="2737644" imgH="367933" progId="Word.Document.8">
                  <p:embed/>
                </p:oleObj>
              </mc:Choice>
              <mc:Fallback>
                <p:oleObj name="Document" r:id="rId7" imgW="2737644" imgH="3679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888" y="4508687"/>
                        <a:ext cx="64119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72082"/>
              </p:ext>
            </p:extLst>
          </p:nvPr>
        </p:nvGraphicFramePr>
        <p:xfrm>
          <a:off x="807944" y="3270904"/>
          <a:ext cx="8128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Document" r:id="rId9" imgW="3462532" imgH="606001" progId="Word.Document.8">
                  <p:embed/>
                </p:oleObj>
              </mc:Choice>
              <mc:Fallback>
                <p:oleObj name="Document" r:id="rId9" imgW="3462532" imgH="60600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944" y="3270904"/>
                        <a:ext cx="81280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648136"/>
              </p:ext>
            </p:extLst>
          </p:nvPr>
        </p:nvGraphicFramePr>
        <p:xfrm>
          <a:off x="759945" y="1946883"/>
          <a:ext cx="10972800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Document" r:id="rId11" imgW="4846636" imgH="548933" progId="Word.Document.8">
                  <p:embed/>
                </p:oleObj>
              </mc:Choice>
              <mc:Fallback>
                <p:oleObj name="Document" r:id="rId11" imgW="4846636" imgH="5489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45" y="1946883"/>
                        <a:ext cx="10972800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235698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79075"/>
              </p:ext>
            </p:extLst>
          </p:nvPr>
        </p:nvGraphicFramePr>
        <p:xfrm>
          <a:off x="1716182" y="692058"/>
          <a:ext cx="8185345" cy="93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Document" r:id="rId3" imgW="3460218" imgH="396734" progId="Word.Document.8">
                  <p:embed/>
                </p:oleObj>
              </mc:Choice>
              <mc:Fallback>
                <p:oleObj name="Document" r:id="rId3" imgW="3460218" imgH="3967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182" y="692058"/>
                        <a:ext cx="8185345" cy="939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232482"/>
              </p:ext>
            </p:extLst>
          </p:nvPr>
        </p:nvGraphicFramePr>
        <p:xfrm>
          <a:off x="896004" y="1511860"/>
          <a:ext cx="10823575" cy="494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Document" r:id="rId5" imgW="4621796" imgH="2117005" progId="Word.Document.8">
                  <p:embed/>
                </p:oleObj>
              </mc:Choice>
              <mc:Fallback>
                <p:oleObj name="Document" r:id="rId5" imgW="4621796" imgH="21170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004" y="1511860"/>
                        <a:ext cx="10823575" cy="494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063577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066993"/>
              </p:ext>
            </p:extLst>
          </p:nvPr>
        </p:nvGraphicFramePr>
        <p:xfrm>
          <a:off x="709707" y="2838264"/>
          <a:ext cx="65436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Document" r:id="rId3" imgW="3068509" imgH="335532" progId="Word.Document.8">
                  <p:embed/>
                </p:oleObj>
              </mc:Choice>
              <mc:Fallback>
                <p:oleObj name="Document" r:id="rId3" imgW="3068509" imgH="335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07" y="2838264"/>
                        <a:ext cx="65436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277406"/>
              </p:ext>
            </p:extLst>
          </p:nvPr>
        </p:nvGraphicFramePr>
        <p:xfrm>
          <a:off x="1166813" y="651669"/>
          <a:ext cx="10387012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Document" r:id="rId5" imgW="4316143" imgH="1037113" progId="Word.Document.8">
                  <p:embed/>
                </p:oleObj>
              </mc:Choice>
              <mc:Fallback>
                <p:oleObj name="Document" r:id="rId5" imgW="4316143" imgH="10371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651669"/>
                        <a:ext cx="10387012" cy="226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567830"/>
              </p:ext>
            </p:extLst>
          </p:nvPr>
        </p:nvGraphicFramePr>
        <p:xfrm>
          <a:off x="1244600" y="3585695"/>
          <a:ext cx="109140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Document" r:id="rId7" imgW="5074709" imgH="482069" progId="Word.Document.8">
                  <p:embed/>
                </p:oleObj>
              </mc:Choice>
              <mc:Fallback>
                <p:oleObj name="Document" r:id="rId7" imgW="5074709" imgH="4820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585695"/>
                        <a:ext cx="1091406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541"/>
              </p:ext>
            </p:extLst>
          </p:nvPr>
        </p:nvGraphicFramePr>
        <p:xfrm>
          <a:off x="1244600" y="4562335"/>
          <a:ext cx="98552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Document" r:id="rId9" imgW="4577977" imgH="337556" progId="Word.Document.8">
                  <p:embed/>
                </p:oleObj>
              </mc:Choice>
              <mc:Fallback>
                <p:oleObj name="Document" r:id="rId9" imgW="4577977" imgH="3375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562335"/>
                        <a:ext cx="98552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069474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314961"/>
              </p:ext>
            </p:extLst>
          </p:nvPr>
        </p:nvGraphicFramePr>
        <p:xfrm>
          <a:off x="1021354" y="2184379"/>
          <a:ext cx="8280000" cy="185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Document" r:id="rId3" imgW="3815925" imgH="883112" progId="Word.Document.8">
                  <p:embed/>
                </p:oleObj>
              </mc:Choice>
              <mc:Fallback>
                <p:oleObj name="Document" r:id="rId3" imgW="3815925" imgH="8831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354" y="2184379"/>
                        <a:ext cx="8280000" cy="1857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497632"/>
              </p:ext>
            </p:extLst>
          </p:nvPr>
        </p:nvGraphicFramePr>
        <p:xfrm>
          <a:off x="1198713" y="956333"/>
          <a:ext cx="7162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Document" r:id="rId5" imgW="3119167" imgH="302326" progId="Word.Document.8">
                  <p:embed/>
                </p:oleObj>
              </mc:Choice>
              <mc:Fallback>
                <p:oleObj name="Document" r:id="rId5" imgW="3119167" imgH="3023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713" y="956333"/>
                        <a:ext cx="71628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409506"/>
              </p:ext>
            </p:extLst>
          </p:nvPr>
        </p:nvGraphicFramePr>
        <p:xfrm>
          <a:off x="549865" y="1802174"/>
          <a:ext cx="87852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Document" r:id="rId7" imgW="3926803" imgH="267816" progId="Word.Document.8">
                  <p:embed/>
                </p:oleObj>
              </mc:Choice>
              <mc:Fallback>
                <p:oleObj name="Document" r:id="rId7" imgW="3926803" imgH="2678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65" y="1802174"/>
                        <a:ext cx="87852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900438"/>
              </p:ext>
            </p:extLst>
          </p:nvPr>
        </p:nvGraphicFramePr>
        <p:xfrm>
          <a:off x="1198713" y="5245268"/>
          <a:ext cx="616426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Document" r:id="rId9" imgW="2884492" imgH="522691" progId="Word.Document.8">
                  <p:embed/>
                </p:oleObj>
              </mc:Choice>
              <mc:Fallback>
                <p:oleObj name="Document" r:id="rId9" imgW="2884492" imgH="5226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713" y="5245268"/>
                        <a:ext cx="6164262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035926"/>
              </p:ext>
            </p:extLst>
          </p:nvPr>
        </p:nvGraphicFramePr>
        <p:xfrm>
          <a:off x="6794611" y="5245652"/>
          <a:ext cx="26574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Document" r:id="rId11" imgW="1244427" imgH="457267" progId="Word.Document.8">
                  <p:embed/>
                </p:oleObj>
              </mc:Choice>
              <mc:Fallback>
                <p:oleObj name="Document" r:id="rId11" imgW="1244427" imgH="4572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611" y="5245652"/>
                        <a:ext cx="26574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413611"/>
              </p:ext>
            </p:extLst>
          </p:nvPr>
        </p:nvGraphicFramePr>
        <p:xfrm>
          <a:off x="9194767" y="5245268"/>
          <a:ext cx="25225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Document" r:id="rId13" imgW="1181801" imgH="457267" progId="Word.Document.8">
                  <p:embed/>
                </p:oleObj>
              </mc:Choice>
              <mc:Fallback>
                <p:oleObj name="Document" r:id="rId13" imgW="1181801" imgH="4572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4767" y="5245268"/>
                        <a:ext cx="25225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3" name="Picture 11" descr="C:\Users\Ningrj\AppData\Roaming\Tencent\Users\767623779\QQ\WinTemp\RichOle\VV$LHM5J~9QGDAB@S586]EQ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964" y="3721793"/>
            <a:ext cx="564038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 descr="C:\Users\Ningrj\AppData\Roaming\Tencent\Users\767623779\QQ\WinTemp\RichOle\IE4W{131C5NJ_34BZ`64YIR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889" y="4188237"/>
            <a:ext cx="57181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 descr="C:\Users\Ningrj\AppData\Roaming\Tencent\Users\767623779\QQ\WinTemp\RichOle\27$KEYKT[]J)_X}588SMNDB.pn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751" y="4693343"/>
            <a:ext cx="567531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405712"/>
              </p:ext>
            </p:extLst>
          </p:nvPr>
        </p:nvGraphicFramePr>
        <p:xfrm>
          <a:off x="5323677" y="767608"/>
          <a:ext cx="744696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Document" r:id="rId18" imgW="3426120" imgH="584882" progId="Word.Document.8">
                  <p:embed/>
                </p:oleObj>
              </mc:Choice>
              <mc:Fallback>
                <p:oleObj name="Document" r:id="rId18" imgW="3426120" imgH="5848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677" y="767608"/>
                        <a:ext cx="7446963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51985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066068"/>
              </p:ext>
            </p:extLst>
          </p:nvPr>
        </p:nvGraphicFramePr>
        <p:xfrm>
          <a:off x="1041202" y="1055075"/>
          <a:ext cx="107505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" name="Document" r:id="rId3" imgW="4828678" imgH="310595" progId="Word.Document.8">
                  <p:embed/>
                </p:oleObj>
              </mc:Choice>
              <mc:Fallback>
                <p:oleObj name="Document" r:id="rId3" imgW="4828678" imgH="3105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202" y="1055075"/>
                        <a:ext cx="107505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374536"/>
              </p:ext>
            </p:extLst>
          </p:nvPr>
        </p:nvGraphicFramePr>
        <p:xfrm>
          <a:off x="1059396" y="1830834"/>
          <a:ext cx="36163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Document" r:id="rId5" imgW="1644603" imgH="482417" progId="Word.Document.8">
                  <p:embed/>
                </p:oleObj>
              </mc:Choice>
              <mc:Fallback>
                <p:oleObj name="Document" r:id="rId5" imgW="1644603" imgH="4824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396" y="1830834"/>
                        <a:ext cx="361632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932312"/>
              </p:ext>
            </p:extLst>
          </p:nvPr>
        </p:nvGraphicFramePr>
        <p:xfrm>
          <a:off x="6969751" y="1569222"/>
          <a:ext cx="43021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Document" r:id="rId7" imgW="1958546" imgH="630023" progId="Word.Document.8">
                  <p:embed/>
                </p:oleObj>
              </mc:Choice>
              <mc:Fallback>
                <p:oleObj name="Document" r:id="rId7" imgW="1958546" imgH="6300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751" y="1569222"/>
                        <a:ext cx="43021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742918"/>
              </p:ext>
            </p:extLst>
          </p:nvPr>
        </p:nvGraphicFramePr>
        <p:xfrm>
          <a:off x="6476988" y="2630440"/>
          <a:ext cx="448945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Document" r:id="rId9" imgW="1913903" imgH="630383" progId="Word.Document.8">
                  <p:embed/>
                </p:oleObj>
              </mc:Choice>
              <mc:Fallback>
                <p:oleObj name="Document" r:id="rId9" imgW="1913903" imgH="6303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88" y="2630440"/>
                        <a:ext cx="4489450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787928"/>
              </p:ext>
            </p:extLst>
          </p:nvPr>
        </p:nvGraphicFramePr>
        <p:xfrm>
          <a:off x="6624097" y="3990364"/>
          <a:ext cx="26416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Document" r:id="rId11" imgW="1203930" imgH="336972" progId="Word.Document.8">
                  <p:embed/>
                </p:oleObj>
              </mc:Choice>
              <mc:Fallback>
                <p:oleObj name="Document" r:id="rId11" imgW="1203930" imgH="3369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097" y="3990364"/>
                        <a:ext cx="26416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079279"/>
              </p:ext>
            </p:extLst>
          </p:nvPr>
        </p:nvGraphicFramePr>
        <p:xfrm>
          <a:off x="609289" y="4873219"/>
          <a:ext cx="53705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Document" r:id="rId13" imgW="2441702" imgH="339132" progId="Word.Document.8">
                  <p:embed/>
                </p:oleObj>
              </mc:Choice>
              <mc:Fallback>
                <p:oleObj name="Document" r:id="rId13" imgW="2441702" imgH="3391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9" y="4873219"/>
                        <a:ext cx="53705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621423"/>
              </p:ext>
            </p:extLst>
          </p:nvPr>
        </p:nvGraphicFramePr>
        <p:xfrm>
          <a:off x="3838082" y="1595322"/>
          <a:ext cx="39624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Document" r:id="rId15" imgW="1801574" imgH="482417" progId="Word.Document.8">
                  <p:embed/>
                </p:oleObj>
              </mc:Choice>
              <mc:Fallback>
                <p:oleObj name="Document" r:id="rId15" imgW="1801574" imgH="4824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082" y="1595322"/>
                        <a:ext cx="39624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304084"/>
              </p:ext>
            </p:extLst>
          </p:nvPr>
        </p:nvGraphicFramePr>
        <p:xfrm>
          <a:off x="3455586" y="2632726"/>
          <a:ext cx="39465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" name="Document" r:id="rId17" imgW="1796534" imgH="630023" progId="Word.Document.8">
                  <p:embed/>
                </p:oleObj>
              </mc:Choice>
              <mc:Fallback>
                <p:oleObj name="Document" r:id="rId17" imgW="1796534" imgH="6300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586" y="2632726"/>
                        <a:ext cx="39465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369906"/>
              </p:ext>
            </p:extLst>
          </p:nvPr>
        </p:nvGraphicFramePr>
        <p:xfrm>
          <a:off x="3120390" y="3752239"/>
          <a:ext cx="393700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Document" r:id="rId19" imgW="1670885" imgH="628223" progId="Word.Document.8">
                  <p:embed/>
                </p:oleObj>
              </mc:Choice>
              <mc:Fallback>
                <p:oleObj name="Document" r:id="rId19" imgW="1670885" imgH="6282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390" y="3752239"/>
                        <a:ext cx="3937000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771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799516"/>
              </p:ext>
            </p:extLst>
          </p:nvPr>
        </p:nvGraphicFramePr>
        <p:xfrm>
          <a:off x="1372248" y="937047"/>
          <a:ext cx="83756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Document" r:id="rId3" imgW="3676234" imgH="393854" progId="Word.Document.8">
                  <p:embed/>
                </p:oleObj>
              </mc:Choice>
              <mc:Fallback>
                <p:oleObj name="Document" r:id="rId3" imgW="3676234" imgH="3938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248" y="937047"/>
                        <a:ext cx="83756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666191"/>
              </p:ext>
            </p:extLst>
          </p:nvPr>
        </p:nvGraphicFramePr>
        <p:xfrm>
          <a:off x="715022" y="1830810"/>
          <a:ext cx="10744200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Document" r:id="rId5" imgW="4798508" imgH="573738" progId="Word.Document.8">
                  <p:embed/>
                </p:oleObj>
              </mc:Choice>
              <mc:Fallback>
                <p:oleObj name="Document" r:id="rId5" imgW="4798508" imgH="5737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22" y="1830810"/>
                        <a:ext cx="10744200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4754"/>
              </p:ext>
            </p:extLst>
          </p:nvPr>
        </p:nvGraphicFramePr>
        <p:xfrm>
          <a:off x="1372248" y="2997903"/>
          <a:ext cx="85677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Document" r:id="rId7" imgW="3830186" imgH="267816" progId="Word.Document.8">
                  <p:embed/>
                </p:oleObj>
              </mc:Choice>
              <mc:Fallback>
                <p:oleObj name="Document" r:id="rId7" imgW="3830186" imgH="2678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248" y="2997903"/>
                        <a:ext cx="85677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097719"/>
              </p:ext>
            </p:extLst>
          </p:nvPr>
        </p:nvGraphicFramePr>
        <p:xfrm>
          <a:off x="1371600" y="3595688"/>
          <a:ext cx="9801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Document" r:id="rId9" imgW="4372173" imgH="251999" progId="Word.Document.8">
                  <p:embed/>
                </p:oleObj>
              </mc:Choice>
              <mc:Fallback>
                <p:oleObj name="Document" r:id="rId9" imgW="4372173" imgH="2519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595688"/>
                        <a:ext cx="9801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552143"/>
              </p:ext>
            </p:extLst>
          </p:nvPr>
        </p:nvGraphicFramePr>
        <p:xfrm>
          <a:off x="800100" y="4243388"/>
          <a:ext cx="106775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Document" r:id="rId11" imgW="4757921" imgH="530959" progId="Word.Document.8">
                  <p:embed/>
                </p:oleObj>
              </mc:Choice>
              <mc:Fallback>
                <p:oleObj name="Document" r:id="rId11" imgW="4757921" imgH="5309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243388"/>
                        <a:ext cx="106775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1209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601654"/>
              </p:ext>
            </p:extLst>
          </p:nvPr>
        </p:nvGraphicFramePr>
        <p:xfrm>
          <a:off x="695325" y="2648323"/>
          <a:ext cx="1107281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Document" r:id="rId3" imgW="5139719" imgH="691289" progId="Word.Document.8">
                  <p:embed/>
                </p:oleObj>
              </mc:Choice>
              <mc:Fallback>
                <p:oleObj name="Document" r:id="rId3" imgW="5139719" imgH="69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2648323"/>
                        <a:ext cx="1107281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018451"/>
              </p:ext>
            </p:extLst>
          </p:nvPr>
        </p:nvGraphicFramePr>
        <p:xfrm>
          <a:off x="652043" y="805889"/>
          <a:ext cx="10977563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Document" r:id="rId5" imgW="4871419" imgH="754199" progId="Word.Document.8">
                  <p:embed/>
                </p:oleObj>
              </mc:Choice>
              <mc:Fallback>
                <p:oleObj name="Document" r:id="rId5" imgW="4871419" imgH="7541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43" y="805889"/>
                        <a:ext cx="10977563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523833"/>
              </p:ext>
            </p:extLst>
          </p:nvPr>
        </p:nvGraphicFramePr>
        <p:xfrm>
          <a:off x="1250858" y="3642096"/>
          <a:ext cx="106092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Document" r:id="rId7" imgW="4992818" imgH="459781" progId="Word.Document.8">
                  <p:embed/>
                </p:oleObj>
              </mc:Choice>
              <mc:Fallback>
                <p:oleObj name="Document" r:id="rId7" imgW="4992818" imgH="4597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858" y="3642096"/>
                        <a:ext cx="106092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273435"/>
              </p:ext>
            </p:extLst>
          </p:nvPr>
        </p:nvGraphicFramePr>
        <p:xfrm>
          <a:off x="1250858" y="4593010"/>
          <a:ext cx="44164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Document" r:id="rId9" imgW="2067740" imgH="395793" progId="Word.Document.8">
                  <p:embed/>
                </p:oleObj>
              </mc:Choice>
              <mc:Fallback>
                <p:oleObj name="Document" r:id="rId9" imgW="2067740" imgH="3957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858" y="4593010"/>
                        <a:ext cx="44164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120141"/>
              </p:ext>
            </p:extLst>
          </p:nvPr>
        </p:nvGraphicFramePr>
        <p:xfrm>
          <a:off x="5307947" y="4192961"/>
          <a:ext cx="2655887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Document" r:id="rId11" imgW="1244164" imgH="791226" progId="Word.Document.8">
                  <p:embed/>
                </p:oleObj>
              </mc:Choice>
              <mc:Fallback>
                <p:oleObj name="Document" r:id="rId11" imgW="1244164" imgH="7912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947" y="4192961"/>
                        <a:ext cx="2655887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9849DC04-F789-4928-B578-18C2C42D31A2}"/>
              </a:ext>
            </a:extLst>
          </p:cNvPr>
          <p:cNvSpPr/>
          <p:nvPr/>
        </p:nvSpPr>
        <p:spPr>
          <a:xfrm>
            <a:off x="9879012" y="1760906"/>
            <a:ext cx="1497012" cy="13557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noProof="1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19A74FC-423B-4367-A933-EBA714398B2E}"/>
              </a:ext>
            </a:extLst>
          </p:cNvPr>
          <p:cNvCxnSpPr/>
          <p:nvPr/>
        </p:nvCxnSpPr>
        <p:spPr>
          <a:xfrm>
            <a:off x="9580562" y="2473694"/>
            <a:ext cx="2187575" cy="33337"/>
          </a:xfrm>
          <a:prstGeom prst="straightConnector1">
            <a:avLst/>
          </a:prstGeom>
          <a:ln w="15875">
            <a:solidFill>
              <a:srgbClr val="0033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605E9C-F841-4F99-A984-959594D7DE01}"/>
              </a:ext>
            </a:extLst>
          </p:cNvPr>
          <p:cNvCxnSpPr/>
          <p:nvPr/>
        </p:nvCxnSpPr>
        <p:spPr>
          <a:xfrm flipV="1">
            <a:off x="10623549" y="1405306"/>
            <a:ext cx="17463" cy="1946275"/>
          </a:xfrm>
          <a:prstGeom prst="straightConnector1">
            <a:avLst/>
          </a:prstGeom>
          <a:ln w="15875">
            <a:solidFill>
              <a:srgbClr val="0033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34">
            <a:extLst>
              <a:ext uri="{FF2B5EF4-FFF2-40B4-BE49-F238E27FC236}">
                <a16:creationId xmlns:a16="http://schemas.microsoft.com/office/drawing/2014/main" id="{5ED6B4E4-C45B-41D6-8969-86ADA4B5CF46}"/>
              </a:ext>
            </a:extLst>
          </p:cNvPr>
          <p:cNvSpPr/>
          <p:nvPr/>
        </p:nvSpPr>
        <p:spPr>
          <a:xfrm>
            <a:off x="10120312" y="2502269"/>
            <a:ext cx="442912" cy="522287"/>
          </a:xfrm>
          <a:custGeom>
            <a:avLst/>
            <a:gdLst>
              <a:gd name="connisteX0" fmla="*/ 14120 w 442392"/>
              <a:gd name="connsiteY0" fmla="*/ 160180 h 522130"/>
              <a:gd name="connisteX1" fmla="*/ 81430 w 442392"/>
              <a:gd name="connsiteY1" fmla="*/ 151290 h 522130"/>
              <a:gd name="connisteX2" fmla="*/ 156995 w 442392"/>
              <a:gd name="connsiteY2" fmla="*/ 126525 h 522130"/>
              <a:gd name="connisteX3" fmla="*/ 224305 w 442392"/>
              <a:gd name="connsiteY3" fmla="*/ 117635 h 522130"/>
              <a:gd name="connisteX4" fmla="*/ 275105 w 442392"/>
              <a:gd name="connsiteY4" fmla="*/ 184945 h 522130"/>
              <a:gd name="connisteX5" fmla="*/ 207795 w 442392"/>
              <a:gd name="connsiteY5" fmla="*/ 218600 h 522130"/>
              <a:gd name="connisteX6" fmla="*/ 132230 w 442392"/>
              <a:gd name="connsiteY6" fmla="*/ 235745 h 522130"/>
              <a:gd name="connisteX7" fmla="*/ 56030 w 442392"/>
              <a:gd name="connsiteY7" fmla="*/ 244000 h 522130"/>
              <a:gd name="connisteX8" fmla="*/ 5865 w 442392"/>
              <a:gd name="connsiteY8" fmla="*/ 168435 h 522130"/>
              <a:gd name="connisteX9" fmla="*/ 5865 w 442392"/>
              <a:gd name="connsiteY9" fmla="*/ 101125 h 522130"/>
              <a:gd name="connisteX10" fmla="*/ 31265 w 442392"/>
              <a:gd name="connsiteY10" fmla="*/ 33815 h 522130"/>
              <a:gd name="connisteX11" fmla="*/ 98575 w 442392"/>
              <a:gd name="connsiteY11" fmla="*/ 160 h 522130"/>
              <a:gd name="connisteX12" fmla="*/ 165885 w 442392"/>
              <a:gd name="connsiteY12" fmla="*/ 42070 h 522130"/>
              <a:gd name="connisteX13" fmla="*/ 241450 w 442392"/>
              <a:gd name="connsiteY13" fmla="*/ 67470 h 522130"/>
              <a:gd name="connisteX14" fmla="*/ 283360 w 442392"/>
              <a:gd name="connsiteY14" fmla="*/ 134780 h 522130"/>
              <a:gd name="connisteX15" fmla="*/ 283360 w 442392"/>
              <a:gd name="connsiteY15" fmla="*/ 202090 h 522130"/>
              <a:gd name="connisteX16" fmla="*/ 275105 w 442392"/>
              <a:gd name="connsiteY16" fmla="*/ 269400 h 522130"/>
              <a:gd name="connisteX17" fmla="*/ 257960 w 442392"/>
              <a:gd name="connsiteY17" fmla="*/ 336710 h 522130"/>
              <a:gd name="connisteX18" fmla="*/ 190650 w 442392"/>
              <a:gd name="connsiteY18" fmla="*/ 404020 h 522130"/>
              <a:gd name="connisteX19" fmla="*/ 123340 w 442392"/>
              <a:gd name="connsiteY19" fmla="*/ 378620 h 522130"/>
              <a:gd name="connisteX20" fmla="*/ 73175 w 442392"/>
              <a:gd name="connsiteY20" fmla="*/ 311310 h 522130"/>
              <a:gd name="connisteX21" fmla="*/ 47775 w 442392"/>
              <a:gd name="connsiteY21" fmla="*/ 244000 h 522130"/>
              <a:gd name="connisteX22" fmla="*/ 47775 w 442392"/>
              <a:gd name="connsiteY22" fmla="*/ 176690 h 522130"/>
              <a:gd name="connisteX23" fmla="*/ 115085 w 442392"/>
              <a:gd name="connsiteY23" fmla="*/ 176690 h 522130"/>
              <a:gd name="connisteX24" fmla="*/ 182395 w 442392"/>
              <a:gd name="connsiteY24" fmla="*/ 176690 h 522130"/>
              <a:gd name="connisteX25" fmla="*/ 257960 w 442392"/>
              <a:gd name="connsiteY25" fmla="*/ 176690 h 522130"/>
              <a:gd name="connisteX26" fmla="*/ 300505 w 442392"/>
              <a:gd name="connsiteY26" fmla="*/ 252255 h 522130"/>
              <a:gd name="connisteX27" fmla="*/ 317015 w 442392"/>
              <a:gd name="connsiteY27" fmla="*/ 319565 h 522130"/>
              <a:gd name="connisteX28" fmla="*/ 317015 w 442392"/>
              <a:gd name="connsiteY28" fmla="*/ 386875 h 522130"/>
              <a:gd name="connisteX29" fmla="*/ 317015 w 442392"/>
              <a:gd name="connsiteY29" fmla="*/ 454820 h 522130"/>
              <a:gd name="connisteX30" fmla="*/ 275105 w 442392"/>
              <a:gd name="connsiteY30" fmla="*/ 522130 h 522130"/>
              <a:gd name="connisteX31" fmla="*/ 249705 w 442392"/>
              <a:gd name="connsiteY31" fmla="*/ 454820 h 522130"/>
              <a:gd name="connisteX32" fmla="*/ 317015 w 442392"/>
              <a:gd name="connsiteY32" fmla="*/ 412275 h 522130"/>
              <a:gd name="connisteX33" fmla="*/ 401470 w 442392"/>
              <a:gd name="connsiteY33" fmla="*/ 362110 h 522130"/>
              <a:gd name="connisteX34" fmla="*/ 435125 w 442392"/>
              <a:gd name="connsiteY34" fmla="*/ 285910 h 522130"/>
              <a:gd name="connisteX35" fmla="*/ 435125 w 442392"/>
              <a:gd name="connsiteY35" fmla="*/ 218600 h 522130"/>
              <a:gd name="connisteX36" fmla="*/ 376070 w 442392"/>
              <a:gd name="connsiteY36" fmla="*/ 151290 h 522130"/>
              <a:gd name="connisteX37" fmla="*/ 325270 w 442392"/>
              <a:gd name="connsiteY37" fmla="*/ 218600 h 522130"/>
              <a:gd name="connisteX38" fmla="*/ 325270 w 442392"/>
              <a:gd name="connsiteY38" fmla="*/ 285910 h 522130"/>
              <a:gd name="connisteX39" fmla="*/ 308760 w 442392"/>
              <a:gd name="connsiteY39" fmla="*/ 353220 h 522130"/>
              <a:gd name="connisteX40" fmla="*/ 241450 w 442392"/>
              <a:gd name="connsiteY40" fmla="*/ 412275 h 522130"/>
              <a:gd name="connisteX41" fmla="*/ 174140 w 442392"/>
              <a:gd name="connsiteY41" fmla="*/ 471330 h 5221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</a:cxnLst>
            <a:rect l="l" t="t" r="r" b="b"/>
            <a:pathLst>
              <a:path w="442392" h="522131">
                <a:moveTo>
                  <a:pt x="14121" y="160181"/>
                </a:moveTo>
                <a:cubicBezTo>
                  <a:pt x="26186" y="158911"/>
                  <a:pt x="52856" y="158276"/>
                  <a:pt x="81431" y="151291"/>
                </a:cubicBezTo>
                <a:cubicBezTo>
                  <a:pt x="110006" y="144306"/>
                  <a:pt x="128421" y="133511"/>
                  <a:pt x="156996" y="126526"/>
                </a:cubicBezTo>
                <a:cubicBezTo>
                  <a:pt x="185571" y="119541"/>
                  <a:pt x="200811" y="106206"/>
                  <a:pt x="224306" y="117636"/>
                </a:cubicBezTo>
                <a:cubicBezTo>
                  <a:pt x="247801" y="129066"/>
                  <a:pt x="278281" y="164626"/>
                  <a:pt x="275106" y="184946"/>
                </a:cubicBezTo>
                <a:cubicBezTo>
                  <a:pt x="271931" y="205266"/>
                  <a:pt x="236371" y="208441"/>
                  <a:pt x="207796" y="218601"/>
                </a:cubicBezTo>
                <a:cubicBezTo>
                  <a:pt x="179221" y="228761"/>
                  <a:pt x="162711" y="230666"/>
                  <a:pt x="132231" y="235746"/>
                </a:cubicBezTo>
                <a:cubicBezTo>
                  <a:pt x="101751" y="240826"/>
                  <a:pt x="81431" y="257336"/>
                  <a:pt x="56031" y="244001"/>
                </a:cubicBezTo>
                <a:cubicBezTo>
                  <a:pt x="30631" y="230666"/>
                  <a:pt x="16026" y="197011"/>
                  <a:pt x="5866" y="168436"/>
                </a:cubicBezTo>
                <a:cubicBezTo>
                  <a:pt x="-4294" y="139861"/>
                  <a:pt x="786" y="127796"/>
                  <a:pt x="5866" y="101126"/>
                </a:cubicBezTo>
                <a:cubicBezTo>
                  <a:pt x="10946" y="74456"/>
                  <a:pt x="12851" y="54136"/>
                  <a:pt x="31266" y="33816"/>
                </a:cubicBezTo>
                <a:cubicBezTo>
                  <a:pt x="49681" y="13496"/>
                  <a:pt x="71906" y="-1744"/>
                  <a:pt x="98576" y="161"/>
                </a:cubicBezTo>
                <a:cubicBezTo>
                  <a:pt x="125246" y="2066"/>
                  <a:pt x="137311" y="28736"/>
                  <a:pt x="165886" y="42071"/>
                </a:cubicBezTo>
                <a:cubicBezTo>
                  <a:pt x="194461" y="55406"/>
                  <a:pt x="217956" y="49056"/>
                  <a:pt x="241451" y="67471"/>
                </a:cubicBezTo>
                <a:cubicBezTo>
                  <a:pt x="264946" y="85886"/>
                  <a:pt x="275106" y="108111"/>
                  <a:pt x="283361" y="134781"/>
                </a:cubicBezTo>
                <a:cubicBezTo>
                  <a:pt x="291616" y="161451"/>
                  <a:pt x="285266" y="175421"/>
                  <a:pt x="283361" y="202091"/>
                </a:cubicBezTo>
                <a:cubicBezTo>
                  <a:pt x="281456" y="228761"/>
                  <a:pt x="280186" y="242731"/>
                  <a:pt x="275106" y="269401"/>
                </a:cubicBezTo>
                <a:cubicBezTo>
                  <a:pt x="270026" y="296071"/>
                  <a:pt x="275106" y="310041"/>
                  <a:pt x="257961" y="336711"/>
                </a:cubicBezTo>
                <a:cubicBezTo>
                  <a:pt x="240816" y="363381"/>
                  <a:pt x="217321" y="395766"/>
                  <a:pt x="190651" y="404021"/>
                </a:cubicBezTo>
                <a:cubicBezTo>
                  <a:pt x="163981" y="412276"/>
                  <a:pt x="146836" y="397036"/>
                  <a:pt x="123341" y="378621"/>
                </a:cubicBezTo>
                <a:cubicBezTo>
                  <a:pt x="99846" y="360206"/>
                  <a:pt x="88416" y="337981"/>
                  <a:pt x="73176" y="311311"/>
                </a:cubicBezTo>
                <a:cubicBezTo>
                  <a:pt x="57936" y="284641"/>
                  <a:pt x="52856" y="270671"/>
                  <a:pt x="47776" y="244001"/>
                </a:cubicBezTo>
                <a:cubicBezTo>
                  <a:pt x="42696" y="217331"/>
                  <a:pt x="34441" y="190026"/>
                  <a:pt x="47776" y="176691"/>
                </a:cubicBezTo>
                <a:cubicBezTo>
                  <a:pt x="61111" y="163356"/>
                  <a:pt x="88416" y="176691"/>
                  <a:pt x="115086" y="176691"/>
                </a:cubicBezTo>
                <a:cubicBezTo>
                  <a:pt x="141756" y="176691"/>
                  <a:pt x="153821" y="176691"/>
                  <a:pt x="182396" y="176691"/>
                </a:cubicBezTo>
                <a:cubicBezTo>
                  <a:pt x="210971" y="176691"/>
                  <a:pt x="234466" y="161451"/>
                  <a:pt x="257961" y="176691"/>
                </a:cubicBezTo>
                <a:cubicBezTo>
                  <a:pt x="281456" y="191931"/>
                  <a:pt x="288441" y="223681"/>
                  <a:pt x="300506" y="252256"/>
                </a:cubicBezTo>
                <a:cubicBezTo>
                  <a:pt x="312571" y="280831"/>
                  <a:pt x="313841" y="292896"/>
                  <a:pt x="317016" y="319566"/>
                </a:cubicBezTo>
                <a:cubicBezTo>
                  <a:pt x="320191" y="346236"/>
                  <a:pt x="317016" y="359571"/>
                  <a:pt x="317016" y="386876"/>
                </a:cubicBezTo>
                <a:cubicBezTo>
                  <a:pt x="317016" y="414181"/>
                  <a:pt x="325271" y="427516"/>
                  <a:pt x="317016" y="454821"/>
                </a:cubicBezTo>
                <a:cubicBezTo>
                  <a:pt x="308761" y="482126"/>
                  <a:pt x="288441" y="522131"/>
                  <a:pt x="275106" y="522131"/>
                </a:cubicBezTo>
                <a:cubicBezTo>
                  <a:pt x="261771" y="522131"/>
                  <a:pt x="241451" y="477046"/>
                  <a:pt x="249706" y="454821"/>
                </a:cubicBezTo>
                <a:cubicBezTo>
                  <a:pt x="257961" y="432596"/>
                  <a:pt x="286536" y="430691"/>
                  <a:pt x="317016" y="412276"/>
                </a:cubicBezTo>
                <a:cubicBezTo>
                  <a:pt x="347496" y="393861"/>
                  <a:pt x="377976" y="387511"/>
                  <a:pt x="401471" y="362111"/>
                </a:cubicBezTo>
                <a:cubicBezTo>
                  <a:pt x="424966" y="336711"/>
                  <a:pt x="428141" y="314486"/>
                  <a:pt x="435126" y="285911"/>
                </a:cubicBezTo>
                <a:cubicBezTo>
                  <a:pt x="442111" y="257336"/>
                  <a:pt x="447191" y="245271"/>
                  <a:pt x="435126" y="218601"/>
                </a:cubicBezTo>
                <a:cubicBezTo>
                  <a:pt x="423061" y="191931"/>
                  <a:pt x="398296" y="151291"/>
                  <a:pt x="376071" y="151291"/>
                </a:cubicBezTo>
                <a:cubicBezTo>
                  <a:pt x="353846" y="151291"/>
                  <a:pt x="335431" y="191931"/>
                  <a:pt x="325271" y="218601"/>
                </a:cubicBezTo>
                <a:cubicBezTo>
                  <a:pt x="315111" y="245271"/>
                  <a:pt x="328446" y="259241"/>
                  <a:pt x="325271" y="285911"/>
                </a:cubicBezTo>
                <a:cubicBezTo>
                  <a:pt x="322096" y="312581"/>
                  <a:pt x="325271" y="327821"/>
                  <a:pt x="308761" y="353221"/>
                </a:cubicBezTo>
                <a:cubicBezTo>
                  <a:pt x="292251" y="378621"/>
                  <a:pt x="268121" y="388781"/>
                  <a:pt x="241451" y="412276"/>
                </a:cubicBezTo>
                <a:cubicBezTo>
                  <a:pt x="214781" y="435771"/>
                  <a:pt x="186206" y="460536"/>
                  <a:pt x="174141" y="471331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14388948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430288"/>
              </p:ext>
            </p:extLst>
          </p:nvPr>
        </p:nvGraphicFramePr>
        <p:xfrm>
          <a:off x="742764" y="763028"/>
          <a:ext cx="1103471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Document" r:id="rId3" imgW="4871778" imgH="654622" progId="Word.Document.8">
                  <p:embed/>
                </p:oleObj>
              </mc:Choice>
              <mc:Fallback>
                <p:oleObj name="Document" r:id="rId3" imgW="4871778" imgH="6546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64" y="763028"/>
                        <a:ext cx="1103471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913958"/>
              </p:ext>
            </p:extLst>
          </p:nvPr>
        </p:nvGraphicFramePr>
        <p:xfrm>
          <a:off x="742764" y="4453965"/>
          <a:ext cx="108458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Document" r:id="rId5" imgW="5104520" imgH="482788" progId="Word.Document.8">
                  <p:embed/>
                </p:oleObj>
              </mc:Choice>
              <mc:Fallback>
                <p:oleObj name="Document" r:id="rId5" imgW="5104520" imgH="4827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64" y="4453965"/>
                        <a:ext cx="108458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515902"/>
              </p:ext>
            </p:extLst>
          </p:nvPr>
        </p:nvGraphicFramePr>
        <p:xfrm>
          <a:off x="693552" y="2939490"/>
          <a:ext cx="1094898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Document" r:id="rId7" imgW="4758640" imgH="640602" progId="Word.Document.8">
                  <p:embed/>
                </p:oleObj>
              </mc:Choice>
              <mc:Fallback>
                <p:oleObj name="Document" r:id="rId7" imgW="4758640" imgH="6406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552" y="2939490"/>
                        <a:ext cx="10948987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890478"/>
              </p:ext>
            </p:extLst>
          </p:nvPr>
        </p:nvGraphicFramePr>
        <p:xfrm>
          <a:off x="691964" y="2207653"/>
          <a:ext cx="1113631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Document" r:id="rId9" imgW="4917393" imgH="459421" progId="Word.Document.8">
                  <p:embed/>
                </p:oleObj>
              </mc:Choice>
              <mc:Fallback>
                <p:oleObj name="Document" r:id="rId9" imgW="4917393" imgH="4594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64" y="2207653"/>
                        <a:ext cx="11136312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822824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20804"/>
              </p:ext>
            </p:extLst>
          </p:nvPr>
        </p:nvGraphicFramePr>
        <p:xfrm>
          <a:off x="1185428" y="1974752"/>
          <a:ext cx="82438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8" name="Document" r:id="rId3" imgW="3640904" imgH="358406" progId="Word.Document.8">
                  <p:embed/>
                </p:oleObj>
              </mc:Choice>
              <mc:Fallback>
                <p:oleObj name="Document" r:id="rId3" imgW="3640904" imgH="3584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428" y="1974752"/>
                        <a:ext cx="82438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613317"/>
              </p:ext>
            </p:extLst>
          </p:nvPr>
        </p:nvGraphicFramePr>
        <p:xfrm>
          <a:off x="566738" y="623888"/>
          <a:ext cx="11053762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9" name="Document" r:id="rId5" imgW="4880039" imgH="640602" progId="Word.Document.8">
                  <p:embed/>
                </p:oleObj>
              </mc:Choice>
              <mc:Fallback>
                <p:oleObj name="Document" r:id="rId5" imgW="4880039" imgH="6406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623888"/>
                        <a:ext cx="11053762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082295"/>
              </p:ext>
            </p:extLst>
          </p:nvPr>
        </p:nvGraphicFramePr>
        <p:xfrm>
          <a:off x="554417" y="2724282"/>
          <a:ext cx="82137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0" name="Document" r:id="rId7" imgW="3608570" imgH="349294" progId="Word.Document.8">
                  <p:embed/>
                </p:oleObj>
              </mc:Choice>
              <mc:Fallback>
                <p:oleObj name="Document" r:id="rId7" imgW="3608570" imgH="3492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7" y="2724282"/>
                        <a:ext cx="82137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33381"/>
              </p:ext>
            </p:extLst>
          </p:nvPr>
        </p:nvGraphicFramePr>
        <p:xfrm>
          <a:off x="555625" y="3362325"/>
          <a:ext cx="62420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1" name="Document" r:id="rId9" imgW="2740824" imgH="505435" progId="Word.Document.8">
                  <p:embed/>
                </p:oleObj>
              </mc:Choice>
              <mc:Fallback>
                <p:oleObj name="Document" r:id="rId9" imgW="2740824" imgH="5054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3362325"/>
                        <a:ext cx="62420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366349"/>
              </p:ext>
            </p:extLst>
          </p:nvPr>
        </p:nvGraphicFramePr>
        <p:xfrm>
          <a:off x="564403" y="4516902"/>
          <a:ext cx="8213725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" name="Document" r:id="rId11" imgW="3600317" imgH="691289" progId="Word.Document.8">
                  <p:embed/>
                </p:oleObj>
              </mc:Choice>
              <mc:Fallback>
                <p:oleObj name="Document" r:id="rId11" imgW="3600317" imgH="69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403" y="4516902"/>
                        <a:ext cx="8213725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9167704" y="1220920"/>
            <a:ext cx="2333625" cy="2300286"/>
            <a:chOff x="6319838" y="782479"/>
            <a:chExt cx="2333625" cy="2300286"/>
          </a:xfrm>
        </p:grpSpPr>
        <p:grpSp>
          <p:nvGrpSpPr>
            <p:cNvPr id="12324" name="Group 64"/>
            <p:cNvGrpSpPr>
              <a:grpSpLocks/>
            </p:cNvGrpSpPr>
            <p:nvPr/>
          </p:nvGrpSpPr>
          <p:grpSpPr bwMode="auto">
            <a:xfrm>
              <a:off x="6319838" y="782479"/>
              <a:ext cx="2333625" cy="2300286"/>
              <a:chOff x="0" y="0"/>
              <a:chExt cx="2211" cy="2300"/>
            </a:xfrm>
          </p:grpSpPr>
          <p:sp>
            <p:nvSpPr>
              <p:cNvPr id="12327" name="Picture 65"/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2211" cy="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12328" name="对象 7"/>
              <p:cNvGraphicFramePr>
                <a:graphicFrameLocks noChangeAspect="1"/>
              </p:cNvGraphicFramePr>
              <p:nvPr/>
            </p:nvGraphicFramePr>
            <p:xfrm>
              <a:off x="275" y="559"/>
              <a:ext cx="14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3" name="Equation" r:id="rId13" imgW="114102" imgH="126780" progId="Equation.DSMT4">
                      <p:embed/>
                    </p:oleObj>
                  </mc:Choice>
                  <mc:Fallback>
                    <p:oleObj name="Equation" r:id="rId13" imgW="114102" imgH="1267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559"/>
                            <a:ext cx="144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29" name="对象 8"/>
              <p:cNvGraphicFramePr>
                <a:graphicFrameLocks noChangeAspect="1"/>
              </p:cNvGraphicFramePr>
              <p:nvPr/>
            </p:nvGraphicFramePr>
            <p:xfrm>
              <a:off x="1480" y="1862"/>
              <a:ext cx="212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4" name="Equation" r:id="rId15" imgW="126720" imgH="164880" progId="Equation.DSMT4">
                      <p:embed/>
                    </p:oleObj>
                  </mc:Choice>
                  <mc:Fallback>
                    <p:oleObj name="Equation" r:id="rId15" imgW="12672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0" y="1862"/>
                            <a:ext cx="212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0" name="对象 9"/>
              <p:cNvGraphicFramePr>
                <a:graphicFrameLocks noChangeAspect="1"/>
              </p:cNvGraphicFramePr>
              <p:nvPr/>
            </p:nvGraphicFramePr>
            <p:xfrm>
              <a:off x="117" y="1900"/>
              <a:ext cx="18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5" name="Equation" r:id="rId17" imgW="152202" imgH="177569" progId="Equation.DSMT4">
                      <p:embed/>
                    </p:oleObj>
                  </mc:Choice>
                  <mc:Fallback>
                    <p:oleObj name="Equation" r:id="rId17" imgW="152202" imgH="17756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" y="1900"/>
                            <a:ext cx="18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1" name="对象 10"/>
              <p:cNvGraphicFramePr>
                <a:graphicFrameLocks noChangeAspect="1"/>
              </p:cNvGraphicFramePr>
              <p:nvPr/>
            </p:nvGraphicFramePr>
            <p:xfrm>
              <a:off x="1995" y="1889"/>
              <a:ext cx="216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6" name="Equation" r:id="rId19" imgW="126835" imgH="139518" progId="Equation.DSMT4">
                      <p:embed/>
                    </p:oleObj>
                  </mc:Choice>
                  <mc:Fallback>
                    <p:oleObj name="Equation" r:id="rId19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5" y="1889"/>
                            <a:ext cx="216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2" name="对象 11"/>
              <p:cNvGraphicFramePr>
                <a:graphicFrameLocks noChangeAspect="1"/>
              </p:cNvGraphicFramePr>
              <p:nvPr/>
            </p:nvGraphicFramePr>
            <p:xfrm>
              <a:off x="131" y="1062"/>
              <a:ext cx="150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7" name="Equation" r:id="rId21" imgW="88707" imgH="164742" progId="Equation.DSMT4">
                      <p:embed/>
                    </p:oleObj>
                  </mc:Choice>
                  <mc:Fallback>
                    <p:oleObj name="Equation" r:id="rId21" imgW="88707" imgH="16474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" y="1062"/>
                            <a:ext cx="150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3" name="Line 72"/>
              <p:cNvSpPr>
                <a:spLocks noChangeShapeType="1"/>
              </p:cNvSpPr>
              <p:nvPr/>
            </p:nvSpPr>
            <p:spPr bwMode="auto">
              <a:xfrm flipV="1">
                <a:off x="350" y="727"/>
                <a:ext cx="1" cy="1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73"/>
              <p:cNvSpPr>
                <a:spLocks noChangeShapeType="1"/>
              </p:cNvSpPr>
              <p:nvPr/>
            </p:nvSpPr>
            <p:spPr bwMode="auto">
              <a:xfrm>
                <a:off x="131" y="1856"/>
                <a:ext cx="20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74"/>
              <p:cNvSpPr>
                <a:spLocks noChangeShapeType="1"/>
              </p:cNvSpPr>
              <p:nvPr/>
            </p:nvSpPr>
            <p:spPr bwMode="auto">
              <a:xfrm flipV="1">
                <a:off x="1586" y="1222"/>
                <a:ext cx="1" cy="648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36" name="对象 15"/>
              <p:cNvGraphicFramePr>
                <a:graphicFrameLocks noChangeAspect="1"/>
              </p:cNvGraphicFramePr>
              <p:nvPr/>
            </p:nvGraphicFramePr>
            <p:xfrm>
              <a:off x="107" y="723"/>
              <a:ext cx="237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8" name="Equation" r:id="rId23" imgW="139579" imgH="164957" progId="Equation.DSMT4">
                      <p:embed/>
                    </p:oleObj>
                  </mc:Choice>
                  <mc:Fallback>
                    <p:oleObj name="Equation" r:id="rId23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" y="723"/>
                            <a:ext cx="237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7" name="Line 77"/>
              <p:cNvSpPr>
                <a:spLocks noChangeShapeType="1"/>
              </p:cNvSpPr>
              <p:nvPr/>
            </p:nvSpPr>
            <p:spPr bwMode="auto">
              <a:xfrm flipH="1">
                <a:off x="350" y="1205"/>
                <a:ext cx="1223" cy="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25" name="Line 77"/>
            <p:cNvSpPr>
              <a:spLocks noChangeShapeType="1"/>
            </p:cNvSpPr>
            <p:nvPr/>
          </p:nvSpPr>
          <p:spPr bwMode="auto">
            <a:xfrm flipH="1">
              <a:off x="6680278" y="2636092"/>
              <a:ext cx="1290829" cy="1000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6" name="Line 74"/>
            <p:cNvSpPr>
              <a:spLocks noChangeShapeType="1"/>
            </p:cNvSpPr>
            <p:nvPr/>
          </p:nvSpPr>
          <p:spPr bwMode="auto">
            <a:xfrm flipV="1">
              <a:off x="6695582" y="2004631"/>
              <a:ext cx="1055" cy="64808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0785" name="组合 630784"/>
          <p:cNvGrpSpPr>
            <a:grpSpLocks/>
          </p:cNvGrpSpPr>
          <p:nvPr/>
        </p:nvGrpSpPr>
        <p:grpSpPr bwMode="auto">
          <a:xfrm>
            <a:off x="9167704" y="1220920"/>
            <a:ext cx="2333625" cy="2300287"/>
            <a:chOff x="1316890" y="4425362"/>
            <a:chExt cx="2333625" cy="2300287"/>
          </a:xfrm>
        </p:grpSpPr>
        <p:grpSp>
          <p:nvGrpSpPr>
            <p:cNvPr id="12298" name="Group 64"/>
            <p:cNvGrpSpPr>
              <a:grpSpLocks/>
            </p:cNvGrpSpPr>
            <p:nvPr/>
          </p:nvGrpSpPr>
          <p:grpSpPr bwMode="auto">
            <a:xfrm>
              <a:off x="1316890" y="4425362"/>
              <a:ext cx="2333625" cy="2300287"/>
              <a:chOff x="0" y="0"/>
              <a:chExt cx="2211" cy="2300"/>
            </a:xfrm>
          </p:grpSpPr>
          <p:sp>
            <p:nvSpPr>
              <p:cNvPr id="12312" name="Picture 65"/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2211" cy="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12313" name="对象 7"/>
              <p:cNvGraphicFramePr>
                <a:graphicFrameLocks noChangeAspect="1"/>
              </p:cNvGraphicFramePr>
              <p:nvPr/>
            </p:nvGraphicFramePr>
            <p:xfrm>
              <a:off x="275" y="559"/>
              <a:ext cx="14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9" name="Equation" r:id="rId25" imgW="114102" imgH="126780" progId="Equation.DSMT4">
                      <p:embed/>
                    </p:oleObj>
                  </mc:Choice>
                  <mc:Fallback>
                    <p:oleObj name="Equation" r:id="rId25" imgW="114102" imgH="1267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559"/>
                            <a:ext cx="144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4" name="对象 8"/>
              <p:cNvGraphicFramePr>
                <a:graphicFrameLocks noChangeAspect="1"/>
              </p:cNvGraphicFramePr>
              <p:nvPr/>
            </p:nvGraphicFramePr>
            <p:xfrm>
              <a:off x="1480" y="1862"/>
              <a:ext cx="212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0" name="Equation" r:id="rId26" imgW="126720" imgH="164880" progId="Equation.DSMT4">
                      <p:embed/>
                    </p:oleObj>
                  </mc:Choice>
                  <mc:Fallback>
                    <p:oleObj name="Equation" r:id="rId26" imgW="12672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0" y="1862"/>
                            <a:ext cx="212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5" name="对象 9"/>
              <p:cNvGraphicFramePr>
                <a:graphicFrameLocks noChangeAspect="1"/>
              </p:cNvGraphicFramePr>
              <p:nvPr/>
            </p:nvGraphicFramePr>
            <p:xfrm>
              <a:off x="117" y="1900"/>
              <a:ext cx="18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1" name="Equation" r:id="rId27" imgW="152202" imgH="177569" progId="Equation.DSMT4">
                      <p:embed/>
                    </p:oleObj>
                  </mc:Choice>
                  <mc:Fallback>
                    <p:oleObj name="Equation" r:id="rId27" imgW="152202" imgH="17756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" y="1900"/>
                            <a:ext cx="18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6" name="对象 10"/>
              <p:cNvGraphicFramePr>
                <a:graphicFrameLocks noChangeAspect="1"/>
              </p:cNvGraphicFramePr>
              <p:nvPr/>
            </p:nvGraphicFramePr>
            <p:xfrm>
              <a:off x="1995" y="1889"/>
              <a:ext cx="216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2" name="Equation" r:id="rId28" imgW="126835" imgH="139518" progId="Equation.DSMT4">
                      <p:embed/>
                    </p:oleObj>
                  </mc:Choice>
                  <mc:Fallback>
                    <p:oleObj name="Equation" r:id="rId28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5" y="1889"/>
                            <a:ext cx="216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7" name="对象 11"/>
              <p:cNvGraphicFramePr>
                <a:graphicFrameLocks noChangeAspect="1"/>
              </p:cNvGraphicFramePr>
              <p:nvPr/>
            </p:nvGraphicFramePr>
            <p:xfrm>
              <a:off x="131" y="1062"/>
              <a:ext cx="150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3" name="Equation" r:id="rId29" imgW="88707" imgH="164742" progId="Equation.DSMT4">
                      <p:embed/>
                    </p:oleObj>
                  </mc:Choice>
                  <mc:Fallback>
                    <p:oleObj name="Equation" r:id="rId29" imgW="88707" imgH="16474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" y="1062"/>
                            <a:ext cx="150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18" name="Line 72"/>
              <p:cNvSpPr>
                <a:spLocks noChangeShapeType="1"/>
              </p:cNvSpPr>
              <p:nvPr/>
            </p:nvSpPr>
            <p:spPr bwMode="auto">
              <a:xfrm flipV="1">
                <a:off x="350" y="727"/>
                <a:ext cx="1" cy="1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Line 73"/>
              <p:cNvSpPr>
                <a:spLocks noChangeShapeType="1"/>
              </p:cNvSpPr>
              <p:nvPr/>
            </p:nvSpPr>
            <p:spPr bwMode="auto">
              <a:xfrm>
                <a:off x="131" y="1856"/>
                <a:ext cx="20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0" name="Line 74"/>
              <p:cNvSpPr>
                <a:spLocks noChangeShapeType="1"/>
              </p:cNvSpPr>
              <p:nvPr/>
            </p:nvSpPr>
            <p:spPr bwMode="auto">
              <a:xfrm flipV="1">
                <a:off x="1586" y="1198"/>
                <a:ext cx="1" cy="666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21" name="对象 15"/>
              <p:cNvGraphicFramePr>
                <a:graphicFrameLocks noChangeAspect="1"/>
              </p:cNvGraphicFramePr>
              <p:nvPr/>
            </p:nvGraphicFramePr>
            <p:xfrm>
              <a:off x="107" y="723"/>
              <a:ext cx="237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4" name="Equation" r:id="rId30" imgW="139579" imgH="164957" progId="Equation.DSMT4">
                      <p:embed/>
                    </p:oleObj>
                  </mc:Choice>
                  <mc:Fallback>
                    <p:oleObj name="Equation" r:id="rId30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" y="723"/>
                            <a:ext cx="237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22" name="Line 77"/>
              <p:cNvSpPr>
                <a:spLocks noChangeShapeType="1"/>
              </p:cNvSpPr>
              <p:nvPr/>
            </p:nvSpPr>
            <p:spPr bwMode="auto">
              <a:xfrm flipH="1">
                <a:off x="350" y="1205"/>
                <a:ext cx="1238" cy="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23" name="对象 36"/>
              <p:cNvGraphicFramePr>
                <a:graphicFrameLocks noChangeAspect="1"/>
              </p:cNvGraphicFramePr>
              <p:nvPr/>
            </p:nvGraphicFramePr>
            <p:xfrm>
              <a:off x="842" y="1889"/>
              <a:ext cx="119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5" name="Equation" r:id="rId31" imgW="114120" imgH="139680" progId="Equation.DSMT4">
                      <p:embed/>
                    </p:oleObj>
                  </mc:Choice>
                  <mc:Fallback>
                    <p:oleObj name="Equation" r:id="rId31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2" y="1889"/>
                            <a:ext cx="119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299" name="组合 630783"/>
            <p:cNvGrpSpPr>
              <a:grpSpLocks/>
            </p:cNvGrpSpPr>
            <p:nvPr/>
          </p:nvGrpSpPr>
          <p:grpSpPr bwMode="auto">
            <a:xfrm>
              <a:off x="1677329" y="4933347"/>
              <a:ext cx="1971107" cy="1362248"/>
              <a:chOff x="451844" y="3695871"/>
              <a:chExt cx="1971107" cy="1362248"/>
            </a:xfrm>
          </p:grpSpPr>
          <p:sp>
            <p:nvSpPr>
              <p:cNvPr id="12300" name="Line 77"/>
              <p:cNvSpPr>
                <a:spLocks noChangeShapeType="1"/>
              </p:cNvSpPr>
              <p:nvPr/>
            </p:nvSpPr>
            <p:spPr bwMode="auto">
              <a:xfrm flipH="1">
                <a:off x="451844" y="5041499"/>
                <a:ext cx="1299600" cy="1000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1" name="Line 74"/>
              <p:cNvSpPr>
                <a:spLocks noChangeShapeType="1"/>
              </p:cNvSpPr>
              <p:nvPr/>
            </p:nvSpPr>
            <p:spPr bwMode="auto">
              <a:xfrm flipV="1">
                <a:off x="467149" y="4410038"/>
                <a:ext cx="1055" cy="64808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2" name="任意多边形 5"/>
              <p:cNvSpPr>
                <a:spLocks/>
              </p:cNvSpPr>
              <p:nvPr/>
            </p:nvSpPr>
            <p:spPr bwMode="auto">
              <a:xfrm>
                <a:off x="627996" y="3761295"/>
                <a:ext cx="1794955" cy="1111491"/>
              </a:xfrm>
              <a:custGeom>
                <a:avLst/>
                <a:gdLst>
                  <a:gd name="T0" fmla="*/ 0 w 1794955"/>
                  <a:gd name="T1" fmla="*/ 0 h 1111491"/>
                  <a:gd name="T2" fmla="*/ 428919 w 1794955"/>
                  <a:gd name="T3" fmla="*/ 631596 h 1111491"/>
                  <a:gd name="T4" fmla="*/ 1145356 w 1794955"/>
                  <a:gd name="T5" fmla="*/ 999242 h 1111491"/>
                  <a:gd name="T6" fmla="*/ 1753385 w 1794955"/>
                  <a:gd name="T7" fmla="*/ 1102937 h 1111491"/>
                  <a:gd name="T8" fmla="*/ 1692111 w 1794955"/>
                  <a:gd name="T9" fmla="*/ 1098223 h 11114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94955" h="1111491">
                    <a:moveTo>
                      <a:pt x="0" y="0"/>
                    </a:moveTo>
                    <a:cubicBezTo>
                      <a:pt x="119013" y="232528"/>
                      <a:pt x="238026" y="465056"/>
                      <a:pt x="428919" y="631596"/>
                    </a:cubicBezTo>
                    <a:cubicBezTo>
                      <a:pt x="619812" y="798136"/>
                      <a:pt x="924612" y="920685"/>
                      <a:pt x="1145356" y="999242"/>
                    </a:cubicBezTo>
                    <a:cubicBezTo>
                      <a:pt x="1366100" y="1077799"/>
                      <a:pt x="1662259" y="1086440"/>
                      <a:pt x="1753385" y="1102937"/>
                    </a:cubicBezTo>
                    <a:cubicBezTo>
                      <a:pt x="1844511" y="1119434"/>
                      <a:pt x="1768311" y="1108828"/>
                      <a:pt x="1692111" y="1098223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03" name="Line 101"/>
              <p:cNvSpPr>
                <a:spLocks noChangeShapeType="1"/>
              </p:cNvSpPr>
              <p:nvPr/>
            </p:nvSpPr>
            <p:spPr bwMode="auto">
              <a:xfrm flipV="1">
                <a:off x="1068763" y="4393036"/>
                <a:ext cx="1055" cy="648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4" name="Line 91"/>
              <p:cNvSpPr>
                <a:spLocks noChangeShapeType="1"/>
              </p:cNvSpPr>
              <p:nvPr/>
            </p:nvSpPr>
            <p:spPr bwMode="auto">
              <a:xfrm flipH="1">
                <a:off x="481924" y="4415688"/>
                <a:ext cx="315583" cy="2670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5" name="Line 91"/>
              <p:cNvSpPr>
                <a:spLocks noChangeShapeType="1"/>
              </p:cNvSpPr>
              <p:nvPr/>
            </p:nvSpPr>
            <p:spPr bwMode="auto">
              <a:xfrm flipH="1">
                <a:off x="468204" y="4471690"/>
                <a:ext cx="494566" cy="405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6" name="Line 91"/>
              <p:cNvSpPr>
                <a:spLocks noChangeShapeType="1"/>
              </p:cNvSpPr>
              <p:nvPr/>
            </p:nvSpPr>
            <p:spPr bwMode="auto">
              <a:xfrm flipH="1">
                <a:off x="507769" y="4521716"/>
                <a:ext cx="672872" cy="5027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7" name="Line 91"/>
              <p:cNvSpPr>
                <a:spLocks noChangeShapeType="1"/>
              </p:cNvSpPr>
              <p:nvPr/>
            </p:nvSpPr>
            <p:spPr bwMode="auto">
              <a:xfrm flipH="1">
                <a:off x="733126" y="4598445"/>
                <a:ext cx="607306" cy="4388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8" name="Line 91"/>
              <p:cNvSpPr>
                <a:spLocks noChangeShapeType="1"/>
              </p:cNvSpPr>
              <p:nvPr/>
            </p:nvSpPr>
            <p:spPr bwMode="auto">
              <a:xfrm flipH="1">
                <a:off x="946572" y="4677269"/>
                <a:ext cx="553651" cy="377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9" name="Line 91"/>
              <p:cNvSpPr>
                <a:spLocks noChangeShapeType="1"/>
              </p:cNvSpPr>
              <p:nvPr/>
            </p:nvSpPr>
            <p:spPr bwMode="auto">
              <a:xfrm flipH="1">
                <a:off x="1420411" y="4795544"/>
                <a:ext cx="351067" cy="2493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0" name="Line 91"/>
              <p:cNvSpPr>
                <a:spLocks noChangeShapeType="1"/>
              </p:cNvSpPr>
              <p:nvPr/>
            </p:nvSpPr>
            <p:spPr bwMode="auto">
              <a:xfrm flipH="1">
                <a:off x="1200197" y="4699317"/>
                <a:ext cx="491286" cy="3387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11" name="对象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9299508"/>
                  </p:ext>
                </p:extLst>
              </p:nvPr>
            </p:nvGraphicFramePr>
            <p:xfrm>
              <a:off x="797507" y="3695871"/>
              <a:ext cx="433387" cy="654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76" name="Equation" r:id="rId33" imgW="393480" imgH="393480" progId="Equation.DSMT4">
                      <p:embed/>
                    </p:oleObj>
                  </mc:Choice>
                  <mc:Fallback>
                    <p:oleObj name="Equation" r:id="rId33" imgW="39348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7507" y="3695871"/>
                            <a:ext cx="433387" cy="6540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730013"/>
              </p:ext>
            </p:extLst>
          </p:nvPr>
        </p:nvGraphicFramePr>
        <p:xfrm>
          <a:off x="6315171" y="3652741"/>
          <a:ext cx="560387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7" name="Document" r:id="rId35" imgW="2459235" imgH="448277" progId="Word.Document.8">
                  <p:embed/>
                </p:oleObj>
              </mc:Choice>
              <mc:Fallback>
                <p:oleObj name="Document" r:id="rId35" imgW="2459235" imgH="4482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171" y="3652741"/>
                        <a:ext cx="560387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30757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218862"/>
              </p:ext>
            </p:extLst>
          </p:nvPr>
        </p:nvGraphicFramePr>
        <p:xfrm>
          <a:off x="1392869" y="2715789"/>
          <a:ext cx="78359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" name="Document" r:id="rId3" imgW="3608909" imgH="344532" progId="Word.Document.8">
                  <p:embed/>
                </p:oleObj>
              </mc:Choice>
              <mc:Fallback>
                <p:oleObj name="Document" r:id="rId3" imgW="3608909" imgH="344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869" y="2715789"/>
                        <a:ext cx="78359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9255"/>
              </p:ext>
            </p:extLst>
          </p:nvPr>
        </p:nvGraphicFramePr>
        <p:xfrm>
          <a:off x="752851" y="867729"/>
          <a:ext cx="9533613" cy="195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7" name="Document" r:id="rId5" imgW="4623592" imgH="949040" progId="Word.Document.8">
                  <p:embed/>
                </p:oleObj>
              </mc:Choice>
              <mc:Fallback>
                <p:oleObj name="Document" r:id="rId5" imgW="4623592" imgH="949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51" y="867729"/>
                        <a:ext cx="9533613" cy="1956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958399"/>
              </p:ext>
            </p:extLst>
          </p:nvPr>
        </p:nvGraphicFramePr>
        <p:xfrm>
          <a:off x="1367671" y="3429066"/>
          <a:ext cx="36925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8" name="Document" r:id="rId7" imgW="1631349" imgH="231508" progId="Word.Document.8">
                  <p:embed/>
                </p:oleObj>
              </mc:Choice>
              <mc:Fallback>
                <p:oleObj name="Document" r:id="rId7" imgW="1631349" imgH="2315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671" y="3429066"/>
                        <a:ext cx="36925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42916"/>
              </p:ext>
            </p:extLst>
          </p:nvPr>
        </p:nvGraphicFramePr>
        <p:xfrm>
          <a:off x="1336021" y="4035220"/>
          <a:ext cx="423068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9" name="Document" r:id="rId9" imgW="1804469" imgH="405139" progId="Word.Document.8">
                  <p:embed/>
                </p:oleObj>
              </mc:Choice>
              <mc:Fallback>
                <p:oleObj name="Document" r:id="rId9" imgW="1804469" imgH="4051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021" y="4035220"/>
                        <a:ext cx="423068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558881"/>
              </p:ext>
            </p:extLst>
          </p:nvPr>
        </p:nvGraphicFramePr>
        <p:xfrm>
          <a:off x="744538" y="4663742"/>
          <a:ext cx="8178800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0" name="Document" r:id="rId11" imgW="3608909" imgH="692305" progId="Word.Document.8">
                  <p:embed/>
                </p:oleObj>
              </mc:Choice>
              <mc:Fallback>
                <p:oleObj name="Document" r:id="rId11" imgW="3608909" imgH="6923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4663742"/>
                        <a:ext cx="8178800" cy="156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4"/>
          <p:cNvGrpSpPr>
            <a:grpSpLocks/>
          </p:cNvGrpSpPr>
          <p:nvPr/>
        </p:nvGrpSpPr>
        <p:grpSpPr bwMode="auto">
          <a:xfrm>
            <a:off x="8923338" y="891886"/>
            <a:ext cx="2333625" cy="2300287"/>
            <a:chOff x="0" y="0"/>
            <a:chExt cx="2211" cy="2300"/>
          </a:xfrm>
        </p:grpSpPr>
        <p:sp>
          <p:nvSpPr>
            <p:cNvPr id="13357" name="Picture 6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2211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3358" name="对象 7"/>
            <p:cNvGraphicFramePr>
              <a:graphicFrameLocks noChangeAspect="1"/>
            </p:cNvGraphicFramePr>
            <p:nvPr/>
          </p:nvGraphicFramePr>
          <p:xfrm>
            <a:off x="275" y="559"/>
            <a:ext cx="14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1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559"/>
                          <a:ext cx="14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对象 8"/>
            <p:cNvGraphicFramePr>
              <a:graphicFrameLocks noChangeAspect="1"/>
            </p:cNvGraphicFramePr>
            <p:nvPr/>
          </p:nvGraphicFramePr>
          <p:xfrm>
            <a:off x="1630" y="1825"/>
            <a:ext cx="1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2" name="Equation" r:id="rId15" imgW="88707" imgH="164742" progId="Equation.DSMT4">
                    <p:embed/>
                  </p:oleObj>
                </mc:Choice>
                <mc:Fallback>
                  <p:oleObj name="Equation" r:id="rId15" imgW="88707" imgH="16474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825"/>
                          <a:ext cx="1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0" name="对象 9"/>
            <p:cNvGraphicFramePr>
              <a:graphicFrameLocks noChangeAspect="1"/>
            </p:cNvGraphicFramePr>
            <p:nvPr/>
          </p:nvGraphicFramePr>
          <p:xfrm>
            <a:off x="117" y="1900"/>
            <a:ext cx="18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3" name="Equation" r:id="rId17" imgW="152202" imgH="177569" progId="Equation.DSMT4">
                    <p:embed/>
                  </p:oleObj>
                </mc:Choice>
                <mc:Fallback>
                  <p:oleObj name="Equation" r:id="rId17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900"/>
                          <a:ext cx="18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1" name="对象 10"/>
            <p:cNvGraphicFramePr>
              <a:graphicFrameLocks noChangeAspect="1"/>
            </p:cNvGraphicFramePr>
            <p:nvPr/>
          </p:nvGraphicFramePr>
          <p:xfrm>
            <a:off x="1995" y="1889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4" name="Equation" r:id="rId19" imgW="126835" imgH="139518" progId="Equation.DSMT4">
                    <p:embed/>
                  </p:oleObj>
                </mc:Choice>
                <mc:Fallback>
                  <p:oleObj name="Equation" r:id="rId19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1889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2" name="对象 11"/>
            <p:cNvGraphicFramePr>
              <a:graphicFrameLocks noChangeAspect="1"/>
            </p:cNvGraphicFramePr>
            <p:nvPr/>
          </p:nvGraphicFramePr>
          <p:xfrm>
            <a:off x="125" y="520"/>
            <a:ext cx="1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5" name="Equation" r:id="rId21" imgW="88707" imgH="164742" progId="Equation.DSMT4">
                    <p:embed/>
                  </p:oleObj>
                </mc:Choice>
                <mc:Fallback>
                  <p:oleObj name="Equation" r:id="rId21" imgW="88707" imgH="16474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" y="520"/>
                          <a:ext cx="1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3" name="Line 72"/>
            <p:cNvSpPr>
              <a:spLocks noChangeShapeType="1"/>
            </p:cNvSpPr>
            <p:nvPr/>
          </p:nvSpPr>
          <p:spPr bwMode="auto">
            <a:xfrm flipV="1">
              <a:off x="350" y="375"/>
              <a:ext cx="1" cy="17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4" name="Line 73"/>
            <p:cNvSpPr>
              <a:spLocks noChangeShapeType="1"/>
            </p:cNvSpPr>
            <p:nvPr/>
          </p:nvSpPr>
          <p:spPr bwMode="auto">
            <a:xfrm>
              <a:off x="131" y="1856"/>
              <a:ext cx="201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5" name="Line 74"/>
            <p:cNvSpPr>
              <a:spLocks noChangeShapeType="1"/>
            </p:cNvSpPr>
            <p:nvPr/>
          </p:nvSpPr>
          <p:spPr bwMode="auto">
            <a:xfrm flipV="1">
              <a:off x="1586" y="633"/>
              <a:ext cx="1" cy="1224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66" name="对象 15"/>
            <p:cNvGraphicFramePr>
              <a:graphicFrameLocks noChangeAspect="1"/>
            </p:cNvGraphicFramePr>
            <p:nvPr/>
          </p:nvGraphicFramePr>
          <p:xfrm>
            <a:off x="131" y="246"/>
            <a:ext cx="237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6" name="Equation" r:id="rId23" imgW="139579" imgH="164957" progId="Equation.DSMT4">
                    <p:embed/>
                  </p:oleObj>
                </mc:Choice>
                <mc:Fallback>
                  <p:oleObj name="Equation" r:id="rId23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" y="246"/>
                          <a:ext cx="237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7" name="Line 77"/>
            <p:cNvSpPr>
              <a:spLocks noChangeShapeType="1"/>
            </p:cNvSpPr>
            <p:nvPr/>
          </p:nvSpPr>
          <p:spPr bwMode="auto">
            <a:xfrm flipH="1">
              <a:off x="350" y="633"/>
              <a:ext cx="1223" cy="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68" name="AutoShape 81"/>
            <p:cNvCxnSpPr>
              <a:cxnSpLocks noChangeShapeType="1"/>
              <a:stCxn id="13367" idx="1"/>
              <a:endCxn id="13365" idx="0"/>
            </p:cNvCxnSpPr>
            <p:nvPr/>
          </p:nvCxnSpPr>
          <p:spPr bwMode="auto">
            <a:xfrm>
              <a:off x="351" y="634"/>
              <a:ext cx="1235" cy="1223"/>
            </a:xfrm>
            <a:prstGeom prst="straightConnector1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13369" name="对象 36"/>
            <p:cNvGraphicFramePr>
              <a:graphicFrameLocks noChangeAspect="1"/>
            </p:cNvGraphicFramePr>
            <p:nvPr/>
          </p:nvGraphicFramePr>
          <p:xfrm>
            <a:off x="751" y="1803"/>
            <a:ext cx="31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7" name="Equation" r:id="rId25" imgW="304536" imgH="164957" progId="Equation.DSMT4">
                    <p:embed/>
                  </p:oleObj>
                </mc:Choice>
                <mc:Fallback>
                  <p:oleObj name="Equation" r:id="rId25" imgW="304536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803"/>
                          <a:ext cx="31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3625"/>
              </p:ext>
            </p:extLst>
          </p:nvPr>
        </p:nvGraphicFramePr>
        <p:xfrm>
          <a:off x="4930778" y="3995211"/>
          <a:ext cx="6324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8" name="Document" r:id="rId27" imgW="2682280" imgH="355171" progId="Word.Document.8">
                  <p:embed/>
                </p:oleObj>
              </mc:Choice>
              <mc:Fallback>
                <p:oleObj name="Document" r:id="rId27" imgW="2682280" imgH="3551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8" y="3995211"/>
                        <a:ext cx="63246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64"/>
          <p:cNvGrpSpPr>
            <a:grpSpLocks/>
          </p:cNvGrpSpPr>
          <p:nvPr/>
        </p:nvGrpSpPr>
        <p:grpSpPr bwMode="auto">
          <a:xfrm>
            <a:off x="8923338" y="891886"/>
            <a:ext cx="2333625" cy="2300287"/>
            <a:chOff x="0" y="0"/>
            <a:chExt cx="2211" cy="2300"/>
          </a:xfrm>
        </p:grpSpPr>
        <p:sp>
          <p:nvSpPr>
            <p:cNvPr id="13323" name="Picture 6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2211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3324" name="对象 7"/>
            <p:cNvGraphicFramePr>
              <a:graphicFrameLocks noChangeAspect="1"/>
            </p:cNvGraphicFramePr>
            <p:nvPr/>
          </p:nvGraphicFramePr>
          <p:xfrm>
            <a:off x="275" y="559"/>
            <a:ext cx="14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9" name="Equation" r:id="rId29" imgW="114102" imgH="126780" progId="Equation.DSMT4">
                    <p:embed/>
                  </p:oleObj>
                </mc:Choice>
                <mc:Fallback>
                  <p:oleObj name="Equation" r:id="rId29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559"/>
                          <a:ext cx="14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对象 8"/>
            <p:cNvGraphicFramePr>
              <a:graphicFrameLocks noChangeAspect="1"/>
            </p:cNvGraphicFramePr>
            <p:nvPr/>
          </p:nvGraphicFramePr>
          <p:xfrm>
            <a:off x="1630" y="1825"/>
            <a:ext cx="1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0" name="Equation" r:id="rId30" imgW="88707" imgH="164742" progId="Equation.DSMT4">
                    <p:embed/>
                  </p:oleObj>
                </mc:Choice>
                <mc:Fallback>
                  <p:oleObj name="Equation" r:id="rId30" imgW="88707" imgH="16474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825"/>
                          <a:ext cx="1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对象 9"/>
            <p:cNvGraphicFramePr>
              <a:graphicFrameLocks noChangeAspect="1"/>
            </p:cNvGraphicFramePr>
            <p:nvPr/>
          </p:nvGraphicFramePr>
          <p:xfrm>
            <a:off x="117" y="1900"/>
            <a:ext cx="18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1" name="Equation" r:id="rId31" imgW="152202" imgH="177569" progId="Equation.DSMT4">
                    <p:embed/>
                  </p:oleObj>
                </mc:Choice>
                <mc:Fallback>
                  <p:oleObj name="Equation" r:id="rId31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900"/>
                          <a:ext cx="18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对象 10"/>
            <p:cNvGraphicFramePr>
              <a:graphicFrameLocks noChangeAspect="1"/>
            </p:cNvGraphicFramePr>
            <p:nvPr/>
          </p:nvGraphicFramePr>
          <p:xfrm>
            <a:off x="1995" y="1889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2" name="Equation" r:id="rId32" imgW="126835" imgH="139518" progId="Equation.DSMT4">
                    <p:embed/>
                  </p:oleObj>
                </mc:Choice>
                <mc:Fallback>
                  <p:oleObj name="Equation" r:id="rId3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1889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11"/>
            <p:cNvGraphicFramePr>
              <a:graphicFrameLocks noChangeAspect="1"/>
            </p:cNvGraphicFramePr>
            <p:nvPr/>
          </p:nvGraphicFramePr>
          <p:xfrm>
            <a:off x="125" y="520"/>
            <a:ext cx="1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3" name="Equation" r:id="rId33" imgW="88707" imgH="164742" progId="Equation.DSMT4">
                    <p:embed/>
                  </p:oleObj>
                </mc:Choice>
                <mc:Fallback>
                  <p:oleObj name="Equation" r:id="rId33" imgW="88707" imgH="16474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" y="520"/>
                          <a:ext cx="1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72"/>
            <p:cNvSpPr>
              <a:spLocks noChangeShapeType="1"/>
            </p:cNvSpPr>
            <p:nvPr/>
          </p:nvSpPr>
          <p:spPr bwMode="auto">
            <a:xfrm flipV="1">
              <a:off x="350" y="375"/>
              <a:ext cx="1" cy="17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73"/>
            <p:cNvSpPr>
              <a:spLocks noChangeShapeType="1"/>
            </p:cNvSpPr>
            <p:nvPr/>
          </p:nvSpPr>
          <p:spPr bwMode="auto">
            <a:xfrm>
              <a:off x="131" y="1856"/>
              <a:ext cx="201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74"/>
            <p:cNvSpPr>
              <a:spLocks noChangeShapeType="1"/>
            </p:cNvSpPr>
            <p:nvPr/>
          </p:nvSpPr>
          <p:spPr bwMode="auto">
            <a:xfrm flipV="1">
              <a:off x="1586" y="633"/>
              <a:ext cx="1" cy="1224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32" name="对象 15"/>
            <p:cNvGraphicFramePr>
              <a:graphicFrameLocks noChangeAspect="1"/>
            </p:cNvGraphicFramePr>
            <p:nvPr/>
          </p:nvGraphicFramePr>
          <p:xfrm>
            <a:off x="131" y="246"/>
            <a:ext cx="237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4" name="Equation" r:id="rId34" imgW="139579" imgH="164957" progId="Equation.DSMT4">
                    <p:embed/>
                  </p:oleObj>
                </mc:Choice>
                <mc:Fallback>
                  <p:oleObj name="Equation" r:id="rId34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" y="246"/>
                          <a:ext cx="237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Line 77"/>
            <p:cNvSpPr>
              <a:spLocks noChangeShapeType="1"/>
            </p:cNvSpPr>
            <p:nvPr/>
          </p:nvSpPr>
          <p:spPr bwMode="auto">
            <a:xfrm flipH="1">
              <a:off x="350" y="633"/>
              <a:ext cx="1223" cy="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34" name="AutoShape 81"/>
            <p:cNvCxnSpPr>
              <a:cxnSpLocks noChangeShapeType="1"/>
              <a:stCxn id="13333" idx="1"/>
              <a:endCxn id="13331" idx="0"/>
            </p:cNvCxnSpPr>
            <p:nvPr/>
          </p:nvCxnSpPr>
          <p:spPr bwMode="auto">
            <a:xfrm>
              <a:off x="351" y="634"/>
              <a:ext cx="1235" cy="1223"/>
            </a:xfrm>
            <a:prstGeom prst="straightConnector1">
              <a:avLst/>
            </a:prstGeom>
            <a:noFill/>
            <a:ln w="254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5" name="AutoShape 82"/>
            <p:cNvCxnSpPr>
              <a:cxnSpLocks noChangeShapeType="1"/>
            </p:cNvCxnSpPr>
            <p:nvPr/>
          </p:nvCxnSpPr>
          <p:spPr bwMode="auto">
            <a:xfrm>
              <a:off x="657" y="375"/>
              <a:ext cx="1235" cy="12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6" name="Line 83"/>
            <p:cNvSpPr>
              <a:spLocks noChangeShapeType="1"/>
            </p:cNvSpPr>
            <p:nvPr/>
          </p:nvSpPr>
          <p:spPr bwMode="auto">
            <a:xfrm flipH="1">
              <a:off x="1044" y="1061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84"/>
            <p:cNvSpPr>
              <a:spLocks noChangeShapeType="1"/>
            </p:cNvSpPr>
            <p:nvPr/>
          </p:nvSpPr>
          <p:spPr bwMode="auto">
            <a:xfrm flipH="1">
              <a:off x="1284" y="1301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85"/>
            <p:cNvSpPr>
              <a:spLocks noChangeShapeType="1"/>
            </p:cNvSpPr>
            <p:nvPr/>
          </p:nvSpPr>
          <p:spPr bwMode="auto">
            <a:xfrm flipH="1">
              <a:off x="685" y="702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86"/>
            <p:cNvSpPr>
              <a:spLocks noChangeShapeType="1"/>
            </p:cNvSpPr>
            <p:nvPr/>
          </p:nvSpPr>
          <p:spPr bwMode="auto">
            <a:xfrm flipH="1">
              <a:off x="738" y="76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87"/>
            <p:cNvSpPr>
              <a:spLocks noChangeShapeType="1"/>
            </p:cNvSpPr>
            <p:nvPr/>
          </p:nvSpPr>
          <p:spPr bwMode="auto">
            <a:xfrm flipH="1">
              <a:off x="927" y="94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88"/>
            <p:cNvSpPr>
              <a:spLocks noChangeShapeType="1"/>
            </p:cNvSpPr>
            <p:nvPr/>
          </p:nvSpPr>
          <p:spPr bwMode="auto">
            <a:xfrm flipH="1">
              <a:off x="984" y="1005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89"/>
            <p:cNvSpPr>
              <a:spLocks noChangeShapeType="1"/>
            </p:cNvSpPr>
            <p:nvPr/>
          </p:nvSpPr>
          <p:spPr bwMode="auto">
            <a:xfrm flipH="1">
              <a:off x="1109" y="1123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90"/>
            <p:cNvSpPr>
              <a:spLocks noChangeShapeType="1"/>
            </p:cNvSpPr>
            <p:nvPr/>
          </p:nvSpPr>
          <p:spPr bwMode="auto">
            <a:xfrm flipH="1">
              <a:off x="1222" y="123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Line 91"/>
            <p:cNvSpPr>
              <a:spLocks noChangeShapeType="1"/>
            </p:cNvSpPr>
            <p:nvPr/>
          </p:nvSpPr>
          <p:spPr bwMode="auto">
            <a:xfrm flipH="1">
              <a:off x="1159" y="1180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Line 92"/>
            <p:cNvSpPr>
              <a:spLocks noChangeShapeType="1"/>
            </p:cNvSpPr>
            <p:nvPr/>
          </p:nvSpPr>
          <p:spPr bwMode="auto">
            <a:xfrm flipH="1">
              <a:off x="864" y="883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Line 93"/>
            <p:cNvSpPr>
              <a:spLocks noChangeShapeType="1"/>
            </p:cNvSpPr>
            <p:nvPr/>
          </p:nvSpPr>
          <p:spPr bwMode="auto">
            <a:xfrm flipH="1">
              <a:off x="796" y="830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94"/>
            <p:cNvSpPr>
              <a:spLocks noChangeShapeType="1"/>
            </p:cNvSpPr>
            <p:nvPr/>
          </p:nvSpPr>
          <p:spPr bwMode="auto">
            <a:xfrm flipH="1">
              <a:off x="612" y="649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95"/>
            <p:cNvSpPr>
              <a:spLocks noChangeShapeType="1"/>
            </p:cNvSpPr>
            <p:nvPr/>
          </p:nvSpPr>
          <p:spPr bwMode="auto">
            <a:xfrm flipH="1">
              <a:off x="556" y="633"/>
              <a:ext cx="240" cy="2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96"/>
            <p:cNvSpPr>
              <a:spLocks noChangeShapeType="1"/>
            </p:cNvSpPr>
            <p:nvPr/>
          </p:nvSpPr>
          <p:spPr bwMode="auto">
            <a:xfrm flipH="1">
              <a:off x="1339" y="1416"/>
              <a:ext cx="240" cy="2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Line 97"/>
            <p:cNvSpPr>
              <a:spLocks noChangeShapeType="1"/>
            </p:cNvSpPr>
            <p:nvPr/>
          </p:nvSpPr>
          <p:spPr bwMode="auto">
            <a:xfrm flipH="1">
              <a:off x="502" y="634"/>
              <a:ext cx="155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Line 98"/>
            <p:cNvSpPr>
              <a:spLocks noChangeShapeType="1"/>
            </p:cNvSpPr>
            <p:nvPr/>
          </p:nvSpPr>
          <p:spPr bwMode="auto">
            <a:xfrm flipH="1">
              <a:off x="1411" y="1534"/>
              <a:ext cx="155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Line 99"/>
            <p:cNvSpPr>
              <a:spLocks noChangeShapeType="1"/>
            </p:cNvSpPr>
            <p:nvPr/>
          </p:nvSpPr>
          <p:spPr bwMode="auto">
            <a:xfrm flipH="1">
              <a:off x="439" y="633"/>
              <a:ext cx="117" cy="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Line 100"/>
            <p:cNvSpPr>
              <a:spLocks noChangeShapeType="1"/>
            </p:cNvSpPr>
            <p:nvPr/>
          </p:nvSpPr>
          <p:spPr bwMode="auto">
            <a:xfrm flipH="1">
              <a:off x="1456" y="1631"/>
              <a:ext cx="127" cy="1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Line 101"/>
            <p:cNvSpPr>
              <a:spLocks noChangeShapeType="1"/>
            </p:cNvSpPr>
            <p:nvPr/>
          </p:nvSpPr>
          <p:spPr bwMode="auto">
            <a:xfrm flipV="1">
              <a:off x="920" y="633"/>
              <a:ext cx="1" cy="12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55" name="对象 36"/>
            <p:cNvGraphicFramePr>
              <a:graphicFrameLocks noChangeAspect="1"/>
            </p:cNvGraphicFramePr>
            <p:nvPr/>
          </p:nvGraphicFramePr>
          <p:xfrm>
            <a:off x="751" y="1803"/>
            <a:ext cx="31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5" name="Equation" r:id="rId35" imgW="304536" imgH="164957" progId="Equation.DSMT4">
                    <p:embed/>
                  </p:oleObj>
                </mc:Choice>
                <mc:Fallback>
                  <p:oleObj name="Equation" r:id="rId35" imgW="304536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803"/>
                          <a:ext cx="31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6" name="对象 37"/>
            <p:cNvGraphicFramePr>
              <a:graphicFrameLocks noChangeAspect="1"/>
            </p:cNvGraphicFramePr>
            <p:nvPr/>
          </p:nvGraphicFramePr>
          <p:xfrm>
            <a:off x="463" y="165"/>
            <a:ext cx="59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6" name="Equation" r:id="rId36" imgW="571252" imgH="165028" progId="Equation.DSMT4">
                    <p:embed/>
                  </p:oleObj>
                </mc:Choice>
                <mc:Fallback>
                  <p:oleObj name="Equation" r:id="rId36" imgW="571252" imgH="1650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" y="165"/>
                          <a:ext cx="59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556185"/>
              </p:ext>
            </p:extLst>
          </p:nvPr>
        </p:nvGraphicFramePr>
        <p:xfrm>
          <a:off x="8029412" y="3416201"/>
          <a:ext cx="23987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" name="Document" r:id="rId38" imgW="1021838" imgH="246247" progId="Word.Document.8">
                  <p:embed/>
                </p:oleObj>
              </mc:Choice>
              <mc:Fallback>
                <p:oleObj name="Document" r:id="rId38" imgW="1021838" imgH="24624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412" y="3416201"/>
                        <a:ext cx="23987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55622"/>
              </p:ext>
            </p:extLst>
          </p:nvPr>
        </p:nvGraphicFramePr>
        <p:xfrm>
          <a:off x="4695864" y="3397151"/>
          <a:ext cx="37655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8" name="Document" r:id="rId40" imgW="1662956" imgH="263143" progId="Word.Document.8">
                  <p:embed/>
                </p:oleObj>
              </mc:Choice>
              <mc:Fallback>
                <p:oleObj name="Document" r:id="rId40" imgW="1662956" imgH="2631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64" y="3397151"/>
                        <a:ext cx="37655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79694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495012"/>
              </p:ext>
            </p:extLst>
          </p:nvPr>
        </p:nvGraphicFramePr>
        <p:xfrm>
          <a:off x="620713" y="740569"/>
          <a:ext cx="11031538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Document" r:id="rId3" imgW="4608507" imgH="946164" progId="Word.Document.8">
                  <p:embed/>
                </p:oleObj>
              </mc:Choice>
              <mc:Fallback>
                <p:oleObj name="Document" r:id="rId3" imgW="4608507" imgH="9461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740569"/>
                        <a:ext cx="11031538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196943"/>
              </p:ext>
            </p:extLst>
          </p:nvPr>
        </p:nvGraphicFramePr>
        <p:xfrm>
          <a:off x="735013" y="2600325"/>
          <a:ext cx="11022012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Document" r:id="rId5" imgW="4606352" imgH="906980" progId="Word.Document.8">
                  <p:embed/>
                </p:oleObj>
              </mc:Choice>
              <mc:Fallback>
                <p:oleObj name="Document" r:id="rId5" imgW="4606352" imgH="9069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2600325"/>
                        <a:ext cx="11022012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571750" y="5249863"/>
          <a:ext cx="60658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Document" r:id="rId7" imgW="2543230" imgH="355333" progId="Word.Document.8">
                  <p:embed/>
                </p:oleObj>
              </mc:Choice>
              <mc:Fallback>
                <p:oleObj name="Document" r:id="rId7" imgW="2543230" imgH="355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249863"/>
                        <a:ext cx="606583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flipV="1">
            <a:off x="6873970" y="3954124"/>
            <a:ext cx="844922" cy="1055233"/>
          </a:xfrm>
          <a:prstGeom prst="straightConnector1">
            <a:avLst/>
          </a:prstGeom>
          <a:noFill/>
          <a:ln w="38100" algn="ctr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flipH="1" flipV="1">
            <a:off x="5071502" y="3954124"/>
            <a:ext cx="878915" cy="1002508"/>
          </a:xfrm>
          <a:prstGeom prst="straightConnector1">
            <a:avLst/>
          </a:prstGeom>
          <a:noFill/>
          <a:ln w="38100" algn="ctr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44414"/>
              </p:ext>
            </p:extLst>
          </p:nvPr>
        </p:nvGraphicFramePr>
        <p:xfrm>
          <a:off x="4181942" y="4729245"/>
          <a:ext cx="35369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Document" r:id="rId9" imgW="1481216" imgH="331445" progId="Word.Document.8">
                  <p:embed/>
                </p:oleObj>
              </mc:Choice>
              <mc:Fallback>
                <p:oleObj name="Document" r:id="rId9" imgW="1481216" imgH="33144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942" y="4729245"/>
                        <a:ext cx="35369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599336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375043"/>
              </p:ext>
            </p:extLst>
          </p:nvPr>
        </p:nvGraphicFramePr>
        <p:xfrm>
          <a:off x="855663" y="1742982"/>
          <a:ext cx="10318750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Document" r:id="rId3" imgW="4555709" imgH="670439" progId="Word.Document.8">
                  <p:embed/>
                </p:oleObj>
              </mc:Choice>
              <mc:Fallback>
                <p:oleObj name="Document" r:id="rId3" imgW="4555709" imgH="6704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742982"/>
                        <a:ext cx="10318750" cy="151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57313"/>
              </p:ext>
            </p:extLst>
          </p:nvPr>
        </p:nvGraphicFramePr>
        <p:xfrm>
          <a:off x="855663" y="806450"/>
          <a:ext cx="1096486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8" name="Document" r:id="rId5" imgW="4875011" imgH="477755" progId="Word.Document.8">
                  <p:embed/>
                </p:oleObj>
              </mc:Choice>
              <mc:Fallback>
                <p:oleObj name="Document" r:id="rId5" imgW="4875011" imgH="47775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806450"/>
                        <a:ext cx="10964862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855113"/>
              </p:ext>
            </p:extLst>
          </p:nvPr>
        </p:nvGraphicFramePr>
        <p:xfrm>
          <a:off x="5992813" y="5391897"/>
          <a:ext cx="52895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" name="Document" r:id="rId7" imgW="2425114" imgH="269614" progId="Word.Document.8">
                  <p:embed/>
                </p:oleObj>
              </mc:Choice>
              <mc:Fallback>
                <p:oleObj name="Document" r:id="rId7" imgW="2425114" imgH="2696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5391897"/>
                        <a:ext cx="52895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91935"/>
              </p:ext>
            </p:extLst>
          </p:nvPr>
        </p:nvGraphicFramePr>
        <p:xfrm>
          <a:off x="766763" y="3217863"/>
          <a:ext cx="72739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0" name="Document" r:id="rId9" imgW="3299333" imgH="290823" progId="Word.Document.8">
                  <p:embed/>
                </p:oleObj>
              </mc:Choice>
              <mc:Fallback>
                <p:oleObj name="Document" r:id="rId9" imgW="3299333" imgH="2908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3217863"/>
                        <a:ext cx="72739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506270"/>
              </p:ext>
            </p:extLst>
          </p:nvPr>
        </p:nvGraphicFramePr>
        <p:xfrm>
          <a:off x="470928" y="3756352"/>
          <a:ext cx="1164039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1" name="Document" r:id="rId11" imgW="5457316" imgH="517320" progId="Word.Document.8">
                  <p:embed/>
                </p:oleObj>
              </mc:Choice>
              <mc:Fallback>
                <p:oleObj name="Document" r:id="rId11" imgW="5457316" imgH="5173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928" y="3756352"/>
                        <a:ext cx="1164039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141383"/>
              </p:ext>
            </p:extLst>
          </p:nvPr>
        </p:nvGraphicFramePr>
        <p:xfrm>
          <a:off x="10128250" y="4851144"/>
          <a:ext cx="23082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Document" r:id="rId13" imgW="1048416" imgH="361642" progId="Word.Document.8">
                  <p:embed/>
                </p:oleObj>
              </mc:Choice>
              <mc:Fallback>
                <p:oleObj name="Document" r:id="rId13" imgW="1048416" imgH="3616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0" y="4851144"/>
                        <a:ext cx="23082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756683"/>
              </p:ext>
            </p:extLst>
          </p:nvPr>
        </p:nvGraphicFramePr>
        <p:xfrm>
          <a:off x="976220" y="5036086"/>
          <a:ext cx="546893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Document" r:id="rId15" imgW="2480785" imgH="581646" progId="Word.Document.8">
                  <p:embed/>
                </p:oleObj>
              </mc:Choice>
              <mc:Fallback>
                <p:oleObj name="Document" r:id="rId15" imgW="2480785" imgH="581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220" y="5036086"/>
                        <a:ext cx="546893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169659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163983"/>
              </p:ext>
            </p:extLst>
          </p:nvPr>
        </p:nvGraphicFramePr>
        <p:xfrm>
          <a:off x="552450" y="798512"/>
          <a:ext cx="1122997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0" name="Document" r:id="rId3" imgW="4982043" imgH="525926" progId="Word.Document.8">
                  <p:embed/>
                </p:oleObj>
              </mc:Choice>
              <mc:Fallback>
                <p:oleObj name="Document" r:id="rId3" imgW="4982043" imgH="5259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798512"/>
                        <a:ext cx="1122997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21532"/>
              </p:ext>
            </p:extLst>
          </p:nvPr>
        </p:nvGraphicFramePr>
        <p:xfrm>
          <a:off x="552450" y="3240884"/>
          <a:ext cx="80391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1" name="Document" r:id="rId5" imgW="3687955" imgH="286150" progId="Word.Document.8">
                  <p:embed/>
                </p:oleObj>
              </mc:Choice>
              <mc:Fallback>
                <p:oleObj name="Document" r:id="rId5" imgW="3687955" imgH="2861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3240884"/>
                        <a:ext cx="80391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142951"/>
              </p:ext>
            </p:extLst>
          </p:nvPr>
        </p:nvGraphicFramePr>
        <p:xfrm>
          <a:off x="590550" y="4471988"/>
          <a:ext cx="110871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2" name="Document" r:id="rId7" imgW="5000002" imgH="502560" progId="Word.Document.8">
                  <p:embed/>
                </p:oleObj>
              </mc:Choice>
              <mc:Fallback>
                <p:oleObj name="Document" r:id="rId7" imgW="5000002" imgH="502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4471988"/>
                        <a:ext cx="1108710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952717"/>
              </p:ext>
            </p:extLst>
          </p:nvPr>
        </p:nvGraphicFramePr>
        <p:xfrm>
          <a:off x="1147763" y="1890713"/>
          <a:ext cx="108108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3" name="Document" r:id="rId9" imgW="4816107" imgH="278241" progId="Word.Document.8">
                  <p:embed/>
                </p:oleObj>
              </mc:Choice>
              <mc:Fallback>
                <p:oleObj name="Document" r:id="rId9" imgW="4816107" imgH="2782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1890713"/>
                        <a:ext cx="1081087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998608"/>
              </p:ext>
            </p:extLst>
          </p:nvPr>
        </p:nvGraphicFramePr>
        <p:xfrm>
          <a:off x="552450" y="2354263"/>
          <a:ext cx="51974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" name="Document" r:id="rId11" imgW="2322893" imgH="345972" progId="Word.Document.8">
                  <p:embed/>
                </p:oleObj>
              </mc:Choice>
              <mc:Fallback>
                <p:oleObj name="Document" r:id="rId11" imgW="2322893" imgH="3459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354263"/>
                        <a:ext cx="51974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464245"/>
              </p:ext>
            </p:extLst>
          </p:nvPr>
        </p:nvGraphicFramePr>
        <p:xfrm>
          <a:off x="2100263" y="5058569"/>
          <a:ext cx="95392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" name="Document" r:id="rId13" imgW="4301058" imgH="268176" progId="Word.Document.8">
                  <p:embed/>
                </p:oleObj>
              </mc:Choice>
              <mc:Fallback>
                <p:oleObj name="Document" r:id="rId13" imgW="4301058" imgH="2681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5058569"/>
                        <a:ext cx="95392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873688"/>
              </p:ext>
            </p:extLst>
          </p:nvPr>
        </p:nvGraphicFramePr>
        <p:xfrm>
          <a:off x="6038856" y="3842544"/>
          <a:ext cx="5281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6" name="Document" r:id="rId15" imgW="2420804" imgH="314549" progId="Word.Document.8">
                  <p:embed/>
                </p:oleObj>
              </mc:Choice>
              <mc:Fallback>
                <p:oleObj name="Document" r:id="rId15" imgW="2420804" imgH="3145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6" y="3842544"/>
                        <a:ext cx="52816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015357"/>
              </p:ext>
            </p:extLst>
          </p:nvPr>
        </p:nvGraphicFramePr>
        <p:xfrm>
          <a:off x="1147763" y="3842544"/>
          <a:ext cx="5076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7" name="Document" r:id="rId17" imgW="2327061" imgH="268535" progId="Word.Document.8">
                  <p:embed/>
                </p:oleObj>
              </mc:Choice>
              <mc:Fallback>
                <p:oleObj name="Document" r:id="rId17" imgW="2327061" imgH="2685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3842544"/>
                        <a:ext cx="5076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236648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30093"/>
              </p:ext>
            </p:extLst>
          </p:nvPr>
        </p:nvGraphicFramePr>
        <p:xfrm>
          <a:off x="1214439" y="661198"/>
          <a:ext cx="856773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9" name="Document" r:id="rId3" imgW="3856915" imgH="396262" progId="Word.Document.8">
                  <p:embed/>
                </p:oleObj>
              </mc:Choice>
              <mc:Fallback>
                <p:oleObj name="Document" r:id="rId3" imgW="3856915" imgH="3962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9" y="661198"/>
                        <a:ext cx="856773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996247"/>
              </p:ext>
            </p:extLst>
          </p:nvPr>
        </p:nvGraphicFramePr>
        <p:xfrm>
          <a:off x="1214439" y="2555875"/>
          <a:ext cx="1091088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0" name="Document" r:id="rId5" imgW="4811797" imgH="593509" progId="Word.Document.8">
                  <p:embed/>
                </p:oleObj>
              </mc:Choice>
              <mc:Fallback>
                <p:oleObj name="Document" r:id="rId5" imgW="4811797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9" y="2555875"/>
                        <a:ext cx="10910887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676277"/>
              </p:ext>
            </p:extLst>
          </p:nvPr>
        </p:nvGraphicFramePr>
        <p:xfrm>
          <a:off x="1790701" y="1226742"/>
          <a:ext cx="8567737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1" name="Document" r:id="rId7" imgW="3856915" imgH="594394" progId="Word.Document.8">
                  <p:embed/>
                </p:oleObj>
              </mc:Choice>
              <mc:Fallback>
                <p:oleObj name="Document" r:id="rId7" imgW="3856915" imgH="5943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1" y="1226742"/>
                        <a:ext cx="8567737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880674"/>
              </p:ext>
            </p:extLst>
          </p:nvPr>
        </p:nvGraphicFramePr>
        <p:xfrm>
          <a:off x="671514" y="2171705"/>
          <a:ext cx="85677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Document" r:id="rId9" imgW="3857328" imgH="396734" progId="Word.Document.8">
                  <p:embed/>
                </p:oleObj>
              </mc:Choice>
              <mc:Fallback>
                <p:oleObj name="Document" r:id="rId9" imgW="3857328" imgH="3967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" y="2171705"/>
                        <a:ext cx="85677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067188"/>
              </p:ext>
            </p:extLst>
          </p:nvPr>
        </p:nvGraphicFramePr>
        <p:xfrm>
          <a:off x="1181100" y="4143375"/>
          <a:ext cx="65055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Document" r:id="rId11" imgW="2854681" imgH="428146" progId="Word.Document.8">
                  <p:embed/>
                </p:oleObj>
              </mc:Choice>
              <mc:Fallback>
                <p:oleObj name="Document" r:id="rId11" imgW="2854681" imgH="4281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43375"/>
                        <a:ext cx="65055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389625"/>
              </p:ext>
            </p:extLst>
          </p:nvPr>
        </p:nvGraphicFramePr>
        <p:xfrm>
          <a:off x="7138988" y="3943351"/>
          <a:ext cx="2957513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Document" r:id="rId13" imgW="1307019" imgH="600699" progId="Word.Document.8">
                  <p:embed/>
                </p:oleObj>
              </mc:Choice>
              <mc:Fallback>
                <p:oleObj name="Document" r:id="rId13" imgW="1307019" imgH="6006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3943351"/>
                        <a:ext cx="2957513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365343"/>
              </p:ext>
            </p:extLst>
          </p:nvPr>
        </p:nvGraphicFramePr>
        <p:xfrm>
          <a:off x="671514" y="4827589"/>
          <a:ext cx="60340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Document" r:id="rId15" imgW="2665399" imgH="432820" progId="Word.Document.8">
                  <p:embed/>
                </p:oleObj>
              </mc:Choice>
              <mc:Fallback>
                <p:oleObj name="Document" r:id="rId15" imgW="2665399" imgH="4328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" y="4827589"/>
                        <a:ext cx="603408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858558"/>
              </p:ext>
            </p:extLst>
          </p:nvPr>
        </p:nvGraphicFramePr>
        <p:xfrm>
          <a:off x="614363" y="3486150"/>
          <a:ext cx="47672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Document" r:id="rId17" imgW="2105812" imgH="411610" progId="Word.Document.8">
                  <p:embed/>
                </p:oleObj>
              </mc:Choice>
              <mc:Fallback>
                <p:oleObj name="Document" r:id="rId17" imgW="2105812" imgH="4116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3486150"/>
                        <a:ext cx="47672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603672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947513"/>
              </p:ext>
            </p:extLst>
          </p:nvPr>
        </p:nvGraphicFramePr>
        <p:xfrm>
          <a:off x="566738" y="695326"/>
          <a:ext cx="106299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Document" r:id="rId3" imgW="4568998" imgH="1859255" progId="Word.Document.8">
                  <p:embed/>
                </p:oleObj>
              </mc:Choice>
              <mc:Fallback>
                <p:oleObj name="Document" r:id="rId3" imgW="4568998" imgH="185925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695326"/>
                        <a:ext cx="106299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807016"/>
              </p:ext>
            </p:extLst>
          </p:nvPr>
        </p:nvGraphicFramePr>
        <p:xfrm>
          <a:off x="392112" y="3005137"/>
          <a:ext cx="2617788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Document" r:id="rId5" imgW="1225532" imgH="823567" progId="Word.Document.8">
                  <p:embed/>
                </p:oleObj>
              </mc:Choice>
              <mc:Fallback>
                <p:oleObj name="Document" r:id="rId5" imgW="1225532" imgH="8235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" y="3005137"/>
                        <a:ext cx="2617788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99848"/>
              </p:ext>
            </p:extLst>
          </p:nvPr>
        </p:nvGraphicFramePr>
        <p:xfrm>
          <a:off x="566738" y="4943475"/>
          <a:ext cx="110871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Document" r:id="rId7" imgW="4759717" imgH="742336" progId="Word.Document.8">
                  <p:embed/>
                </p:oleObj>
              </mc:Choice>
              <mc:Fallback>
                <p:oleObj name="Document" r:id="rId7" imgW="4759717" imgH="7423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4943475"/>
                        <a:ext cx="110871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325585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594625"/>
              </p:ext>
            </p:extLst>
          </p:nvPr>
        </p:nvGraphicFramePr>
        <p:xfrm>
          <a:off x="1571625" y="790575"/>
          <a:ext cx="96202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name="Document" r:id="rId3" imgW="4289205" imgH="376021" progId="Word.Document.8">
                  <p:embed/>
                </p:oleObj>
              </mc:Choice>
              <mc:Fallback>
                <p:oleObj name="Document" r:id="rId3" imgW="4289205" imgH="3760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790575"/>
                        <a:ext cx="962025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117936"/>
              </p:ext>
            </p:extLst>
          </p:nvPr>
        </p:nvGraphicFramePr>
        <p:xfrm>
          <a:off x="1463675" y="1302544"/>
          <a:ext cx="85344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Document" r:id="rId5" imgW="3814845" imgH="876271" progId="Word.Document.8">
                  <p:embed/>
                </p:oleObj>
              </mc:Choice>
              <mc:Fallback>
                <p:oleObj name="Document" r:id="rId5" imgW="3814845" imgH="8762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1302544"/>
                        <a:ext cx="85344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29970"/>
              </p:ext>
            </p:extLst>
          </p:nvPr>
        </p:nvGraphicFramePr>
        <p:xfrm>
          <a:off x="1571625" y="3232944"/>
          <a:ext cx="8534400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" name="Document" r:id="rId7" imgW="3814534" imgH="922363" progId="Word.Document.8">
                  <p:embed/>
                </p:oleObj>
              </mc:Choice>
              <mc:Fallback>
                <p:oleObj name="Document" r:id="rId7" imgW="3814534" imgH="9223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3232944"/>
                        <a:ext cx="8534400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5953"/>
              </p:ext>
            </p:extLst>
          </p:nvPr>
        </p:nvGraphicFramePr>
        <p:xfrm>
          <a:off x="4430713" y="5073651"/>
          <a:ext cx="2505414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7" name="Document" r:id="rId9" imgW="1024965" imgH="324730" progId="Word.Document.8">
                  <p:embed/>
                </p:oleObj>
              </mc:Choice>
              <mc:Fallback>
                <p:oleObj name="Document" r:id="rId9" imgW="1024965" imgH="3247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5073651"/>
                        <a:ext cx="2505414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296462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840984"/>
              </p:ext>
            </p:extLst>
          </p:nvPr>
        </p:nvGraphicFramePr>
        <p:xfrm>
          <a:off x="876300" y="763845"/>
          <a:ext cx="10896600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Document" r:id="rId3" imgW="4887582" imgH="1092115" progId="Word.Document.8">
                  <p:embed/>
                </p:oleObj>
              </mc:Choice>
              <mc:Fallback>
                <p:oleObj name="Document" r:id="rId3" imgW="4887582" imgH="10921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763845"/>
                        <a:ext cx="10896600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876448"/>
              </p:ext>
            </p:extLst>
          </p:nvPr>
        </p:nvGraphicFramePr>
        <p:xfrm>
          <a:off x="876300" y="3197482"/>
          <a:ext cx="106060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Document" r:id="rId5" imgW="4731343" imgH="1113324" progId="Word.Document.8">
                  <p:embed/>
                </p:oleObj>
              </mc:Choice>
              <mc:Fallback>
                <p:oleObj name="Document" r:id="rId5" imgW="4731343" imgH="11133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3197482"/>
                        <a:ext cx="106060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0" name="Picture 6" descr="C:\Users\Ningrj\AppData\Roaming\Tencent\Users\767623779\QQ\WinTemp\RichOle\]J2N%G@`NBACY4C3MQ6KS3J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9" y="4445257"/>
            <a:ext cx="196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C:\Users\Ningrj\AppData\Roaming\Tencent\Users\767623779\QQ\WinTemp\RichOle\@D6GUN$MV`})FABNQIN{3@0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1314" y="2492379"/>
            <a:ext cx="3884612" cy="6672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25609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796584"/>
              </p:ext>
            </p:extLst>
          </p:nvPr>
        </p:nvGraphicFramePr>
        <p:xfrm>
          <a:off x="647701" y="866775"/>
          <a:ext cx="11025187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4" name="Document" r:id="rId3" imgW="5091231" imgH="459421" progId="Word.Document.8">
                  <p:embed/>
                </p:oleObj>
              </mc:Choice>
              <mc:Fallback>
                <p:oleObj name="Document" r:id="rId3" imgW="5091231" imgH="4594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1" y="866775"/>
                        <a:ext cx="11025187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020177"/>
              </p:ext>
            </p:extLst>
          </p:nvPr>
        </p:nvGraphicFramePr>
        <p:xfrm>
          <a:off x="1204913" y="1883571"/>
          <a:ext cx="10682288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Document" r:id="rId5" imgW="4818621" imgH="663968" progId="Word.Document.8">
                  <p:embed/>
                </p:oleObj>
              </mc:Choice>
              <mc:Fallback>
                <p:oleObj name="Document" r:id="rId5" imgW="4818621" imgH="6639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1883571"/>
                        <a:ext cx="10682288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352108"/>
              </p:ext>
            </p:extLst>
          </p:nvPr>
        </p:nvGraphicFramePr>
        <p:xfrm>
          <a:off x="528638" y="3095625"/>
          <a:ext cx="11034713" cy="190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name="Document" r:id="rId7" imgW="4977733" imgH="857371" progId="Word.Document.8">
                  <p:embed/>
                </p:oleObj>
              </mc:Choice>
              <mc:Fallback>
                <p:oleObj name="Document" r:id="rId7" imgW="4977733" imgH="8573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3095625"/>
                        <a:ext cx="11034713" cy="190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856404"/>
              </p:ext>
            </p:extLst>
          </p:nvPr>
        </p:nvGraphicFramePr>
        <p:xfrm>
          <a:off x="421482" y="4951413"/>
          <a:ext cx="822960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Document" r:id="rId9" imgW="3737601" imgH="491279" progId="Word.Document.8">
                  <p:embed/>
                </p:oleObj>
              </mc:Choice>
              <mc:Fallback>
                <p:oleObj name="Document" r:id="rId9" imgW="3737601" imgH="4912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2" y="4951413"/>
                        <a:ext cx="8229600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441430"/>
              </p:ext>
            </p:extLst>
          </p:nvPr>
        </p:nvGraphicFramePr>
        <p:xfrm>
          <a:off x="8277226" y="5272881"/>
          <a:ext cx="34575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Document" r:id="rId11" imgW="1379930" imgH="222881" progId="Word.Document.8">
                  <p:embed/>
                </p:oleObj>
              </mc:Choice>
              <mc:Fallback>
                <p:oleObj name="Document" r:id="rId11" imgW="1379930" imgH="2228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226" y="5272881"/>
                        <a:ext cx="3457575" cy="4857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33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23477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711316"/>
              </p:ext>
            </p:extLst>
          </p:nvPr>
        </p:nvGraphicFramePr>
        <p:xfrm>
          <a:off x="642938" y="824708"/>
          <a:ext cx="108156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9" name="Document" r:id="rId3" imgW="5049926" imgH="890444" progId="Word.Document.8">
                  <p:embed/>
                </p:oleObj>
              </mc:Choice>
              <mc:Fallback>
                <p:oleObj name="Document" r:id="rId3" imgW="5049926" imgH="8904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824708"/>
                        <a:ext cx="10815638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429250"/>
              </p:ext>
            </p:extLst>
          </p:nvPr>
        </p:nvGraphicFramePr>
        <p:xfrm>
          <a:off x="1203325" y="2729708"/>
          <a:ext cx="822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0" name="Document" r:id="rId5" imgW="3882530" imgH="347772" progId="Word.Document.8">
                  <p:embed/>
                </p:oleObj>
              </mc:Choice>
              <mc:Fallback>
                <p:oleObj name="Document" r:id="rId5" imgW="3882530" imgH="3477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2729708"/>
                        <a:ext cx="8229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306823"/>
              </p:ext>
            </p:extLst>
          </p:nvPr>
        </p:nvGraphicFramePr>
        <p:xfrm>
          <a:off x="1203325" y="3376612"/>
          <a:ext cx="8128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" name="Document" r:id="rId7" imgW="3582267" imgH="306371" progId="Word.Document.8">
                  <p:embed/>
                </p:oleObj>
              </mc:Choice>
              <mc:Fallback>
                <p:oleObj name="Document" r:id="rId7" imgW="3582267" imgH="3063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3376612"/>
                        <a:ext cx="81280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21036"/>
              </p:ext>
            </p:extLst>
          </p:nvPr>
        </p:nvGraphicFramePr>
        <p:xfrm>
          <a:off x="1203325" y="3875089"/>
          <a:ext cx="81280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Document" r:id="rId9" imgW="3582267" imgH="325812" progId="Word.Document.8">
                  <p:embed/>
                </p:oleObj>
              </mc:Choice>
              <mc:Fallback>
                <p:oleObj name="Document" r:id="rId9" imgW="3582267" imgH="3258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3875089"/>
                        <a:ext cx="81280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73812"/>
              </p:ext>
            </p:extLst>
          </p:nvPr>
        </p:nvGraphicFramePr>
        <p:xfrm>
          <a:off x="901700" y="4281488"/>
          <a:ext cx="82296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3" name="Document" r:id="rId11" imgW="3882530" imgH="304211" progId="Word.Document.8">
                  <p:embed/>
                </p:oleObj>
              </mc:Choice>
              <mc:Fallback>
                <p:oleObj name="Document" r:id="rId11" imgW="3882530" imgH="3042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4281488"/>
                        <a:ext cx="82296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21375"/>
              </p:ext>
            </p:extLst>
          </p:nvPr>
        </p:nvGraphicFramePr>
        <p:xfrm>
          <a:off x="901700" y="4857752"/>
          <a:ext cx="822960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" name="Document" r:id="rId13" imgW="3882530" imgH="483857" progId="Word.Document.8">
                  <p:embed/>
                </p:oleObj>
              </mc:Choice>
              <mc:Fallback>
                <p:oleObj name="Document" r:id="rId13" imgW="3882530" imgH="483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4857752"/>
                        <a:ext cx="8229600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697019"/>
              </p:ext>
            </p:extLst>
          </p:nvPr>
        </p:nvGraphicFramePr>
        <p:xfrm>
          <a:off x="6688932" y="2906713"/>
          <a:ext cx="18621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" name="Document" r:id="rId15" imgW="854465" imgH="189808" progId="Word.Document.8">
                  <p:embed/>
                </p:oleObj>
              </mc:Choice>
              <mc:Fallback>
                <p:oleObj name="Document" r:id="rId15" imgW="854465" imgH="1898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932" y="2906713"/>
                        <a:ext cx="18621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85627"/>
              </p:ext>
            </p:extLst>
          </p:nvPr>
        </p:nvGraphicFramePr>
        <p:xfrm>
          <a:off x="9991725" y="3441699"/>
          <a:ext cx="15573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6" name="Document" r:id="rId17" imgW="725882" imgH="271770" progId="Word.Document.8">
                  <p:embed/>
                </p:oleObj>
              </mc:Choice>
              <mc:Fallback>
                <p:oleObj name="Document" r:id="rId17" imgW="725882" imgH="2717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1725" y="3441699"/>
                        <a:ext cx="155733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5430"/>
              </p:ext>
            </p:extLst>
          </p:nvPr>
        </p:nvGraphicFramePr>
        <p:xfrm>
          <a:off x="9734550" y="3931045"/>
          <a:ext cx="15700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7" name="Document" r:id="rId19" imgW="727254" imgH="220688" progId="Word.Document.8">
                  <p:embed/>
                </p:oleObj>
              </mc:Choice>
              <mc:Fallback>
                <p:oleObj name="Document" r:id="rId19" imgW="727254" imgH="2206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4550" y="3931045"/>
                        <a:ext cx="157003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0389"/>
              </p:ext>
            </p:extLst>
          </p:nvPr>
        </p:nvGraphicFramePr>
        <p:xfrm>
          <a:off x="7766051" y="4452938"/>
          <a:ext cx="15700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" name="Document" r:id="rId21" imgW="727254" imgH="220688" progId="Word.Document.8">
                  <p:embed/>
                </p:oleObj>
              </mc:Choice>
              <mc:Fallback>
                <p:oleObj name="Document" r:id="rId21" imgW="727254" imgH="2206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1" y="4452938"/>
                        <a:ext cx="15700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556314"/>
              </p:ext>
            </p:extLst>
          </p:nvPr>
        </p:nvGraphicFramePr>
        <p:xfrm>
          <a:off x="1203325" y="5607047"/>
          <a:ext cx="100012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" name="Document" r:id="rId23" imgW="4641191" imgH="291902" progId="Word.Document.8">
                  <p:embed/>
                </p:oleObj>
              </mc:Choice>
              <mc:Fallback>
                <p:oleObj name="Document" r:id="rId23" imgW="4641191" imgH="2919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5607047"/>
                        <a:ext cx="100012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060244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0</Words>
  <Application>Microsoft Office PowerPoint</Application>
  <PresentationFormat>宽屏</PresentationFormat>
  <Paragraphs>0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Arial</vt:lpstr>
      <vt:lpstr>Office 主题​​</vt:lpstr>
      <vt:lpstr>Document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jiang hui</cp:lastModifiedBy>
  <cp:revision>58</cp:revision>
  <dcterms:created xsi:type="dcterms:W3CDTF">2019-06-19T02:08:00Z</dcterms:created>
  <dcterms:modified xsi:type="dcterms:W3CDTF">2021-12-15T04:19:24Z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