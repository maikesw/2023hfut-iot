
<file path=[Content_Types].xml><?xml version="1.0" encoding="utf-8"?>
<Types xmlns="http://schemas.openxmlformats.org/package/2006/content-types">
  <Default Extension="bin" ContentType="application/vnd.openxmlformats-officedocument.oleObject"/>
  <Default Extension="doc" ContentType="application/msword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60" r:id="rId2"/>
    <p:sldId id="261" r:id="rId3"/>
    <p:sldId id="266" r:id="rId4"/>
    <p:sldId id="267" r:id="rId5"/>
    <p:sldId id="269" r:id="rId6"/>
    <p:sldId id="270" r:id="rId7"/>
    <p:sldId id="271" r:id="rId8"/>
    <p:sldId id="272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4" r:id="rId18"/>
    <p:sldId id="285" r:id="rId19"/>
    <p:sldId id="289" r:id="rId20"/>
    <p:sldId id="290" r:id="rId21"/>
    <p:sldId id="286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6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86" d="100"/>
          <a:sy n="86" d="100"/>
        </p:scale>
        <p:origin x="50" y="62"/>
      </p:cViewPr>
      <p:guideLst>
        <p:guide orient="horz" pos="2158"/>
        <p:guide pos="3861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749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2022/12/15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00135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945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8.xml"/><Relationship Id="rId4" Type="http://schemas.openxmlformats.org/officeDocument/2006/relationships/tags" Target="../tags/tag7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3.xml"/><Relationship Id="rId4" Type="http://schemas.openxmlformats.org/officeDocument/2006/relationships/tags" Target="../tags/tag1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5.xml"/><Relationship Id="rId4" Type="http://schemas.openxmlformats.org/officeDocument/2006/relationships/tags" Target="../tags/tag4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9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669882" y="2588281"/>
            <a:ext cx="10852237" cy="899167"/>
          </a:xfrm>
          <a:prstGeom prst="rect">
            <a:avLst/>
          </a:prstGeo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669882" y="3566160"/>
            <a:ext cx="10852237" cy="950984"/>
          </a:xfrm>
          <a:prstGeom prst="rect">
            <a:avLst/>
          </a:prstGeo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1296000"/>
            <a:ext cx="10852237" cy="5041355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3808730"/>
            <a:ext cx="10852237" cy="624845"/>
          </a:xfrm>
          <a:prstGeom prst="rect">
            <a:avLst/>
          </a:prstGeo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69925" y="4511675"/>
            <a:ext cx="10852237" cy="1077985"/>
          </a:xfrm>
          <a:prstGeom prst="rect">
            <a:avLst/>
          </a:prstGeo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1296000"/>
            <a:ext cx="5283242" cy="504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30" y="1296000"/>
            <a:ext cx="5283242" cy="381003"/>
          </a:xfrm>
          <a:prstGeom prst="rect">
            <a:avLst/>
          </a:prstGeo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1789043"/>
            <a:ext cx="5283200" cy="4552234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296000"/>
            <a:ext cx="5283242" cy="38100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789043"/>
            <a:ext cx="5283242" cy="4552234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69930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238925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9EFD9D74-47D9-4702-A33C-335B63B48DBF}" type="datetimeFigureOut">
              <a:rPr lang="zh-CN" altLang="en-US" smtClean="0"/>
              <a:t>2022/12/14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952508"/>
            <a:ext cx="950984" cy="5388907"/>
          </a:xfrm>
          <a:prstGeom prst="rect">
            <a:avLst/>
          </a:prstGeo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952500"/>
            <a:ext cx="9828101" cy="5388907"/>
          </a:xfrm>
          <a:prstGeom prst="rect">
            <a:avLst/>
          </a:prstGeo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30" y="952508"/>
            <a:ext cx="10852237" cy="50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69882" y="2588281"/>
            <a:ext cx="10852237" cy="899167"/>
          </a:xfrm>
          <a:prstGeom prst="rect">
            <a:avLst/>
          </a:prstGeo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2167" y="685800"/>
            <a:ext cx="11387667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06401" y="1981200"/>
            <a:ext cx="5592233" cy="3886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201834" y="1981200"/>
            <a:ext cx="5592233" cy="18669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201834" y="4000500"/>
            <a:ext cx="5592233" cy="18669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3638"/>
            <a:ext cx="2844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1961A7-F02E-44C3-BCD3-3F987FDAD988}" type="datetime1">
              <a:rPr lang="zh-CN" altLang="en-US"/>
              <a:pPr>
                <a:defRPr/>
              </a:pPr>
              <a:t>2022/12/14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3638"/>
            <a:ext cx="2844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AE35C7-2885-44EF-AF86-D9DD0F66076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1958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2589C0E-C98B-4A6B-B4CF-F71114176CE7}"/>
              </a:ext>
            </a:extLst>
          </p:cNvPr>
          <p:cNvGrpSpPr/>
          <p:nvPr userDrawn="1"/>
        </p:nvGrpSpPr>
        <p:grpSpPr>
          <a:xfrm>
            <a:off x="6600217" y="234834"/>
            <a:ext cx="5491260" cy="461665"/>
            <a:chOff x="6600217" y="234834"/>
            <a:chExt cx="5491260" cy="461665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086E06BA-2668-4C3A-8E45-593AD2CA1B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/>
            <a:stretch>
              <a:fillRect/>
            </a:stretch>
          </p:blipFill>
          <p:spPr>
            <a:xfrm>
              <a:off x="6600217" y="243967"/>
              <a:ext cx="2821020" cy="437940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561B98C-21BF-43F5-A1B5-5D7BD0822FCB}"/>
                </a:ext>
              </a:extLst>
            </p:cNvPr>
            <p:cNvSpPr txBox="1"/>
            <p:nvPr userDrawn="1"/>
          </p:nvSpPr>
          <p:spPr>
            <a:xfrm>
              <a:off x="9401781" y="234834"/>
              <a:ext cx="2689696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400" b="1" dirty="0">
                  <a:solidFill>
                    <a:srgbClr val="00B0F0"/>
                  </a:solidFill>
                  <a:effectLst/>
                </a:rPr>
                <a:t>概率论与数理统计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8.emf"/><Relationship Id="rId3" Type="http://schemas.openxmlformats.org/officeDocument/2006/relationships/image" Target="../media/image3.emf"/><Relationship Id="rId7" Type="http://schemas.openxmlformats.org/officeDocument/2006/relationships/image" Target="../media/image5.e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7.emf"/><Relationship Id="rId5" Type="http://schemas.openxmlformats.org/officeDocument/2006/relationships/image" Target="../media/image4.e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14.emf"/><Relationship Id="rId3" Type="http://schemas.openxmlformats.org/officeDocument/2006/relationships/image" Target="../media/image9.wmf"/><Relationship Id="rId7" Type="http://schemas.openxmlformats.org/officeDocument/2006/relationships/image" Target="../media/image11.emf"/><Relationship Id="rId12" Type="http://schemas.openxmlformats.org/officeDocument/2006/relationships/oleObject" Target="../embeddings/oleObject12.bin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3.emf"/><Relationship Id="rId5" Type="http://schemas.openxmlformats.org/officeDocument/2006/relationships/image" Target="../media/image10.emf"/><Relationship Id="rId15" Type="http://schemas.openxmlformats.org/officeDocument/2006/relationships/image" Target="../media/image15.e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2.emf"/><Relationship Id="rId14" Type="http://schemas.openxmlformats.org/officeDocument/2006/relationships/oleObject" Target="../embeddings/oleObject13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20.emf"/><Relationship Id="rId3" Type="http://schemas.openxmlformats.org/officeDocument/2006/relationships/image" Target="../media/image9.wmf"/><Relationship Id="rId7" Type="http://schemas.openxmlformats.org/officeDocument/2006/relationships/image" Target="../media/image17.emf"/><Relationship Id="rId12" Type="http://schemas.openxmlformats.org/officeDocument/2006/relationships/oleObject" Target="../embeddings/oleObject19.bin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19.emf"/><Relationship Id="rId5" Type="http://schemas.openxmlformats.org/officeDocument/2006/relationships/image" Target="../media/image16.emf"/><Relationship Id="rId15" Type="http://schemas.openxmlformats.org/officeDocument/2006/relationships/image" Target="../media/image21.emf"/><Relationship Id="rId10" Type="http://schemas.openxmlformats.org/officeDocument/2006/relationships/oleObject" Target="../embeddings/oleObject18.bin"/><Relationship Id="rId4" Type="http://schemas.openxmlformats.org/officeDocument/2006/relationships/oleObject" Target="../embeddings/oleObject15.bin"/><Relationship Id="rId9" Type="http://schemas.openxmlformats.org/officeDocument/2006/relationships/image" Target="../media/image18.emf"/><Relationship Id="rId14" Type="http://schemas.openxmlformats.org/officeDocument/2006/relationships/oleObject" Target="../embeddings/oleObject20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image" Target="../media/image9.wmf"/><Relationship Id="rId7" Type="http://schemas.openxmlformats.org/officeDocument/2006/relationships/image" Target="../media/image23.e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22.e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7" Type="http://schemas.openxmlformats.org/officeDocument/2006/relationships/image" Target="../media/image8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25.emf"/><Relationship Id="rId4" Type="http://schemas.openxmlformats.org/officeDocument/2006/relationships/oleObject" Target="../embeddings/oleObject26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30.wmf"/><Relationship Id="rId18" Type="http://schemas.openxmlformats.org/officeDocument/2006/relationships/oleObject" Target="../embeddings/oleObject36.bin"/><Relationship Id="rId3" Type="http://schemas.openxmlformats.org/officeDocument/2006/relationships/image" Target="../media/image9.wmf"/><Relationship Id="rId21" Type="http://schemas.openxmlformats.org/officeDocument/2006/relationships/image" Target="../media/image34.emf"/><Relationship Id="rId7" Type="http://schemas.openxmlformats.org/officeDocument/2006/relationships/image" Target="../media/image27.wmf"/><Relationship Id="rId12" Type="http://schemas.openxmlformats.org/officeDocument/2006/relationships/oleObject" Target="../embeddings/oleObject33.bin"/><Relationship Id="rId17" Type="http://schemas.openxmlformats.org/officeDocument/2006/relationships/image" Target="../media/image32.wmf"/><Relationship Id="rId2" Type="http://schemas.openxmlformats.org/officeDocument/2006/relationships/oleObject" Target="../embeddings/oleObject28.bin"/><Relationship Id="rId16" Type="http://schemas.openxmlformats.org/officeDocument/2006/relationships/oleObject" Target="../embeddings/oleObject35.bin"/><Relationship Id="rId20" Type="http://schemas.openxmlformats.org/officeDocument/2006/relationships/oleObject" Target="../embeddings/oleObject37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29.wmf"/><Relationship Id="rId5" Type="http://schemas.openxmlformats.org/officeDocument/2006/relationships/image" Target="../media/image26.emf"/><Relationship Id="rId15" Type="http://schemas.openxmlformats.org/officeDocument/2006/relationships/image" Target="../media/image31.wmf"/><Relationship Id="rId10" Type="http://schemas.openxmlformats.org/officeDocument/2006/relationships/oleObject" Target="../embeddings/oleObject32.bin"/><Relationship Id="rId19" Type="http://schemas.openxmlformats.org/officeDocument/2006/relationships/image" Target="../media/image33.emf"/><Relationship Id="rId4" Type="http://schemas.openxmlformats.org/officeDocument/2006/relationships/oleObject" Target="../embeddings/oleObject29.bin"/><Relationship Id="rId9" Type="http://schemas.openxmlformats.org/officeDocument/2006/relationships/image" Target="../media/image28.wmf"/><Relationship Id="rId14" Type="http://schemas.openxmlformats.org/officeDocument/2006/relationships/oleObject" Target="../embeddings/oleObject34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3" Type="http://schemas.openxmlformats.org/officeDocument/2006/relationships/image" Target="../media/image9.wmf"/><Relationship Id="rId7" Type="http://schemas.openxmlformats.org/officeDocument/2006/relationships/image" Target="../media/image36.e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0.bin"/><Relationship Id="rId5" Type="http://schemas.openxmlformats.org/officeDocument/2006/relationships/image" Target="../media/image35.emf"/><Relationship Id="rId4" Type="http://schemas.openxmlformats.org/officeDocument/2006/relationships/oleObject" Target="../embeddings/oleObject39.bin"/><Relationship Id="rId9" Type="http://schemas.openxmlformats.org/officeDocument/2006/relationships/image" Target="../media/image37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3" Type="http://schemas.openxmlformats.org/officeDocument/2006/relationships/image" Target="../media/image9.wmf"/><Relationship Id="rId7" Type="http://schemas.openxmlformats.org/officeDocument/2006/relationships/image" Target="../media/image39.e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4.bin"/><Relationship Id="rId5" Type="http://schemas.openxmlformats.org/officeDocument/2006/relationships/image" Target="../media/image38.emf"/><Relationship Id="rId4" Type="http://schemas.openxmlformats.org/officeDocument/2006/relationships/oleObject" Target="../embeddings/oleObject43.bin"/><Relationship Id="rId9" Type="http://schemas.openxmlformats.org/officeDocument/2006/relationships/image" Target="../media/image40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3" Type="http://schemas.openxmlformats.org/officeDocument/2006/relationships/image" Target="../media/image9.wmf"/><Relationship Id="rId7" Type="http://schemas.openxmlformats.org/officeDocument/2006/relationships/image" Target="../media/image42.e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8.bin"/><Relationship Id="rId5" Type="http://schemas.openxmlformats.org/officeDocument/2006/relationships/image" Target="../media/image41.emf"/><Relationship Id="rId4" Type="http://schemas.openxmlformats.org/officeDocument/2006/relationships/oleObject" Target="../embeddings/oleObject47.bin"/><Relationship Id="rId9" Type="http://schemas.openxmlformats.org/officeDocument/2006/relationships/image" Target="../media/image4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7" Type="http://schemas.openxmlformats.org/officeDocument/2006/relationships/image" Target="../media/image45.e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52.bin"/><Relationship Id="rId5" Type="http://schemas.openxmlformats.org/officeDocument/2006/relationships/image" Target="../media/image44.emf"/><Relationship Id="rId4" Type="http://schemas.openxmlformats.org/officeDocument/2006/relationships/oleObject" Target="../embeddings/oleObject51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3" Type="http://schemas.openxmlformats.org/officeDocument/2006/relationships/image" Target="../media/image9.wmf"/><Relationship Id="rId7" Type="http://schemas.openxmlformats.org/officeDocument/2006/relationships/image" Target="../media/image47.emf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55.bin"/><Relationship Id="rId5" Type="http://schemas.openxmlformats.org/officeDocument/2006/relationships/image" Target="../media/image46.emf"/><Relationship Id="rId4" Type="http://schemas.openxmlformats.org/officeDocument/2006/relationships/oleObject" Target="../embeddings/oleObject54.bin"/><Relationship Id="rId9" Type="http://schemas.openxmlformats.org/officeDocument/2006/relationships/image" Target="../media/image48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13" Type="http://schemas.openxmlformats.org/officeDocument/2006/relationships/image" Target="../media/image53.emf"/><Relationship Id="rId3" Type="http://schemas.openxmlformats.org/officeDocument/2006/relationships/image" Target="../media/image9.wmf"/><Relationship Id="rId7" Type="http://schemas.openxmlformats.org/officeDocument/2006/relationships/image" Target="../media/image50.emf"/><Relationship Id="rId12" Type="http://schemas.openxmlformats.org/officeDocument/2006/relationships/oleObject" Target="../embeddings/oleObject62.bin"/><Relationship Id="rId2" Type="http://schemas.openxmlformats.org/officeDocument/2006/relationships/oleObject" Target="../embeddings/oleObject57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59.bin"/><Relationship Id="rId11" Type="http://schemas.openxmlformats.org/officeDocument/2006/relationships/image" Target="../media/image52.emf"/><Relationship Id="rId5" Type="http://schemas.openxmlformats.org/officeDocument/2006/relationships/image" Target="../media/image49.emf"/><Relationship Id="rId10" Type="http://schemas.openxmlformats.org/officeDocument/2006/relationships/oleObject" Target="../embeddings/oleObject61.bin"/><Relationship Id="rId4" Type="http://schemas.openxmlformats.org/officeDocument/2006/relationships/oleObject" Target="../embeddings/oleObject58.bin"/><Relationship Id="rId9" Type="http://schemas.openxmlformats.org/officeDocument/2006/relationships/image" Target="../media/image51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7" Type="http://schemas.openxmlformats.org/officeDocument/2006/relationships/image" Target="../media/image55.emf"/><Relationship Id="rId2" Type="http://schemas.openxmlformats.org/officeDocument/2006/relationships/oleObject" Target="../embeddings/oleObject63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5.bin"/><Relationship Id="rId5" Type="http://schemas.openxmlformats.org/officeDocument/2006/relationships/image" Target="../media/image54.emf"/><Relationship Id="rId4" Type="http://schemas.openxmlformats.org/officeDocument/2006/relationships/oleObject" Target="../embeddings/oleObject64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3" Type="http://schemas.openxmlformats.org/officeDocument/2006/relationships/image" Target="../media/image9.wmf"/><Relationship Id="rId7" Type="http://schemas.openxmlformats.org/officeDocument/2006/relationships/image" Target="../media/image57.emf"/><Relationship Id="rId2" Type="http://schemas.openxmlformats.org/officeDocument/2006/relationships/oleObject" Target="../embeddings/oleObject66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8.bin"/><Relationship Id="rId5" Type="http://schemas.openxmlformats.org/officeDocument/2006/relationships/image" Target="../media/image56.emf"/><Relationship Id="rId4" Type="http://schemas.openxmlformats.org/officeDocument/2006/relationships/oleObject" Target="../embeddings/oleObject67.bin"/><Relationship Id="rId9" Type="http://schemas.openxmlformats.org/officeDocument/2006/relationships/image" Target="../media/image58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.bin"/><Relationship Id="rId13" Type="http://schemas.openxmlformats.org/officeDocument/2006/relationships/image" Target="../media/image63.emf"/><Relationship Id="rId3" Type="http://schemas.openxmlformats.org/officeDocument/2006/relationships/image" Target="../media/image9.wmf"/><Relationship Id="rId7" Type="http://schemas.openxmlformats.org/officeDocument/2006/relationships/image" Target="../media/image60.emf"/><Relationship Id="rId12" Type="http://schemas.openxmlformats.org/officeDocument/2006/relationships/oleObject" Target="../embeddings/oleObject75.bin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72.bin"/><Relationship Id="rId11" Type="http://schemas.openxmlformats.org/officeDocument/2006/relationships/image" Target="../media/image62.emf"/><Relationship Id="rId5" Type="http://schemas.openxmlformats.org/officeDocument/2006/relationships/image" Target="../media/image59.emf"/><Relationship Id="rId10" Type="http://schemas.openxmlformats.org/officeDocument/2006/relationships/oleObject" Target="../embeddings/oleObject74.bin"/><Relationship Id="rId4" Type="http://schemas.openxmlformats.org/officeDocument/2006/relationships/oleObject" Target="../embeddings/oleObject71.bin"/><Relationship Id="rId9" Type="http://schemas.openxmlformats.org/officeDocument/2006/relationships/image" Target="../media/image61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3" Type="http://schemas.openxmlformats.org/officeDocument/2006/relationships/image" Target="../media/image9.wmf"/><Relationship Id="rId7" Type="http://schemas.openxmlformats.org/officeDocument/2006/relationships/image" Target="../media/image65.emf"/><Relationship Id="rId2" Type="http://schemas.openxmlformats.org/officeDocument/2006/relationships/oleObject" Target="../embeddings/oleObject76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78.bin"/><Relationship Id="rId5" Type="http://schemas.openxmlformats.org/officeDocument/2006/relationships/image" Target="../media/image64.emf"/><Relationship Id="rId4" Type="http://schemas.openxmlformats.org/officeDocument/2006/relationships/oleObject" Target="../embeddings/oleObject77.bin"/><Relationship Id="rId9" Type="http://schemas.openxmlformats.org/officeDocument/2006/relationships/image" Target="../media/image66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7" Type="http://schemas.openxmlformats.org/officeDocument/2006/relationships/image" Target="../media/image68.emf"/><Relationship Id="rId2" Type="http://schemas.openxmlformats.org/officeDocument/2006/relationships/oleObject" Target="../embeddings/oleObject80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82.bin"/><Relationship Id="rId5" Type="http://schemas.openxmlformats.org/officeDocument/2006/relationships/image" Target="../media/image67.emf"/><Relationship Id="rId4" Type="http://schemas.openxmlformats.org/officeDocument/2006/relationships/oleObject" Target="../embeddings/oleObject81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6.bin"/><Relationship Id="rId3" Type="http://schemas.openxmlformats.org/officeDocument/2006/relationships/image" Target="../media/image9.wmf"/><Relationship Id="rId7" Type="http://schemas.openxmlformats.org/officeDocument/2006/relationships/image" Target="../media/image70.emf"/><Relationship Id="rId2" Type="http://schemas.openxmlformats.org/officeDocument/2006/relationships/oleObject" Target="../embeddings/oleObject83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85.bin"/><Relationship Id="rId11" Type="http://schemas.openxmlformats.org/officeDocument/2006/relationships/image" Target="../media/image72.emf"/><Relationship Id="rId5" Type="http://schemas.openxmlformats.org/officeDocument/2006/relationships/image" Target="../media/image69.emf"/><Relationship Id="rId10" Type="http://schemas.openxmlformats.org/officeDocument/2006/relationships/oleObject" Target="../embeddings/oleObject87.bin"/><Relationship Id="rId4" Type="http://schemas.openxmlformats.org/officeDocument/2006/relationships/oleObject" Target="../embeddings/oleObject84.bin"/><Relationship Id="rId9" Type="http://schemas.openxmlformats.org/officeDocument/2006/relationships/image" Target="../media/image71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Word_97_-_2003_Document2.doc"/><Relationship Id="rId3" Type="http://schemas.openxmlformats.org/officeDocument/2006/relationships/image" Target="../media/image73.emf"/><Relationship Id="rId7" Type="http://schemas.openxmlformats.org/officeDocument/2006/relationships/image" Target="../media/image75.emf"/><Relationship Id="rId2" Type="http://schemas.openxmlformats.org/officeDocument/2006/relationships/oleObject" Target="../embeddings/oleObject88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Microsoft_Word_97_-_2003_Document1.doc"/><Relationship Id="rId5" Type="http://schemas.openxmlformats.org/officeDocument/2006/relationships/image" Target="../media/image74.emf"/><Relationship Id="rId4" Type="http://schemas.openxmlformats.org/officeDocument/2006/relationships/oleObject" Target="../embeddings/Microsoft_Word_97_-_2003_Document.doc"/><Relationship Id="rId9" Type="http://schemas.openxmlformats.org/officeDocument/2006/relationships/image" Target="../media/image76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2.bin"/><Relationship Id="rId13" Type="http://schemas.openxmlformats.org/officeDocument/2006/relationships/image" Target="../media/image81.emf"/><Relationship Id="rId3" Type="http://schemas.openxmlformats.org/officeDocument/2006/relationships/image" Target="../media/image9.wmf"/><Relationship Id="rId7" Type="http://schemas.openxmlformats.org/officeDocument/2006/relationships/image" Target="../media/image78.emf"/><Relationship Id="rId12" Type="http://schemas.openxmlformats.org/officeDocument/2006/relationships/oleObject" Target="../embeddings/oleObject94.bin"/><Relationship Id="rId2" Type="http://schemas.openxmlformats.org/officeDocument/2006/relationships/oleObject" Target="../embeddings/oleObject8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91.bin"/><Relationship Id="rId11" Type="http://schemas.openxmlformats.org/officeDocument/2006/relationships/image" Target="../media/image80.emf"/><Relationship Id="rId5" Type="http://schemas.openxmlformats.org/officeDocument/2006/relationships/image" Target="../media/image77.emf"/><Relationship Id="rId10" Type="http://schemas.openxmlformats.org/officeDocument/2006/relationships/oleObject" Target="../embeddings/oleObject93.bin"/><Relationship Id="rId4" Type="http://schemas.openxmlformats.org/officeDocument/2006/relationships/oleObject" Target="../embeddings/oleObject90.bin"/><Relationship Id="rId9" Type="http://schemas.openxmlformats.org/officeDocument/2006/relationships/image" Target="../media/image7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2F5B01D-2396-464B-B8E4-24FADA826A71}" type="slidenum">
              <a:rPr lang="en-US" altLang="zh-CN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zh-CN" sz="1200">
              <a:latin typeface="Garamond" panose="02020404030301010803" pitchFamily="18" charset="0"/>
            </a:endParaRPr>
          </a:p>
        </p:txBody>
      </p:sp>
      <p:sp>
        <p:nvSpPr>
          <p:cNvPr id="4099" name="Rectangle 4"/>
          <p:cNvSpPr>
            <a:spLocks noGrp="1" noChangeArrowheads="1"/>
          </p:cNvSpPr>
          <p:nvPr>
            <p:ph type="title"/>
          </p:nvPr>
        </p:nvSpPr>
        <p:spPr>
          <a:xfrm>
            <a:off x="1879600" y="2317750"/>
            <a:ext cx="8047038" cy="1066800"/>
          </a:xfrm>
          <a:noFill/>
        </p:spPr>
        <p:txBody>
          <a:bodyPr anchor="ctr"/>
          <a:lstStyle/>
          <a:p>
            <a:pPr algn="ctr" eaLnBrk="1" hangingPunct="1"/>
            <a:r>
              <a:rPr lang="zh-CN" altLang="en-US" sz="3200" b="1" dirty="0">
                <a:solidFill>
                  <a:srgbClr val="FF0000"/>
                </a:solidFill>
              </a:rPr>
              <a:t>第八章     假设检验</a:t>
            </a:r>
          </a:p>
        </p:txBody>
      </p:sp>
    </p:spTree>
    <p:extLst>
      <p:ext uri="{BB962C8B-B14F-4D97-AF65-F5344CB8AC3E}">
        <p14:creationId xmlns:p14="http://schemas.microsoft.com/office/powerpoint/2010/main" val="299879010"/>
      </p:ext>
    </p:extLst>
  </p:cSld>
  <p:clrMapOvr>
    <a:masterClrMapping/>
  </p:clrMapOvr>
  <p:transition spd="med">
    <p:strips dir="r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0640257"/>
              </p:ext>
            </p:extLst>
          </p:nvPr>
        </p:nvGraphicFramePr>
        <p:xfrm>
          <a:off x="1873810" y="677861"/>
          <a:ext cx="7561543" cy="989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553984" imgH="467690" progId="Word.Document.8">
                  <p:embed/>
                </p:oleObj>
              </mc:Choice>
              <mc:Fallback>
                <p:oleObj name="Document" r:id="rId2" imgW="3553984" imgH="46769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3810" y="677861"/>
                        <a:ext cx="7561543" cy="9893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0032645"/>
              </p:ext>
            </p:extLst>
          </p:nvPr>
        </p:nvGraphicFramePr>
        <p:xfrm>
          <a:off x="1178861" y="1085245"/>
          <a:ext cx="809466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562140" imgH="401391" progId="Word.Document.8">
                  <p:embed/>
                </p:oleObj>
              </mc:Choice>
              <mc:Fallback>
                <p:oleObj name="Document" r:id="rId4" imgW="3562140" imgH="40139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8861" y="1085245"/>
                        <a:ext cx="809466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6593414"/>
              </p:ext>
            </p:extLst>
          </p:nvPr>
        </p:nvGraphicFramePr>
        <p:xfrm>
          <a:off x="546100" y="3365383"/>
          <a:ext cx="10818813" cy="133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4760035" imgH="587541" progId="Word.Document.8">
                  <p:embed/>
                </p:oleObj>
              </mc:Choice>
              <mc:Fallback>
                <p:oleObj name="Document" r:id="rId6" imgW="4760035" imgH="58754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" y="3365383"/>
                        <a:ext cx="10818813" cy="1336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0651991"/>
              </p:ext>
            </p:extLst>
          </p:nvPr>
        </p:nvGraphicFramePr>
        <p:xfrm>
          <a:off x="546100" y="4349749"/>
          <a:ext cx="10847387" cy="159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4826627" imgH="711386" progId="Word.Document.8">
                  <p:embed/>
                </p:oleObj>
              </mc:Choice>
              <mc:Fallback>
                <p:oleObj name="Document" r:id="rId8" imgW="4826627" imgH="71138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" y="4349749"/>
                        <a:ext cx="10847387" cy="159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3799810"/>
              </p:ext>
            </p:extLst>
          </p:nvPr>
        </p:nvGraphicFramePr>
        <p:xfrm>
          <a:off x="546100" y="5537417"/>
          <a:ext cx="10053637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4707278" imgH="271411" progId="Word.Document.8">
                  <p:embed/>
                </p:oleObj>
              </mc:Choice>
              <mc:Fallback>
                <p:oleObj name="Document" r:id="rId10" imgW="4707278" imgH="27141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" y="5537417"/>
                        <a:ext cx="10053637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6678726"/>
              </p:ext>
            </p:extLst>
          </p:nvPr>
        </p:nvGraphicFramePr>
        <p:xfrm>
          <a:off x="546100" y="1793907"/>
          <a:ext cx="10644188" cy="2297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2" imgW="4930654" imgH="1065278" progId="Word.Document.8">
                  <p:embed/>
                </p:oleObj>
              </mc:Choice>
              <mc:Fallback>
                <p:oleObj name="Document" r:id="rId12" imgW="4930654" imgH="106527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" y="1793907"/>
                        <a:ext cx="10644188" cy="2297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4813511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1014209"/>
              </p:ext>
            </p:extLst>
          </p:nvPr>
        </p:nvGraphicFramePr>
        <p:xfrm>
          <a:off x="601233" y="1214913"/>
          <a:ext cx="7499350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228430" imgH="450736" progId="Word.Document.8">
                  <p:embed/>
                </p:oleObj>
              </mc:Choice>
              <mc:Fallback>
                <p:oleObj name="Document" r:id="rId4" imgW="3228430" imgH="45073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233" y="1214913"/>
                        <a:ext cx="7499350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3386625"/>
              </p:ext>
            </p:extLst>
          </p:nvPr>
        </p:nvGraphicFramePr>
        <p:xfrm>
          <a:off x="601233" y="1868263"/>
          <a:ext cx="9186862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4058259" imgH="322458" progId="Word.Document.8">
                  <p:embed/>
                </p:oleObj>
              </mc:Choice>
              <mc:Fallback>
                <p:oleObj name="Document" r:id="rId6" imgW="4058259" imgH="32245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233" y="1868263"/>
                        <a:ext cx="9186862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2175962"/>
              </p:ext>
            </p:extLst>
          </p:nvPr>
        </p:nvGraphicFramePr>
        <p:xfrm>
          <a:off x="511679" y="3574636"/>
          <a:ext cx="11350625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038640" imgH="603382" progId="Word.Document.8">
                  <p:embed/>
                </p:oleObj>
              </mc:Choice>
              <mc:Fallback>
                <p:oleObj name="Document" r:id="rId8" imgW="5038640" imgH="60338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679" y="3574636"/>
                        <a:ext cx="11350625" cy="1355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9670393"/>
              </p:ext>
            </p:extLst>
          </p:nvPr>
        </p:nvGraphicFramePr>
        <p:xfrm>
          <a:off x="511679" y="2431731"/>
          <a:ext cx="11272837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4987167" imgH="557300" progId="Word.Document.8">
                  <p:embed/>
                </p:oleObj>
              </mc:Choice>
              <mc:Fallback>
                <p:oleObj name="Document" r:id="rId10" imgW="4987167" imgH="5573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679" y="2431731"/>
                        <a:ext cx="11272837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9433292"/>
              </p:ext>
            </p:extLst>
          </p:nvPr>
        </p:nvGraphicFramePr>
        <p:xfrm>
          <a:off x="1113809" y="4599790"/>
          <a:ext cx="10571163" cy="139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2" imgW="4730159" imgH="623902" progId="Word.Document.8">
                  <p:embed/>
                </p:oleObj>
              </mc:Choice>
              <mc:Fallback>
                <p:oleObj name="Document" r:id="rId12" imgW="4730159" imgH="62390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3809" y="4599790"/>
                        <a:ext cx="10571163" cy="139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465969"/>
              </p:ext>
            </p:extLst>
          </p:nvPr>
        </p:nvGraphicFramePr>
        <p:xfrm>
          <a:off x="1256173" y="612457"/>
          <a:ext cx="73787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4" imgW="3228430" imgH="378014" progId="Word.Document.8">
                  <p:embed/>
                </p:oleObj>
              </mc:Choice>
              <mc:Fallback>
                <p:oleObj name="Document" r:id="rId14" imgW="3228430" imgH="37801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6173" y="612457"/>
                        <a:ext cx="737870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27514040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1029"/>
          <p:cNvGraphicFramePr>
            <a:graphicFrameLocks noChangeAspect="1"/>
          </p:cNvGraphicFramePr>
          <p:nvPr/>
        </p:nvGraphicFramePr>
        <p:xfrm>
          <a:off x="2024063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4063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9937743"/>
              </p:ext>
            </p:extLst>
          </p:nvPr>
        </p:nvGraphicFramePr>
        <p:xfrm>
          <a:off x="1400363" y="1196136"/>
          <a:ext cx="6966096" cy="1097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070847" imgH="483181" progId="Word.Document.8">
                  <p:embed/>
                </p:oleObj>
              </mc:Choice>
              <mc:Fallback>
                <p:oleObj name="Document" r:id="rId4" imgW="3070847" imgH="48318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0363" y="1196136"/>
                        <a:ext cx="6966096" cy="10975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2189841"/>
              </p:ext>
            </p:extLst>
          </p:nvPr>
        </p:nvGraphicFramePr>
        <p:xfrm>
          <a:off x="1363663" y="604838"/>
          <a:ext cx="73787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228430" imgH="378014" progId="Word.Document.8">
                  <p:embed/>
                </p:oleObj>
              </mc:Choice>
              <mc:Fallback>
                <p:oleObj name="Document" r:id="rId6" imgW="3228430" imgH="37801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3663" y="604838"/>
                        <a:ext cx="737870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1746149"/>
              </p:ext>
            </p:extLst>
          </p:nvPr>
        </p:nvGraphicFramePr>
        <p:xfrm>
          <a:off x="3888909" y="1196136"/>
          <a:ext cx="7584141" cy="853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3366971" imgH="380894" progId="Word.Document.8">
                  <p:embed/>
                </p:oleObj>
              </mc:Choice>
              <mc:Fallback>
                <p:oleObj name="Document" r:id="rId8" imgW="3366971" imgH="38089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8909" y="1196136"/>
                        <a:ext cx="7584141" cy="8538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3888578"/>
              </p:ext>
            </p:extLst>
          </p:nvPr>
        </p:nvGraphicFramePr>
        <p:xfrm>
          <a:off x="731557" y="1859197"/>
          <a:ext cx="10861675" cy="164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4767978" imgH="726159" progId="Word.Document.8">
                  <p:embed/>
                </p:oleObj>
              </mc:Choice>
              <mc:Fallback>
                <p:oleObj name="Document" r:id="rId10" imgW="4767978" imgH="72615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57" y="1859197"/>
                        <a:ext cx="10861675" cy="164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2197746"/>
              </p:ext>
            </p:extLst>
          </p:nvPr>
        </p:nvGraphicFramePr>
        <p:xfrm>
          <a:off x="731557" y="2956720"/>
          <a:ext cx="10783888" cy="131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2" imgW="4734935" imgH="577692" progId="Word.Document.8">
                  <p:embed/>
                </p:oleObj>
              </mc:Choice>
              <mc:Fallback>
                <p:oleObj name="Document" r:id="rId12" imgW="4734935" imgH="57769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57" y="2956720"/>
                        <a:ext cx="10783888" cy="131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9211790"/>
              </p:ext>
            </p:extLst>
          </p:nvPr>
        </p:nvGraphicFramePr>
        <p:xfrm>
          <a:off x="731557" y="4052047"/>
          <a:ext cx="10906125" cy="188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4" imgW="4841967" imgH="835802" progId="Word.Document.8">
                  <p:embed/>
                </p:oleObj>
              </mc:Choice>
              <mc:Fallback>
                <p:oleObj name="Document" r:id="rId14" imgW="4841967" imgH="83580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57" y="4052047"/>
                        <a:ext cx="10906125" cy="188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28648723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7837966"/>
              </p:ext>
            </p:extLst>
          </p:nvPr>
        </p:nvGraphicFramePr>
        <p:xfrm>
          <a:off x="564589" y="917738"/>
          <a:ext cx="7450138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228763" imgH="468605" progId="Word.Document.8">
                  <p:embed/>
                </p:oleObj>
              </mc:Choice>
              <mc:Fallback>
                <p:oleObj name="Document" r:id="rId4" imgW="3228763" imgH="46860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589" y="917738"/>
                        <a:ext cx="7450138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4262614"/>
              </p:ext>
            </p:extLst>
          </p:nvPr>
        </p:nvGraphicFramePr>
        <p:xfrm>
          <a:off x="488389" y="1557233"/>
          <a:ext cx="11379200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4969472" imgH="422395" progId="Word.Document.8">
                  <p:embed/>
                </p:oleObj>
              </mc:Choice>
              <mc:Fallback>
                <p:oleObj name="Document" r:id="rId6" imgW="4969472" imgH="42239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389" y="1557233"/>
                        <a:ext cx="11379200" cy="966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8594755"/>
              </p:ext>
            </p:extLst>
          </p:nvPr>
        </p:nvGraphicFramePr>
        <p:xfrm>
          <a:off x="519766" y="2255651"/>
          <a:ext cx="11214100" cy="221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4898357" imgH="967733" progId="Word.Document.8">
                  <p:embed/>
                </p:oleObj>
              </mc:Choice>
              <mc:Fallback>
                <p:oleObj name="Document" r:id="rId8" imgW="4898357" imgH="96773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766" y="2255651"/>
                        <a:ext cx="11214100" cy="221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45447734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5294281"/>
              </p:ext>
            </p:extLst>
          </p:nvPr>
        </p:nvGraphicFramePr>
        <p:xfrm>
          <a:off x="770777" y="2422245"/>
          <a:ext cx="10614025" cy="310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4968754" imgH="1451240" progId="Word.Document.8">
                  <p:embed/>
                </p:oleObj>
              </mc:Choice>
              <mc:Fallback>
                <p:oleObj name="Document" r:id="rId4" imgW="4968754" imgH="14512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777" y="2422245"/>
                        <a:ext cx="10614025" cy="310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9610046"/>
              </p:ext>
            </p:extLst>
          </p:nvPr>
        </p:nvGraphicFramePr>
        <p:xfrm>
          <a:off x="770777" y="866060"/>
          <a:ext cx="10644188" cy="2297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4930654" imgH="1065278" progId="Word.Document.8">
                  <p:embed/>
                </p:oleObj>
              </mc:Choice>
              <mc:Fallback>
                <p:oleObj name="Document" r:id="rId6" imgW="4930654" imgH="106527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777" y="866060"/>
                        <a:ext cx="10644188" cy="2297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55319789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9544278"/>
              </p:ext>
            </p:extLst>
          </p:nvPr>
        </p:nvGraphicFramePr>
        <p:xfrm>
          <a:off x="1013339" y="549205"/>
          <a:ext cx="10580687" cy="198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4752175" imgH="893319" progId="Word.Document.8">
                  <p:embed/>
                </p:oleObj>
              </mc:Choice>
              <mc:Fallback>
                <p:oleObj name="Document" r:id="rId4" imgW="4752175" imgH="89331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3339" y="549205"/>
                        <a:ext cx="10580687" cy="198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5"/>
          <p:cNvGrpSpPr>
            <a:grpSpLocks noChangeAspect="1"/>
          </p:cNvGrpSpPr>
          <p:nvPr/>
        </p:nvGrpSpPr>
        <p:grpSpPr bwMode="auto">
          <a:xfrm>
            <a:off x="6717834" y="1046646"/>
            <a:ext cx="4351337" cy="1430337"/>
            <a:chOff x="1020" y="579"/>
            <a:chExt cx="5890" cy="1937"/>
          </a:xfrm>
        </p:grpSpPr>
        <p:sp>
          <p:nvSpPr>
            <p:cNvPr id="15368" name="AutoShape 6"/>
            <p:cNvSpPr>
              <a:spLocks noChangeAspect="1" noChangeArrowheads="1"/>
            </p:cNvSpPr>
            <p:nvPr/>
          </p:nvSpPr>
          <p:spPr bwMode="auto">
            <a:xfrm>
              <a:off x="1020" y="579"/>
              <a:ext cx="5890" cy="1937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tx1"/>
                </a:buClr>
                <a:buSzPct val="80000"/>
                <a:buFontTx/>
                <a:buChar char="•"/>
              </a:pPr>
              <a:endParaRPr lang="zh-CN" altLang="en-US" sz="2400">
                <a:solidFill>
                  <a:srgbClr val="000066"/>
                </a:solidFill>
              </a:endParaRPr>
            </a:p>
          </p:txBody>
        </p:sp>
        <p:graphicFrame>
          <p:nvGraphicFramePr>
            <p:cNvPr id="15369" name="Object 7"/>
            <p:cNvGraphicFramePr>
              <a:graphicFrameLocks noChangeAspect="1"/>
            </p:cNvGraphicFramePr>
            <p:nvPr/>
          </p:nvGraphicFramePr>
          <p:xfrm>
            <a:off x="6531" y="2098"/>
            <a:ext cx="315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17225" imgH="139579" progId="Equation.DSMT4">
                    <p:embed/>
                  </p:oleObj>
                </mc:Choice>
                <mc:Fallback>
                  <p:oleObj name="Equation" r:id="rId6" imgW="317225" imgH="13957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31" y="2098"/>
                          <a:ext cx="315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0" name="Line 8"/>
            <p:cNvSpPr>
              <a:spLocks noChangeShapeType="1"/>
            </p:cNvSpPr>
            <p:nvPr/>
          </p:nvSpPr>
          <p:spPr bwMode="auto">
            <a:xfrm>
              <a:off x="1180" y="2032"/>
              <a:ext cx="563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1" name="Line 9"/>
            <p:cNvSpPr>
              <a:spLocks noChangeShapeType="1"/>
            </p:cNvSpPr>
            <p:nvPr/>
          </p:nvSpPr>
          <p:spPr bwMode="auto">
            <a:xfrm flipV="1">
              <a:off x="3887" y="710"/>
              <a:ext cx="1" cy="16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2" name="Line 10"/>
            <p:cNvSpPr>
              <a:spLocks noChangeShapeType="1"/>
            </p:cNvSpPr>
            <p:nvPr/>
          </p:nvSpPr>
          <p:spPr bwMode="auto">
            <a:xfrm>
              <a:off x="5619" y="1889"/>
              <a:ext cx="1" cy="1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3" name="Line 11"/>
            <p:cNvSpPr>
              <a:spLocks noChangeShapeType="1"/>
            </p:cNvSpPr>
            <p:nvPr/>
          </p:nvSpPr>
          <p:spPr bwMode="auto">
            <a:xfrm flipH="1">
              <a:off x="3180" y="1086"/>
              <a:ext cx="713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4" name="Line 12"/>
            <p:cNvSpPr>
              <a:spLocks noChangeShapeType="1"/>
            </p:cNvSpPr>
            <p:nvPr/>
          </p:nvSpPr>
          <p:spPr bwMode="auto">
            <a:xfrm flipH="1">
              <a:off x="3180" y="1086"/>
              <a:ext cx="713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5375" name="Object 13"/>
            <p:cNvGraphicFramePr>
              <a:graphicFrameLocks noChangeAspect="1"/>
            </p:cNvGraphicFramePr>
            <p:nvPr/>
          </p:nvGraphicFramePr>
          <p:xfrm>
            <a:off x="1993" y="2080"/>
            <a:ext cx="247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64957" imgH="152268" progId="Equation.DSMT4">
                    <p:embed/>
                  </p:oleObj>
                </mc:Choice>
                <mc:Fallback>
                  <p:oleObj name="Equation" r:id="rId8" imgW="164957" imgH="15226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3" y="2080"/>
                          <a:ext cx="247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6" name="Object 14"/>
            <p:cNvGraphicFramePr>
              <a:graphicFrameLocks noChangeAspect="1"/>
            </p:cNvGraphicFramePr>
            <p:nvPr/>
          </p:nvGraphicFramePr>
          <p:xfrm>
            <a:off x="5555" y="2058"/>
            <a:ext cx="161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14102" imgH="177492" progId="Equation.DSMT4">
                    <p:embed/>
                  </p:oleObj>
                </mc:Choice>
                <mc:Fallback>
                  <p:oleObj name="Equation" r:id="rId10" imgW="114102" imgH="17749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55" y="2058"/>
                          <a:ext cx="161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7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54452992"/>
                </p:ext>
              </p:extLst>
            </p:nvPr>
          </p:nvGraphicFramePr>
          <p:xfrm>
            <a:off x="3569" y="2049"/>
            <a:ext cx="318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52202" imgH="177569" progId="Equation.DSMT4">
                    <p:embed/>
                  </p:oleObj>
                </mc:Choice>
                <mc:Fallback>
                  <p:oleObj name="Equation" r:id="rId12" imgW="152202" imgH="17756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9" y="2049"/>
                          <a:ext cx="318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8" name="Object 16"/>
            <p:cNvGraphicFramePr>
              <a:graphicFrameLocks noChangeAspect="1"/>
            </p:cNvGraphicFramePr>
            <p:nvPr/>
          </p:nvGraphicFramePr>
          <p:xfrm>
            <a:off x="3515" y="710"/>
            <a:ext cx="347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39579" imgH="164957" progId="Equation.DSMT4">
                    <p:embed/>
                  </p:oleObj>
                </mc:Choice>
                <mc:Fallback>
                  <p:oleObj name="Equation" r:id="rId14" imgW="139579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5" y="710"/>
                          <a:ext cx="347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9" name="Freeform 17"/>
            <p:cNvSpPr>
              <a:spLocks/>
            </p:cNvSpPr>
            <p:nvPr/>
          </p:nvSpPr>
          <p:spPr bwMode="auto">
            <a:xfrm>
              <a:off x="1350" y="1249"/>
              <a:ext cx="2543" cy="723"/>
            </a:xfrm>
            <a:custGeom>
              <a:avLst/>
              <a:gdLst>
                <a:gd name="T0" fmla="*/ 0 w 2543"/>
                <a:gd name="T1" fmla="*/ 723 h 723"/>
                <a:gd name="T2" fmla="*/ 1020 w 2543"/>
                <a:gd name="T3" fmla="*/ 607 h 723"/>
                <a:gd name="T4" fmla="*/ 1780 w 2543"/>
                <a:gd name="T5" fmla="*/ 360 h 723"/>
                <a:gd name="T6" fmla="*/ 2151 w 2543"/>
                <a:gd name="T7" fmla="*/ 150 h 723"/>
                <a:gd name="T8" fmla="*/ 2380 w 2543"/>
                <a:gd name="T9" fmla="*/ 40 h 723"/>
                <a:gd name="T10" fmla="*/ 2543 w 2543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3"/>
                <a:gd name="T19" fmla="*/ 0 h 723"/>
                <a:gd name="T20" fmla="*/ 2543 w 2543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3" h="723">
                  <a:moveTo>
                    <a:pt x="0" y="723"/>
                  </a:moveTo>
                  <a:cubicBezTo>
                    <a:pt x="361" y="695"/>
                    <a:pt x="723" y="667"/>
                    <a:pt x="1020" y="607"/>
                  </a:cubicBezTo>
                  <a:cubicBezTo>
                    <a:pt x="1317" y="547"/>
                    <a:pt x="1592" y="436"/>
                    <a:pt x="1780" y="360"/>
                  </a:cubicBezTo>
                  <a:cubicBezTo>
                    <a:pt x="1968" y="284"/>
                    <a:pt x="2051" y="203"/>
                    <a:pt x="2151" y="150"/>
                  </a:cubicBezTo>
                  <a:cubicBezTo>
                    <a:pt x="2251" y="97"/>
                    <a:pt x="2315" y="65"/>
                    <a:pt x="2380" y="40"/>
                  </a:cubicBezTo>
                  <a:cubicBezTo>
                    <a:pt x="2445" y="15"/>
                    <a:pt x="2494" y="7"/>
                    <a:pt x="2543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0" name="Freeform 18"/>
            <p:cNvSpPr>
              <a:spLocks/>
            </p:cNvSpPr>
            <p:nvPr/>
          </p:nvSpPr>
          <p:spPr bwMode="auto">
            <a:xfrm flipH="1">
              <a:off x="3895" y="1249"/>
              <a:ext cx="2543" cy="723"/>
            </a:xfrm>
            <a:custGeom>
              <a:avLst/>
              <a:gdLst>
                <a:gd name="T0" fmla="*/ 0 w 2543"/>
                <a:gd name="T1" fmla="*/ 723 h 723"/>
                <a:gd name="T2" fmla="*/ 1020 w 2543"/>
                <a:gd name="T3" fmla="*/ 607 h 723"/>
                <a:gd name="T4" fmla="*/ 1780 w 2543"/>
                <a:gd name="T5" fmla="*/ 360 h 723"/>
                <a:gd name="T6" fmla="*/ 2151 w 2543"/>
                <a:gd name="T7" fmla="*/ 150 h 723"/>
                <a:gd name="T8" fmla="*/ 2380 w 2543"/>
                <a:gd name="T9" fmla="*/ 40 h 723"/>
                <a:gd name="T10" fmla="*/ 2543 w 2543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3"/>
                <a:gd name="T19" fmla="*/ 0 h 723"/>
                <a:gd name="T20" fmla="*/ 2543 w 2543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3" h="723">
                  <a:moveTo>
                    <a:pt x="0" y="723"/>
                  </a:moveTo>
                  <a:cubicBezTo>
                    <a:pt x="361" y="695"/>
                    <a:pt x="723" y="667"/>
                    <a:pt x="1020" y="607"/>
                  </a:cubicBezTo>
                  <a:cubicBezTo>
                    <a:pt x="1317" y="547"/>
                    <a:pt x="1592" y="436"/>
                    <a:pt x="1780" y="360"/>
                  </a:cubicBezTo>
                  <a:cubicBezTo>
                    <a:pt x="1968" y="284"/>
                    <a:pt x="2051" y="203"/>
                    <a:pt x="2151" y="150"/>
                  </a:cubicBezTo>
                  <a:cubicBezTo>
                    <a:pt x="2251" y="97"/>
                    <a:pt x="2315" y="65"/>
                    <a:pt x="2380" y="40"/>
                  </a:cubicBezTo>
                  <a:cubicBezTo>
                    <a:pt x="2445" y="15"/>
                    <a:pt x="2494" y="7"/>
                    <a:pt x="2543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1" name="Line 19"/>
            <p:cNvSpPr>
              <a:spLocks noChangeShapeType="1"/>
            </p:cNvSpPr>
            <p:nvPr/>
          </p:nvSpPr>
          <p:spPr bwMode="auto">
            <a:xfrm>
              <a:off x="2187" y="1889"/>
              <a:ext cx="1" cy="1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5382" name="Object 20"/>
            <p:cNvGraphicFramePr>
              <a:graphicFrameLocks noChangeAspect="1"/>
            </p:cNvGraphicFramePr>
            <p:nvPr/>
          </p:nvGraphicFramePr>
          <p:xfrm>
            <a:off x="3298" y="1630"/>
            <a:ext cx="764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469696" imgH="177723" progId="Equation.DSMT4">
                    <p:embed/>
                  </p:oleObj>
                </mc:Choice>
                <mc:Fallback>
                  <p:oleObj name="Equation" r:id="rId16" imgW="469696" imgH="17772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8" y="1630"/>
                          <a:ext cx="764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4947314"/>
              </p:ext>
            </p:extLst>
          </p:nvPr>
        </p:nvGraphicFramePr>
        <p:xfrm>
          <a:off x="900113" y="2533580"/>
          <a:ext cx="11025187" cy="132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8" imgW="4980247" imgH="599620" progId="Word.Document.8">
                  <p:embed/>
                </p:oleObj>
              </mc:Choice>
              <mc:Fallback>
                <p:oleObj name="Document" r:id="rId18" imgW="4980247" imgH="5996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533580"/>
                        <a:ext cx="11025187" cy="1325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5067948"/>
              </p:ext>
            </p:extLst>
          </p:nvPr>
        </p:nvGraphicFramePr>
        <p:xfrm>
          <a:off x="948251" y="3606517"/>
          <a:ext cx="10710862" cy="206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0" imgW="4812874" imgH="928190" progId="Word.Document.8">
                  <p:embed/>
                </p:oleObj>
              </mc:Choice>
              <mc:Fallback>
                <p:oleObj name="Document" r:id="rId20" imgW="4812874" imgH="92819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8251" y="3606517"/>
                        <a:ext cx="10710862" cy="206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6806016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1094481"/>
              </p:ext>
            </p:extLst>
          </p:nvPr>
        </p:nvGraphicFramePr>
        <p:xfrm>
          <a:off x="735013" y="739775"/>
          <a:ext cx="10779125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4743478" imgH="425535" progId="Word.Document.8">
                  <p:embed/>
                </p:oleObj>
              </mc:Choice>
              <mc:Fallback>
                <p:oleObj name="Document" r:id="rId4" imgW="4743478" imgH="42553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013" y="739775"/>
                        <a:ext cx="10779125" cy="96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0360025"/>
              </p:ext>
            </p:extLst>
          </p:nvPr>
        </p:nvGraphicFramePr>
        <p:xfrm>
          <a:off x="736787" y="1592217"/>
          <a:ext cx="10028237" cy="1093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4429640" imgH="482788" progId="Word.Document.8">
                  <p:embed/>
                </p:oleObj>
              </mc:Choice>
              <mc:Fallback>
                <p:oleObj name="Document" r:id="rId6" imgW="4429640" imgH="48278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787" y="1592217"/>
                        <a:ext cx="10028237" cy="1093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6678724"/>
              </p:ext>
            </p:extLst>
          </p:nvPr>
        </p:nvGraphicFramePr>
        <p:xfrm>
          <a:off x="736787" y="2485186"/>
          <a:ext cx="10871200" cy="241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4803536" imgH="1068389" progId="Word.Document.8">
                  <p:embed/>
                </p:oleObj>
              </mc:Choice>
              <mc:Fallback>
                <p:oleObj name="Document" r:id="rId8" imgW="4803536" imgH="106838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787" y="2485186"/>
                        <a:ext cx="10871200" cy="241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0568230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0419428"/>
              </p:ext>
            </p:extLst>
          </p:nvPr>
        </p:nvGraphicFramePr>
        <p:xfrm>
          <a:off x="797672" y="1236943"/>
          <a:ext cx="10866437" cy="367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4780193" imgH="1617898" progId="Word.Document.8">
                  <p:embed/>
                </p:oleObj>
              </mc:Choice>
              <mc:Fallback>
                <p:oleObj name="Document" r:id="rId4" imgW="4780193" imgH="161789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672" y="1236943"/>
                        <a:ext cx="10866437" cy="367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8503024"/>
              </p:ext>
            </p:extLst>
          </p:nvPr>
        </p:nvGraphicFramePr>
        <p:xfrm>
          <a:off x="726234" y="4318654"/>
          <a:ext cx="10937875" cy="141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4830833" imgH="623706" progId="Word.Document.8">
                  <p:embed/>
                </p:oleObj>
              </mc:Choice>
              <mc:Fallback>
                <p:oleObj name="Document" r:id="rId6" imgW="4830833" imgH="62370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234" y="4318654"/>
                        <a:ext cx="10937875" cy="1412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7222589"/>
              </p:ext>
            </p:extLst>
          </p:nvPr>
        </p:nvGraphicFramePr>
        <p:xfrm>
          <a:off x="858092" y="601475"/>
          <a:ext cx="7451725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3538115" imgH="424066" progId="Word.Document.8">
                  <p:embed/>
                </p:oleObj>
              </mc:Choice>
              <mc:Fallback>
                <p:oleObj name="Document" r:id="rId8" imgW="3538115" imgH="42406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092" y="601475"/>
                        <a:ext cx="7451725" cy="89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4031425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9635268"/>
              </p:ext>
            </p:extLst>
          </p:nvPr>
        </p:nvGraphicFramePr>
        <p:xfrm>
          <a:off x="839228" y="757799"/>
          <a:ext cx="10875962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4885786" imgH="360563" progId="Word.Document.8">
                  <p:embed/>
                </p:oleObj>
              </mc:Choice>
              <mc:Fallback>
                <p:oleObj name="Document" r:id="rId4" imgW="4885786" imgH="36056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228" y="757799"/>
                        <a:ext cx="10875962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2233998"/>
              </p:ext>
            </p:extLst>
          </p:nvPr>
        </p:nvGraphicFramePr>
        <p:xfrm>
          <a:off x="2143125" y="1393825"/>
          <a:ext cx="8099425" cy="460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624020" imgH="2147477" progId="Word.Document.8">
                  <p:embed/>
                </p:oleObj>
              </mc:Choice>
              <mc:Fallback>
                <p:oleObj name="Document" r:id="rId6" imgW="3624020" imgH="214747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25" y="1393825"/>
                        <a:ext cx="8099425" cy="460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4872206"/>
              </p:ext>
            </p:extLst>
          </p:nvPr>
        </p:nvGraphicFramePr>
        <p:xfrm>
          <a:off x="839228" y="1318653"/>
          <a:ext cx="10968037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4924935" imgH="338994" progId="Word.Document.8">
                  <p:embed/>
                </p:oleObj>
              </mc:Choice>
              <mc:Fallback>
                <p:oleObj name="Document" r:id="rId8" imgW="4924935" imgH="33899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228" y="1318653"/>
                        <a:ext cx="10968037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3315756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4166401"/>
              </p:ext>
            </p:extLst>
          </p:nvPr>
        </p:nvGraphicFramePr>
        <p:xfrm>
          <a:off x="732865" y="688136"/>
          <a:ext cx="1118076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4904103" imgH="401544" progId="Word.Document.8">
                  <p:embed/>
                </p:oleObj>
              </mc:Choice>
              <mc:Fallback>
                <p:oleObj name="Document" r:id="rId4" imgW="4904103" imgH="40154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865" y="688136"/>
                        <a:ext cx="1118076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4006912"/>
              </p:ext>
            </p:extLst>
          </p:nvPr>
        </p:nvGraphicFramePr>
        <p:xfrm>
          <a:off x="692524" y="1433887"/>
          <a:ext cx="10755313" cy="449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4752893" imgH="1987591" progId="Word.Document.8">
                  <p:embed/>
                </p:oleObj>
              </mc:Choice>
              <mc:Fallback>
                <p:oleObj name="Document" r:id="rId6" imgW="4752893" imgH="198759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524" y="1433887"/>
                        <a:ext cx="10755313" cy="449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60038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2958306"/>
              </p:ext>
            </p:extLst>
          </p:nvPr>
        </p:nvGraphicFramePr>
        <p:xfrm>
          <a:off x="610160" y="621834"/>
          <a:ext cx="11102975" cy="153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044898" imgH="696681" progId="Word.Document.8">
                  <p:embed/>
                </p:oleObj>
              </mc:Choice>
              <mc:Fallback>
                <p:oleObj name="Document" r:id="rId4" imgW="5044898" imgH="69668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160" y="621834"/>
                        <a:ext cx="11102975" cy="153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8613343"/>
              </p:ext>
            </p:extLst>
          </p:nvPr>
        </p:nvGraphicFramePr>
        <p:xfrm>
          <a:off x="609600" y="2036763"/>
          <a:ext cx="11152188" cy="222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153726" imgH="1027048" progId="Word.Document.8">
                  <p:embed/>
                </p:oleObj>
              </mc:Choice>
              <mc:Fallback>
                <p:oleObj name="Document" r:id="rId6" imgW="5153726" imgH="102704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036763"/>
                        <a:ext cx="11152188" cy="2220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0150504"/>
              </p:ext>
            </p:extLst>
          </p:nvPr>
        </p:nvGraphicFramePr>
        <p:xfrm>
          <a:off x="609600" y="3901048"/>
          <a:ext cx="11010900" cy="131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089034" imgH="608062" progId="Word.Document.8">
                  <p:embed/>
                </p:oleObj>
              </mc:Choice>
              <mc:Fallback>
                <p:oleObj name="Document" r:id="rId8" imgW="5089034" imgH="60806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901048"/>
                        <a:ext cx="11010900" cy="131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67785629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6409469"/>
              </p:ext>
            </p:extLst>
          </p:nvPr>
        </p:nvGraphicFramePr>
        <p:xfrm>
          <a:off x="740896" y="1104152"/>
          <a:ext cx="574675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2502042" imgH="425535" progId="Word.Document.8">
                  <p:embed/>
                </p:oleObj>
              </mc:Choice>
              <mc:Fallback>
                <p:oleObj name="Document" r:id="rId4" imgW="2502042" imgH="42553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896" y="1104152"/>
                        <a:ext cx="574675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2111997"/>
              </p:ext>
            </p:extLst>
          </p:nvPr>
        </p:nvGraphicFramePr>
        <p:xfrm>
          <a:off x="740896" y="1704230"/>
          <a:ext cx="8220075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649592" imgH="398894" progId="Word.Document.8">
                  <p:embed/>
                </p:oleObj>
              </mc:Choice>
              <mc:Fallback>
                <p:oleObj name="Document" r:id="rId6" imgW="3649592" imgH="39889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896" y="1704230"/>
                        <a:ext cx="8220075" cy="89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4645982"/>
              </p:ext>
            </p:extLst>
          </p:nvPr>
        </p:nvGraphicFramePr>
        <p:xfrm>
          <a:off x="643031" y="4284849"/>
          <a:ext cx="1095851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4981325" imgH="461578" progId="Word.Document.8">
                  <p:embed/>
                </p:oleObj>
              </mc:Choice>
              <mc:Fallback>
                <p:oleObj name="Document" r:id="rId8" imgW="4981325" imgH="46157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031" y="4284849"/>
                        <a:ext cx="10958513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7578348"/>
              </p:ext>
            </p:extLst>
          </p:nvPr>
        </p:nvGraphicFramePr>
        <p:xfrm>
          <a:off x="674408" y="2248087"/>
          <a:ext cx="11123612" cy="2544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4671721" imgH="1148913" progId="Word.Document.8">
                  <p:embed/>
                </p:oleObj>
              </mc:Choice>
              <mc:Fallback>
                <p:oleObj name="Document" r:id="rId10" imgW="4671721" imgH="114891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408" y="2248087"/>
                        <a:ext cx="11123612" cy="2544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5456521"/>
              </p:ext>
            </p:extLst>
          </p:nvPr>
        </p:nvGraphicFramePr>
        <p:xfrm>
          <a:off x="1345734" y="555532"/>
          <a:ext cx="73787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2" imgW="3228430" imgH="378014" progId="Word.Document.8">
                  <p:embed/>
                </p:oleObj>
              </mc:Choice>
              <mc:Fallback>
                <p:oleObj name="Document" r:id="rId12" imgW="3228430" imgH="37801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5734" y="555532"/>
                        <a:ext cx="737870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7192059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7777558"/>
              </p:ext>
            </p:extLst>
          </p:nvPr>
        </p:nvGraphicFramePr>
        <p:xfrm>
          <a:off x="696166" y="868082"/>
          <a:ext cx="10852150" cy="165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4817903" imgH="734787" progId="Word.Document.8">
                  <p:embed/>
                </p:oleObj>
              </mc:Choice>
              <mc:Fallback>
                <p:oleObj name="Document" r:id="rId4" imgW="4817903" imgH="73478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166" y="868082"/>
                        <a:ext cx="10852150" cy="165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4847768"/>
              </p:ext>
            </p:extLst>
          </p:nvPr>
        </p:nvGraphicFramePr>
        <p:xfrm>
          <a:off x="696913" y="2379663"/>
          <a:ext cx="10982325" cy="2468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4774802" imgH="1071624" progId="Word.Document.8">
                  <p:embed/>
                </p:oleObj>
              </mc:Choice>
              <mc:Fallback>
                <p:oleObj name="Document" r:id="rId6" imgW="4774802" imgH="107162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913" y="2379663"/>
                        <a:ext cx="10982325" cy="2468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40342132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2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4477588"/>
              </p:ext>
            </p:extLst>
          </p:nvPr>
        </p:nvGraphicFramePr>
        <p:xfrm>
          <a:off x="637987" y="797205"/>
          <a:ext cx="11041063" cy="164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193235" imgH="774330" progId="Word.Document.8">
                  <p:embed/>
                </p:oleObj>
              </mc:Choice>
              <mc:Fallback>
                <p:oleObj name="Document" r:id="rId4" imgW="5193235" imgH="77433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987" y="797205"/>
                        <a:ext cx="11041063" cy="164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7894675"/>
              </p:ext>
            </p:extLst>
          </p:nvPr>
        </p:nvGraphicFramePr>
        <p:xfrm>
          <a:off x="679170" y="2210080"/>
          <a:ext cx="11050587" cy="183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048490" imgH="840116" progId="Word.Document.8">
                  <p:embed/>
                </p:oleObj>
              </mc:Choice>
              <mc:Fallback>
                <p:oleObj name="Document" r:id="rId6" imgW="5048490" imgH="84011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170" y="2210080"/>
                        <a:ext cx="11050587" cy="183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7854278"/>
              </p:ext>
            </p:extLst>
          </p:nvPr>
        </p:nvGraphicFramePr>
        <p:xfrm>
          <a:off x="756491" y="3666565"/>
          <a:ext cx="8112125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3807246" imgH="459967" progId="Word.Document.8">
                  <p:embed/>
                </p:oleObj>
              </mc:Choice>
              <mc:Fallback>
                <p:oleObj name="Document" r:id="rId8" imgW="3807246" imgH="45996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491" y="3666565"/>
                        <a:ext cx="8112125" cy="982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3570497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6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4219738"/>
              </p:ext>
            </p:extLst>
          </p:nvPr>
        </p:nvGraphicFramePr>
        <p:xfrm>
          <a:off x="715963" y="695232"/>
          <a:ext cx="10939462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220777" imgH="698425" progId="Word.Document.8">
                  <p:embed/>
                </p:oleObj>
              </mc:Choice>
              <mc:Fallback>
                <p:oleObj name="Document" r:id="rId4" imgW="5220777" imgH="69842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63" y="695232"/>
                        <a:ext cx="10939462" cy="146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305583"/>
              </p:ext>
            </p:extLst>
          </p:nvPr>
        </p:nvGraphicFramePr>
        <p:xfrm>
          <a:off x="661192" y="1171248"/>
          <a:ext cx="10899775" cy="157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202059" imgH="750987" progId="Word.Document.8">
                  <p:embed/>
                </p:oleObj>
              </mc:Choice>
              <mc:Fallback>
                <p:oleObj name="Document" r:id="rId6" imgW="5202059" imgH="75098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192" y="1171248"/>
                        <a:ext cx="10899775" cy="157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6205922"/>
              </p:ext>
            </p:extLst>
          </p:nvPr>
        </p:nvGraphicFramePr>
        <p:xfrm>
          <a:off x="715963" y="2024808"/>
          <a:ext cx="8199437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3919612" imgH="480257" progId="Word.Document.8">
                  <p:embed/>
                </p:oleObj>
              </mc:Choice>
              <mc:Fallback>
                <p:oleObj name="Document" r:id="rId8" imgW="3919612" imgH="48025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63" y="2024808"/>
                        <a:ext cx="8199437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2640560"/>
              </p:ext>
            </p:extLst>
          </p:nvPr>
        </p:nvGraphicFramePr>
        <p:xfrm>
          <a:off x="696913" y="2700338"/>
          <a:ext cx="10821987" cy="190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5196300" imgH="914433" progId="Word.Document.8">
                  <p:embed/>
                </p:oleObj>
              </mc:Choice>
              <mc:Fallback>
                <p:oleObj name="Document" r:id="rId10" imgW="5196300" imgH="91443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913" y="2700338"/>
                        <a:ext cx="10821987" cy="190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709988"/>
              </p:ext>
            </p:extLst>
          </p:nvPr>
        </p:nvGraphicFramePr>
        <p:xfrm>
          <a:off x="696913" y="4110224"/>
          <a:ext cx="10923588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2" imgW="5245614" imgH="629303" progId="Word.Document.8">
                  <p:embed/>
                </p:oleObj>
              </mc:Choice>
              <mc:Fallback>
                <p:oleObj name="Document" r:id="rId12" imgW="5245614" imgH="62930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913" y="4110224"/>
                        <a:ext cx="10923588" cy="1311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94654758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4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3957182"/>
              </p:ext>
            </p:extLst>
          </p:nvPr>
        </p:nvGraphicFramePr>
        <p:xfrm>
          <a:off x="1088744" y="1423706"/>
          <a:ext cx="10507663" cy="218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4994614" imgH="1039989" progId="Word.Document.8">
                  <p:embed/>
                </p:oleObj>
              </mc:Choice>
              <mc:Fallback>
                <p:oleObj name="Document" r:id="rId4" imgW="4994614" imgH="103998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8744" y="1423706"/>
                        <a:ext cx="10507663" cy="218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0307213"/>
              </p:ext>
            </p:extLst>
          </p:nvPr>
        </p:nvGraphicFramePr>
        <p:xfrm>
          <a:off x="1033181" y="3465883"/>
          <a:ext cx="10618787" cy="218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057469" imgH="1043225" progId="Word.Document.8">
                  <p:embed/>
                </p:oleObj>
              </mc:Choice>
              <mc:Fallback>
                <p:oleObj name="Document" r:id="rId6" imgW="5057469" imgH="104322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3181" y="3465883"/>
                        <a:ext cx="10618787" cy="218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3504542"/>
              </p:ext>
            </p:extLst>
          </p:nvPr>
        </p:nvGraphicFramePr>
        <p:xfrm>
          <a:off x="1033181" y="748961"/>
          <a:ext cx="4547999" cy="674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1963911" imgH="317531" progId="Word.Document.8">
                  <p:embed/>
                </p:oleObj>
              </mc:Choice>
              <mc:Fallback>
                <p:oleObj name="Document" r:id="rId8" imgW="1963911" imgH="31753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3181" y="748961"/>
                        <a:ext cx="4547999" cy="6747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62757844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98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1913022"/>
              </p:ext>
            </p:extLst>
          </p:nvPr>
        </p:nvGraphicFramePr>
        <p:xfrm>
          <a:off x="663575" y="803275"/>
          <a:ext cx="10890250" cy="329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316071" imgH="1613727" progId="Word.Document.8">
                  <p:embed/>
                </p:oleObj>
              </mc:Choice>
              <mc:Fallback>
                <p:oleObj name="Document" r:id="rId4" imgW="5316071" imgH="161372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575" y="803275"/>
                        <a:ext cx="10890250" cy="329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8644881"/>
              </p:ext>
            </p:extLst>
          </p:nvPr>
        </p:nvGraphicFramePr>
        <p:xfrm>
          <a:off x="719325" y="3784600"/>
          <a:ext cx="11355387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540259" imgH="459000" progId="Word.Document.8">
                  <p:embed/>
                </p:oleObj>
              </mc:Choice>
              <mc:Fallback>
                <p:oleObj name="Document" r:id="rId6" imgW="5540259" imgH="4590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325" y="3784600"/>
                        <a:ext cx="11355387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7145970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98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0066477"/>
              </p:ext>
            </p:extLst>
          </p:nvPr>
        </p:nvGraphicFramePr>
        <p:xfrm>
          <a:off x="936625" y="1566628"/>
          <a:ext cx="10877550" cy="1233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340854" imgH="607170" progId="Word.Document.8">
                  <p:embed/>
                </p:oleObj>
              </mc:Choice>
              <mc:Fallback>
                <p:oleObj name="Document" r:id="rId4" imgW="5340854" imgH="60717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625" y="1566628"/>
                        <a:ext cx="10877550" cy="1233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1733332"/>
              </p:ext>
            </p:extLst>
          </p:nvPr>
        </p:nvGraphicFramePr>
        <p:xfrm>
          <a:off x="962025" y="2757675"/>
          <a:ext cx="10826750" cy="215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328763" imgH="1062038" progId="Word.Document.8">
                  <p:embed/>
                </p:oleObj>
              </mc:Choice>
              <mc:Fallback>
                <p:oleObj name="Document" r:id="rId6" imgW="5328763" imgH="106203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025" y="2757675"/>
                        <a:ext cx="10826750" cy="215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8829321"/>
              </p:ext>
            </p:extLst>
          </p:nvPr>
        </p:nvGraphicFramePr>
        <p:xfrm>
          <a:off x="977901" y="835025"/>
          <a:ext cx="1059497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045976" imgH="350138" progId="Word.Document.8">
                  <p:embed/>
                </p:oleObj>
              </mc:Choice>
              <mc:Fallback>
                <p:oleObj name="Document" r:id="rId8" imgW="5045976" imgH="35013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901" y="835025"/>
                        <a:ext cx="10594975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5245868"/>
              </p:ext>
            </p:extLst>
          </p:nvPr>
        </p:nvGraphicFramePr>
        <p:xfrm>
          <a:off x="746126" y="4390651"/>
          <a:ext cx="10826750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5317149" imgH="385368" progId="Word.Document.8">
                  <p:embed/>
                </p:oleObj>
              </mc:Choice>
              <mc:Fallback>
                <p:oleObj name="Document" r:id="rId10" imgW="5317149" imgH="38536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26" y="4390651"/>
                        <a:ext cx="10826750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17759278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2D41D261-F480-EE17-B43F-35FDFEBB4C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4739206"/>
              </p:ext>
            </p:extLst>
          </p:nvPr>
        </p:nvGraphicFramePr>
        <p:xfrm>
          <a:off x="1480640" y="705495"/>
          <a:ext cx="73787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228430" imgH="378014" progId="Word.Document.8">
                  <p:embed/>
                </p:oleObj>
              </mc:Choice>
              <mc:Fallback>
                <p:oleObj name="Document" r:id="rId2" imgW="3228430" imgH="378014" progId="Word.Document.8">
                  <p:embed/>
                  <p:pic>
                    <p:nvPicPr>
                      <p:cNvPr id="1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0640" y="705495"/>
                        <a:ext cx="737870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9">
            <a:extLst>
              <a:ext uri="{FF2B5EF4-FFF2-40B4-BE49-F238E27FC236}">
                <a16:creationId xmlns:a16="http://schemas.microsoft.com/office/drawing/2014/main" id="{ABB55C5F-B2FC-89CD-3360-637B1CDF58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6941928"/>
              </p:ext>
            </p:extLst>
          </p:nvPr>
        </p:nvGraphicFramePr>
        <p:xfrm>
          <a:off x="1480640" y="1608261"/>
          <a:ext cx="9337675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4559207" imgH="389783" progId="Word.Document.8">
                  <p:embed/>
                </p:oleObj>
              </mc:Choice>
              <mc:Fallback>
                <p:oleObj name="Document" r:id="rId4" imgW="4559207" imgH="389783" progId="Word.Document.8">
                  <p:embed/>
                  <p:pic>
                    <p:nvPicPr>
                      <p:cNvPr id="7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0640" y="1608261"/>
                        <a:ext cx="9337675" cy="801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9">
            <a:extLst>
              <a:ext uri="{FF2B5EF4-FFF2-40B4-BE49-F238E27FC236}">
                <a16:creationId xmlns:a16="http://schemas.microsoft.com/office/drawing/2014/main" id="{DB6CA887-F1C9-809D-4FCB-5D3D7C96BD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987834"/>
              </p:ext>
            </p:extLst>
          </p:nvPr>
        </p:nvGraphicFramePr>
        <p:xfrm>
          <a:off x="1413815" y="2452289"/>
          <a:ext cx="6099175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2979052" imgH="353072" progId="Word.Document.8">
                  <p:embed/>
                </p:oleObj>
              </mc:Choice>
              <mc:Fallback>
                <p:oleObj name="Document" r:id="rId6" imgW="2979052" imgH="353072" progId="Word.Document.8">
                  <p:embed/>
                  <p:pic>
                    <p:nvPicPr>
                      <p:cNvPr id="7" name="Object 39">
                        <a:extLst>
                          <a:ext uri="{FF2B5EF4-FFF2-40B4-BE49-F238E27FC236}">
                            <a16:creationId xmlns:a16="http://schemas.microsoft.com/office/drawing/2014/main" id="{ABB55C5F-B2FC-89CD-3360-637B1CDF58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3815" y="2452289"/>
                        <a:ext cx="6099175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9">
            <a:extLst>
              <a:ext uri="{FF2B5EF4-FFF2-40B4-BE49-F238E27FC236}">
                <a16:creationId xmlns:a16="http://schemas.microsoft.com/office/drawing/2014/main" id="{F55BCE91-6C64-782A-D5A0-B1C5BB208B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8615152"/>
              </p:ext>
            </p:extLst>
          </p:nvPr>
        </p:nvGraphicFramePr>
        <p:xfrm>
          <a:off x="1414463" y="3219450"/>
          <a:ext cx="6070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2979052" imgH="410658" progId="Word.Document.8">
                  <p:embed/>
                </p:oleObj>
              </mc:Choice>
              <mc:Fallback>
                <p:oleObj name="Document" r:id="rId8" imgW="2979052" imgH="410658" progId="Word.Document.8">
                  <p:embed/>
                  <p:pic>
                    <p:nvPicPr>
                      <p:cNvPr id="8" name="Object 39">
                        <a:extLst>
                          <a:ext uri="{FF2B5EF4-FFF2-40B4-BE49-F238E27FC236}">
                            <a16:creationId xmlns:a16="http://schemas.microsoft.com/office/drawing/2014/main" id="{DB6CA887-F1C9-809D-4FCB-5D3D7C96BD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4463" y="3219450"/>
                        <a:ext cx="6070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75361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6371408"/>
              </p:ext>
            </p:extLst>
          </p:nvPr>
        </p:nvGraphicFramePr>
        <p:xfrm>
          <a:off x="1643530" y="635381"/>
          <a:ext cx="6748463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240668" imgH="411135" progId="Word.Document.8">
                  <p:embed/>
                </p:oleObj>
              </mc:Choice>
              <mc:Fallback>
                <p:oleObj name="Document" r:id="rId4" imgW="3240668" imgH="41113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530" y="635381"/>
                        <a:ext cx="6748463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5362431"/>
              </p:ext>
            </p:extLst>
          </p:nvPr>
        </p:nvGraphicFramePr>
        <p:xfrm>
          <a:off x="814294" y="1236854"/>
          <a:ext cx="8178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971376" imgH="442816" progId="Word.Document.8">
                  <p:embed/>
                </p:oleObj>
              </mc:Choice>
              <mc:Fallback>
                <p:oleObj name="Document" r:id="rId6" imgW="3971376" imgH="44281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294" y="1236854"/>
                        <a:ext cx="8178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6351154"/>
              </p:ext>
            </p:extLst>
          </p:nvPr>
        </p:nvGraphicFramePr>
        <p:xfrm>
          <a:off x="765175" y="1882775"/>
          <a:ext cx="10899775" cy="1354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298887" imgH="660264" progId="Word.Document.8">
                  <p:embed/>
                </p:oleObj>
              </mc:Choice>
              <mc:Fallback>
                <p:oleObj name="Document" r:id="rId8" imgW="5298887" imgH="66026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175" y="1882775"/>
                        <a:ext cx="10899775" cy="1354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9029047"/>
              </p:ext>
            </p:extLst>
          </p:nvPr>
        </p:nvGraphicFramePr>
        <p:xfrm>
          <a:off x="738094" y="3149790"/>
          <a:ext cx="8178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3971376" imgH="442816" progId="Word.Document.8">
                  <p:embed/>
                </p:oleObj>
              </mc:Choice>
              <mc:Fallback>
                <p:oleObj name="Document" r:id="rId10" imgW="3971376" imgH="44281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94" y="3149790"/>
                        <a:ext cx="8178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0355291"/>
              </p:ext>
            </p:extLst>
          </p:nvPr>
        </p:nvGraphicFramePr>
        <p:xfrm>
          <a:off x="714468" y="3813175"/>
          <a:ext cx="10977563" cy="150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2" imgW="5325524" imgH="730106" progId="Word.Document.8">
                  <p:embed/>
                </p:oleObj>
              </mc:Choice>
              <mc:Fallback>
                <p:oleObj name="Document" r:id="rId12" imgW="5325524" imgH="73010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468" y="3813175"/>
                        <a:ext cx="10977563" cy="1500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91988457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3182</TotalTime>
  <Words>4</Words>
  <Application>Microsoft Office PowerPoint</Application>
  <PresentationFormat>宽屏</PresentationFormat>
  <Paragraphs>2</Paragraphs>
  <Slides>21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微软雅黑</vt:lpstr>
      <vt:lpstr>Arial</vt:lpstr>
      <vt:lpstr>Garamond</vt:lpstr>
      <vt:lpstr>Office 主题​​</vt:lpstr>
      <vt:lpstr>Document</vt:lpstr>
      <vt:lpstr>Equation</vt:lpstr>
      <vt:lpstr>Microsoft Word 97 - 2003 文档</vt:lpstr>
      <vt:lpstr>第八章     假设检验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微软雅黑 54号(标题)</dc:title>
  <dc:creator>宁荣健</dc:creator>
  <cp:lastModifiedBy>nrjian</cp:lastModifiedBy>
  <cp:revision>93</cp:revision>
  <dcterms:created xsi:type="dcterms:W3CDTF">2019-06-19T02:08:00Z</dcterms:created>
  <dcterms:modified xsi:type="dcterms:W3CDTF">2022-12-15T12:17:32Z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2052-11.1.0.8894</vt:lpwstr>
  </property>
</Properties>
</file>