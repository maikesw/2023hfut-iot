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0" r:id="rId2"/>
    <p:sldId id="261" r:id="rId3"/>
    <p:sldId id="262" r:id="rId4"/>
    <p:sldId id="265" r:id="rId5"/>
    <p:sldId id="26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7" d="100"/>
          <a:sy n="87" d="100"/>
        </p:scale>
        <p:origin x="588" y="43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2022/11/15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2022/11/15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85800"/>
            <a:ext cx="11387667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1" y="1981200"/>
            <a:ext cx="5592233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01834" y="19812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01834" y="4000500"/>
            <a:ext cx="5592233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961A7-F02E-44C3-BCD3-3F987FDAD988}" type="datetime1">
              <a:rPr lang="zh-CN" altLang="en-US"/>
              <a:pPr>
                <a:defRPr/>
              </a:pPr>
              <a:t>2022/11/15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E35C7-2885-44EF-AF86-D9DD0F6607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459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5.emf"/><Relationship Id="rId3" Type="http://schemas.openxmlformats.org/officeDocument/2006/relationships/image" Target="../media/image10.wmf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13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emf"/><Relationship Id="rId1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2.e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17.emf"/><Relationship Id="rId21" Type="http://schemas.openxmlformats.org/officeDocument/2006/relationships/image" Target="../media/image26.emf"/><Relationship Id="rId7" Type="http://schemas.openxmlformats.org/officeDocument/2006/relationships/image" Target="../media/image19.e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4.e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5" Type="http://schemas.openxmlformats.org/officeDocument/2006/relationships/image" Target="../media/image23.e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5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216897"/>
              </p:ext>
            </p:extLst>
          </p:nvPr>
        </p:nvGraphicFramePr>
        <p:xfrm>
          <a:off x="2253830" y="836448"/>
          <a:ext cx="7480019" cy="898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971910" imgH="484261" progId="Word.Document.8">
                  <p:embed/>
                </p:oleObj>
              </mc:Choice>
              <mc:Fallback>
                <p:oleObj name="Document" r:id="rId2" imgW="3971910" imgH="48426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830" y="836448"/>
                        <a:ext cx="7480019" cy="898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903223"/>
              </p:ext>
            </p:extLst>
          </p:nvPr>
        </p:nvGraphicFramePr>
        <p:xfrm>
          <a:off x="1351215" y="1370966"/>
          <a:ext cx="111601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51421" imgH="439290" progId="Word.Document.8">
                  <p:embed/>
                </p:oleObj>
              </mc:Choice>
              <mc:Fallback>
                <p:oleObj name="Document" r:id="rId4" imgW="5251421" imgH="4392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1215" y="1370966"/>
                        <a:ext cx="1116012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780189"/>
              </p:ext>
            </p:extLst>
          </p:nvPr>
        </p:nvGraphicFramePr>
        <p:xfrm>
          <a:off x="638175" y="1954213"/>
          <a:ext cx="10687050" cy="395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349474" imgH="1981480" progId="Word.Document.8">
                  <p:embed/>
                </p:oleObj>
              </mc:Choice>
              <mc:Fallback>
                <p:oleObj name="Document" r:id="rId6" imgW="5349474" imgH="1981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" y="1954213"/>
                        <a:ext cx="10687050" cy="395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530240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225500"/>
              </p:ext>
            </p:extLst>
          </p:nvPr>
        </p:nvGraphicFramePr>
        <p:xfrm>
          <a:off x="1633072" y="780398"/>
          <a:ext cx="829786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85498" imgH="443964" progId="Word.Document.8">
                  <p:embed/>
                </p:oleObj>
              </mc:Choice>
              <mc:Fallback>
                <p:oleObj name="Document" r:id="rId2" imgW="3885498" imgH="44396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072" y="780398"/>
                        <a:ext cx="829786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330716"/>
              </p:ext>
            </p:extLst>
          </p:nvPr>
        </p:nvGraphicFramePr>
        <p:xfrm>
          <a:off x="641537" y="1631763"/>
          <a:ext cx="10514013" cy="494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07149" imgH="2617408" progId="Word.Document.8">
                  <p:embed/>
                </p:oleObj>
              </mc:Choice>
              <mc:Fallback>
                <p:oleObj name="Document" r:id="rId4" imgW="5507149" imgH="26174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37" y="1631763"/>
                        <a:ext cx="10514013" cy="494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439826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437109"/>
              </p:ext>
            </p:extLst>
          </p:nvPr>
        </p:nvGraphicFramePr>
        <p:xfrm>
          <a:off x="1824038" y="1058863"/>
          <a:ext cx="82581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85498" imgH="237619" progId="Word.Document.8">
                  <p:embed/>
                </p:oleObj>
              </mc:Choice>
              <mc:Fallback>
                <p:oleObj name="Document" r:id="rId2" imgW="3885498" imgH="2376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1058863"/>
                        <a:ext cx="82581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177902"/>
              </p:ext>
            </p:extLst>
          </p:nvPr>
        </p:nvGraphicFramePr>
        <p:xfrm>
          <a:off x="368954" y="1745410"/>
          <a:ext cx="11552238" cy="455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091412" imgH="2408400" progId="Word.Document.8">
                  <p:embed/>
                </p:oleObj>
              </mc:Choice>
              <mc:Fallback>
                <p:oleObj name="Document" r:id="rId4" imgW="6091412" imgH="2408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54" y="1745410"/>
                        <a:ext cx="11552238" cy="455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758355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118533"/>
              </p:ext>
            </p:extLst>
          </p:nvPr>
        </p:nvGraphicFramePr>
        <p:xfrm>
          <a:off x="952500" y="619125"/>
          <a:ext cx="10804525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41518" imgH="634680" progId="Word.Document.8">
                  <p:embed/>
                </p:oleObj>
              </mc:Choice>
              <mc:Fallback>
                <p:oleObj name="Document" r:id="rId4" imgW="5441518" imgH="6346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619125"/>
                        <a:ext cx="10804525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447291"/>
              </p:ext>
            </p:extLst>
          </p:nvPr>
        </p:nvGraphicFramePr>
        <p:xfrm>
          <a:off x="1503549" y="1842957"/>
          <a:ext cx="83026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181813" imgH="364517" progId="Word.Document.8">
                  <p:embed/>
                </p:oleObj>
              </mc:Choice>
              <mc:Fallback>
                <p:oleObj name="Document" r:id="rId6" imgW="4181813" imgH="3645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549" y="1842957"/>
                        <a:ext cx="83026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403802"/>
              </p:ext>
            </p:extLst>
          </p:nvPr>
        </p:nvGraphicFramePr>
        <p:xfrm>
          <a:off x="1503549" y="2389569"/>
          <a:ext cx="8248650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181813" imgH="559718" progId="Word.Document.8">
                  <p:embed/>
                </p:oleObj>
              </mc:Choice>
              <mc:Fallback>
                <p:oleObj name="Document" r:id="rId8" imgW="4181813" imgH="5597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549" y="2389569"/>
                        <a:ext cx="8248650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979209"/>
              </p:ext>
            </p:extLst>
          </p:nvPr>
        </p:nvGraphicFramePr>
        <p:xfrm>
          <a:off x="1504950" y="3328988"/>
          <a:ext cx="8650288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415273" imgH="392557" progId="Word.Document.8">
                  <p:embed/>
                </p:oleObj>
              </mc:Choice>
              <mc:Fallback>
                <p:oleObj name="Document" r:id="rId10" imgW="4415273" imgH="3925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3328988"/>
                        <a:ext cx="8650288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36044"/>
              </p:ext>
            </p:extLst>
          </p:nvPr>
        </p:nvGraphicFramePr>
        <p:xfrm>
          <a:off x="1504950" y="3792538"/>
          <a:ext cx="10328275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202574" imgH="593509" progId="Word.Document.8">
                  <p:embed/>
                </p:oleObj>
              </mc:Choice>
              <mc:Fallback>
                <p:oleObj name="Document" r:id="rId12" imgW="5202574" imgH="5935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3792538"/>
                        <a:ext cx="10328275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685276"/>
              </p:ext>
            </p:extLst>
          </p:nvPr>
        </p:nvGraphicFramePr>
        <p:xfrm>
          <a:off x="952500" y="4689585"/>
          <a:ext cx="61642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3144890" imgH="478834" progId="Word.Document.8">
                  <p:embed/>
                </p:oleObj>
              </mc:Choice>
              <mc:Fallback>
                <p:oleObj name="Document" r:id="rId14" imgW="3144890" imgH="4788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4689585"/>
                        <a:ext cx="616426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953250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10965"/>
              </p:ext>
            </p:extLst>
          </p:nvPr>
        </p:nvGraphicFramePr>
        <p:xfrm>
          <a:off x="1146175" y="2268538"/>
          <a:ext cx="5500688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719274" imgH="409813" progId="Word.Document.8">
                  <p:embed/>
                </p:oleObj>
              </mc:Choice>
              <mc:Fallback>
                <p:oleObj name="Document" r:id="rId2" imgW="2719274" imgH="4098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2268538"/>
                        <a:ext cx="5500688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770338"/>
              </p:ext>
            </p:extLst>
          </p:nvPr>
        </p:nvGraphicFramePr>
        <p:xfrm>
          <a:off x="6119813" y="2268538"/>
          <a:ext cx="58356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903528" imgH="465892" progId="Word.Document.8">
                  <p:embed/>
                </p:oleObj>
              </mc:Choice>
              <mc:Fallback>
                <p:oleObj name="Document" r:id="rId4" imgW="2903528" imgH="4658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2268538"/>
                        <a:ext cx="583565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96906"/>
              </p:ext>
            </p:extLst>
          </p:nvPr>
        </p:nvGraphicFramePr>
        <p:xfrm>
          <a:off x="1562100" y="2806700"/>
          <a:ext cx="756285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885498" imgH="559718" progId="Word.Document.8">
                  <p:embed/>
                </p:oleObj>
              </mc:Choice>
              <mc:Fallback>
                <p:oleObj name="Document" r:id="rId6" imgW="3885498" imgH="5597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2806700"/>
                        <a:ext cx="756285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412049"/>
              </p:ext>
            </p:extLst>
          </p:nvPr>
        </p:nvGraphicFramePr>
        <p:xfrm>
          <a:off x="1146175" y="3675669"/>
          <a:ext cx="9675813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811797" imgH="358406" progId="Word.Document.8">
                  <p:embed/>
                </p:oleObj>
              </mc:Choice>
              <mc:Fallback>
                <p:oleObj name="Document" r:id="rId8" imgW="4811797" imgH="3584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3675669"/>
                        <a:ext cx="9675813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884044"/>
              </p:ext>
            </p:extLst>
          </p:nvPr>
        </p:nvGraphicFramePr>
        <p:xfrm>
          <a:off x="571500" y="4196976"/>
          <a:ext cx="719931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773437" imgH="405499" progId="Word.Document.8">
                  <p:embed/>
                </p:oleObj>
              </mc:Choice>
              <mc:Fallback>
                <p:oleObj name="Document" r:id="rId10" imgW="3773437" imgH="4054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196976"/>
                        <a:ext cx="7199312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175657"/>
              </p:ext>
            </p:extLst>
          </p:nvPr>
        </p:nvGraphicFramePr>
        <p:xfrm>
          <a:off x="571500" y="904875"/>
          <a:ext cx="11015663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344446" imgH="753480" progId="Word.Document.8">
                  <p:embed/>
                </p:oleObj>
              </mc:Choice>
              <mc:Fallback>
                <p:oleObj name="Document" r:id="rId12" imgW="5344446" imgH="753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904875"/>
                        <a:ext cx="11015663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692238"/>
              </p:ext>
            </p:extLst>
          </p:nvPr>
        </p:nvGraphicFramePr>
        <p:xfrm>
          <a:off x="7111439" y="4346014"/>
          <a:ext cx="462438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2316286" imgH="326772" progId="Word.Document.8">
                  <p:embed/>
                </p:oleObj>
              </mc:Choice>
              <mc:Fallback>
                <p:oleObj name="Document" r:id="rId14" imgW="2316286" imgH="32677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439" y="4346014"/>
                        <a:ext cx="4624388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 flipV="1">
            <a:off x="372035" y="4971676"/>
            <a:ext cx="11282083" cy="0"/>
          </a:xfrm>
          <a:prstGeom prst="line">
            <a:avLst/>
          </a:prstGeom>
          <a:ln w="158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428552"/>
              </p:ext>
            </p:extLst>
          </p:nvPr>
        </p:nvGraphicFramePr>
        <p:xfrm>
          <a:off x="571500" y="5167313"/>
          <a:ext cx="652621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6" imgW="3167518" imgH="335399" progId="Word.Document.8">
                  <p:embed/>
                </p:oleObj>
              </mc:Choice>
              <mc:Fallback>
                <p:oleObj name="Document" r:id="rId16" imgW="3167518" imgH="3353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167313"/>
                        <a:ext cx="652621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520523"/>
              </p:ext>
            </p:extLst>
          </p:nvPr>
        </p:nvGraphicFramePr>
        <p:xfrm>
          <a:off x="5984081" y="4998477"/>
          <a:ext cx="376872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8" imgW="1828533" imgH="431022" progId="Word.Document.8">
                  <p:embed/>
                </p:oleObj>
              </mc:Choice>
              <mc:Fallback>
                <p:oleObj name="Document" r:id="rId18" imgW="1828533" imgH="4310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081" y="4998477"/>
                        <a:ext cx="376872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23717"/>
              </p:ext>
            </p:extLst>
          </p:nvPr>
        </p:nvGraphicFramePr>
        <p:xfrm>
          <a:off x="3499485" y="5701178"/>
          <a:ext cx="38465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0" imgW="1890310" imgH="429944" progId="Word.Document.8">
                  <p:embed/>
                </p:oleObj>
              </mc:Choice>
              <mc:Fallback>
                <p:oleObj name="Document" r:id="rId20" imgW="1890310" imgH="4299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9485" y="5701178"/>
                        <a:ext cx="38465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549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微软雅黑</vt:lpstr>
      <vt:lpstr>Arial</vt:lpstr>
      <vt:lpstr>Office 主题​​</vt:lpstr>
      <vt:lpstr>Document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nrjian</cp:lastModifiedBy>
  <cp:revision>60</cp:revision>
  <dcterms:created xsi:type="dcterms:W3CDTF">2019-06-19T02:08:00Z</dcterms:created>
  <dcterms:modified xsi:type="dcterms:W3CDTF">2022-11-15T08:02:57Z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