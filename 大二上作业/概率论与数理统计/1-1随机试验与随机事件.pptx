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268" r:id="rId2"/>
    <p:sldId id="370" r:id="rId3"/>
    <p:sldId id="326" r:id="rId4"/>
    <p:sldId id="337" r:id="rId5"/>
    <p:sldId id="270" r:id="rId6"/>
    <p:sldId id="271" r:id="rId7"/>
    <p:sldId id="327" r:id="rId8"/>
    <p:sldId id="329" r:id="rId9"/>
    <p:sldId id="330" r:id="rId10"/>
    <p:sldId id="338" r:id="rId11"/>
    <p:sldId id="334" r:id="rId12"/>
    <p:sldId id="332" r:id="rId13"/>
    <p:sldId id="272" r:id="rId14"/>
    <p:sldId id="331" r:id="rId15"/>
    <p:sldId id="310" r:id="rId16"/>
    <p:sldId id="335" r:id="rId17"/>
    <p:sldId id="273" r:id="rId18"/>
    <p:sldId id="274" r:id="rId19"/>
    <p:sldId id="275" r:id="rId20"/>
    <p:sldId id="276" r:id="rId21"/>
    <p:sldId id="346" r:id="rId22"/>
    <p:sldId id="348" r:id="rId23"/>
    <p:sldId id="277" r:id="rId24"/>
    <p:sldId id="278" r:id="rId25"/>
    <p:sldId id="279" r:id="rId26"/>
    <p:sldId id="351" r:id="rId27"/>
    <p:sldId id="352" r:id="rId28"/>
    <p:sldId id="280" r:id="rId29"/>
    <p:sldId id="290" r:id="rId30"/>
    <p:sldId id="281" r:id="rId31"/>
    <p:sldId id="282" r:id="rId32"/>
    <p:sldId id="289" r:id="rId33"/>
    <p:sldId id="283" r:id="rId34"/>
    <p:sldId id="291" r:id="rId35"/>
    <p:sldId id="362" r:id="rId36"/>
    <p:sldId id="284" r:id="rId37"/>
    <p:sldId id="285" r:id="rId38"/>
    <p:sldId id="286" r:id="rId39"/>
    <p:sldId id="288" r:id="rId40"/>
    <p:sldId id="367" r:id="rId41"/>
    <p:sldId id="368" r:id="rId42"/>
    <p:sldId id="369" r:id="rId43"/>
  </p:sldIdLst>
  <p:sldSz cx="12192000" cy="6858000"/>
  <p:notesSz cx="6858000" cy="9144000"/>
  <p:custDataLst>
    <p:tags r:id="rId4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3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540" y="102"/>
      </p:cViewPr>
      <p:guideLst>
        <p:guide orient="horz" pos="2158"/>
        <p:guide pos="3861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gs" Target="tags/tag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image" Target="../media/image17.emf"/><Relationship Id="rId6" Type="http://schemas.openxmlformats.org/officeDocument/2006/relationships/image" Target="../media/image22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image" Target="../media/image2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image" Target="../media/image32.emf"/><Relationship Id="rId5" Type="http://schemas.openxmlformats.org/officeDocument/2006/relationships/image" Target="../media/image36.emf"/><Relationship Id="rId4" Type="http://schemas.openxmlformats.org/officeDocument/2006/relationships/image" Target="../media/image35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7" Type="http://schemas.openxmlformats.org/officeDocument/2006/relationships/image" Target="../media/image43.emf"/><Relationship Id="rId2" Type="http://schemas.openxmlformats.org/officeDocument/2006/relationships/image" Target="../media/image38.emf"/><Relationship Id="rId1" Type="http://schemas.openxmlformats.org/officeDocument/2006/relationships/image" Target="../media/image37.emf"/><Relationship Id="rId6" Type="http://schemas.openxmlformats.org/officeDocument/2006/relationships/image" Target="../media/image42.emf"/><Relationship Id="rId5" Type="http://schemas.openxmlformats.org/officeDocument/2006/relationships/image" Target="../media/image41.emf"/><Relationship Id="rId4" Type="http://schemas.openxmlformats.org/officeDocument/2006/relationships/image" Target="../media/image40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7" Type="http://schemas.openxmlformats.org/officeDocument/2006/relationships/image" Target="../media/image50.emf"/><Relationship Id="rId2" Type="http://schemas.openxmlformats.org/officeDocument/2006/relationships/image" Target="../media/image45.emf"/><Relationship Id="rId1" Type="http://schemas.openxmlformats.org/officeDocument/2006/relationships/image" Target="../media/image44.emf"/><Relationship Id="rId6" Type="http://schemas.openxmlformats.org/officeDocument/2006/relationships/image" Target="../media/image49.emf"/><Relationship Id="rId5" Type="http://schemas.openxmlformats.org/officeDocument/2006/relationships/image" Target="../media/image48.emf"/><Relationship Id="rId4" Type="http://schemas.openxmlformats.org/officeDocument/2006/relationships/image" Target="../media/image47.e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3" Type="http://schemas.openxmlformats.org/officeDocument/2006/relationships/image" Target="../media/image53.emf"/><Relationship Id="rId7" Type="http://schemas.openxmlformats.org/officeDocument/2006/relationships/image" Target="../media/image27.wmf"/><Relationship Id="rId2" Type="http://schemas.openxmlformats.org/officeDocument/2006/relationships/image" Target="../media/image52.emf"/><Relationship Id="rId1" Type="http://schemas.openxmlformats.org/officeDocument/2006/relationships/image" Target="../media/image51.emf"/><Relationship Id="rId6" Type="http://schemas.openxmlformats.org/officeDocument/2006/relationships/image" Target="../media/image56.emf"/><Relationship Id="rId5" Type="http://schemas.openxmlformats.org/officeDocument/2006/relationships/image" Target="../media/image55.emf"/><Relationship Id="rId4" Type="http://schemas.openxmlformats.org/officeDocument/2006/relationships/image" Target="../media/image54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7" Type="http://schemas.openxmlformats.org/officeDocument/2006/relationships/image" Target="../media/image66.emf"/><Relationship Id="rId2" Type="http://schemas.openxmlformats.org/officeDocument/2006/relationships/image" Target="../media/image61.emf"/><Relationship Id="rId1" Type="http://schemas.openxmlformats.org/officeDocument/2006/relationships/image" Target="../media/image60.emf"/><Relationship Id="rId6" Type="http://schemas.openxmlformats.org/officeDocument/2006/relationships/image" Target="../media/image65.emf"/><Relationship Id="rId5" Type="http://schemas.openxmlformats.org/officeDocument/2006/relationships/image" Target="../media/image64.emf"/><Relationship Id="rId4" Type="http://schemas.openxmlformats.org/officeDocument/2006/relationships/image" Target="../media/image63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3" Type="http://schemas.openxmlformats.org/officeDocument/2006/relationships/image" Target="../media/image69.emf"/><Relationship Id="rId7" Type="http://schemas.openxmlformats.org/officeDocument/2006/relationships/image" Target="../media/image73.emf"/><Relationship Id="rId2" Type="http://schemas.openxmlformats.org/officeDocument/2006/relationships/image" Target="../media/image68.emf"/><Relationship Id="rId1" Type="http://schemas.openxmlformats.org/officeDocument/2006/relationships/image" Target="../media/image67.emf"/><Relationship Id="rId6" Type="http://schemas.openxmlformats.org/officeDocument/2006/relationships/image" Target="../media/image72.emf"/><Relationship Id="rId5" Type="http://schemas.openxmlformats.org/officeDocument/2006/relationships/image" Target="../media/image71.emf"/><Relationship Id="rId4" Type="http://schemas.openxmlformats.org/officeDocument/2006/relationships/image" Target="../media/image70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image" Target="../media/image76.emf"/><Relationship Id="rId1" Type="http://schemas.openxmlformats.org/officeDocument/2006/relationships/image" Target="../media/image75.emf"/><Relationship Id="rId6" Type="http://schemas.openxmlformats.org/officeDocument/2006/relationships/image" Target="../media/image80.emf"/><Relationship Id="rId5" Type="http://schemas.openxmlformats.org/officeDocument/2006/relationships/image" Target="../media/image79.emf"/><Relationship Id="rId4" Type="http://schemas.openxmlformats.org/officeDocument/2006/relationships/image" Target="../media/image78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2.e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90.emf"/><Relationship Id="rId3" Type="http://schemas.openxmlformats.org/officeDocument/2006/relationships/image" Target="../media/image85.emf"/><Relationship Id="rId7" Type="http://schemas.openxmlformats.org/officeDocument/2006/relationships/image" Target="../media/image89.emf"/><Relationship Id="rId2" Type="http://schemas.openxmlformats.org/officeDocument/2006/relationships/image" Target="../media/image84.emf"/><Relationship Id="rId1" Type="http://schemas.openxmlformats.org/officeDocument/2006/relationships/image" Target="../media/image83.emf"/><Relationship Id="rId6" Type="http://schemas.openxmlformats.org/officeDocument/2006/relationships/image" Target="../media/image88.emf"/><Relationship Id="rId5" Type="http://schemas.openxmlformats.org/officeDocument/2006/relationships/image" Target="../media/image87.emf"/><Relationship Id="rId4" Type="http://schemas.openxmlformats.org/officeDocument/2006/relationships/image" Target="../media/image86.emf"/><Relationship Id="rId9" Type="http://schemas.openxmlformats.org/officeDocument/2006/relationships/image" Target="../media/image91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5.emf"/><Relationship Id="rId2" Type="http://schemas.openxmlformats.org/officeDocument/2006/relationships/image" Target="../media/image94.emf"/><Relationship Id="rId1" Type="http://schemas.openxmlformats.org/officeDocument/2006/relationships/image" Target="../media/image93.emf"/><Relationship Id="rId4" Type="http://schemas.openxmlformats.org/officeDocument/2006/relationships/image" Target="../media/image96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9.emf"/><Relationship Id="rId2" Type="http://schemas.openxmlformats.org/officeDocument/2006/relationships/image" Target="../media/image98.emf"/><Relationship Id="rId1" Type="http://schemas.openxmlformats.org/officeDocument/2006/relationships/image" Target="../media/image97.emf"/><Relationship Id="rId6" Type="http://schemas.openxmlformats.org/officeDocument/2006/relationships/image" Target="../media/image101.emf"/><Relationship Id="rId5" Type="http://schemas.openxmlformats.org/officeDocument/2006/relationships/image" Target="../media/image91.emf"/><Relationship Id="rId4" Type="http://schemas.openxmlformats.org/officeDocument/2006/relationships/image" Target="../media/image100.e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emf"/><Relationship Id="rId3" Type="http://schemas.openxmlformats.org/officeDocument/2006/relationships/image" Target="../media/image105.emf"/><Relationship Id="rId7" Type="http://schemas.openxmlformats.org/officeDocument/2006/relationships/image" Target="../media/image91.emf"/><Relationship Id="rId2" Type="http://schemas.openxmlformats.org/officeDocument/2006/relationships/image" Target="../media/image104.emf"/><Relationship Id="rId1" Type="http://schemas.openxmlformats.org/officeDocument/2006/relationships/image" Target="../media/image103.emf"/><Relationship Id="rId6" Type="http://schemas.openxmlformats.org/officeDocument/2006/relationships/image" Target="../media/image108.emf"/><Relationship Id="rId5" Type="http://schemas.openxmlformats.org/officeDocument/2006/relationships/image" Target="../media/image107.emf"/><Relationship Id="rId4" Type="http://schemas.openxmlformats.org/officeDocument/2006/relationships/image" Target="../media/image106.e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emf"/><Relationship Id="rId3" Type="http://schemas.openxmlformats.org/officeDocument/2006/relationships/image" Target="../media/image113.emf"/><Relationship Id="rId7" Type="http://schemas.openxmlformats.org/officeDocument/2006/relationships/image" Target="../media/image117.emf"/><Relationship Id="rId2" Type="http://schemas.openxmlformats.org/officeDocument/2006/relationships/image" Target="../media/image112.emf"/><Relationship Id="rId1" Type="http://schemas.openxmlformats.org/officeDocument/2006/relationships/image" Target="../media/image111.wmf"/><Relationship Id="rId6" Type="http://schemas.openxmlformats.org/officeDocument/2006/relationships/image" Target="../media/image116.emf"/><Relationship Id="rId11" Type="http://schemas.openxmlformats.org/officeDocument/2006/relationships/image" Target="../media/image120.emf"/><Relationship Id="rId5" Type="http://schemas.openxmlformats.org/officeDocument/2006/relationships/image" Target="../media/image115.emf"/><Relationship Id="rId10" Type="http://schemas.openxmlformats.org/officeDocument/2006/relationships/image" Target="../media/image91.emf"/><Relationship Id="rId4" Type="http://schemas.openxmlformats.org/officeDocument/2006/relationships/image" Target="../media/image114.emf"/><Relationship Id="rId9" Type="http://schemas.openxmlformats.org/officeDocument/2006/relationships/image" Target="../media/image119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emf"/><Relationship Id="rId2" Type="http://schemas.openxmlformats.org/officeDocument/2006/relationships/image" Target="../media/image123.emf"/><Relationship Id="rId1" Type="http://schemas.openxmlformats.org/officeDocument/2006/relationships/image" Target="../media/image122.emf"/><Relationship Id="rId4" Type="http://schemas.openxmlformats.org/officeDocument/2006/relationships/image" Target="../media/image125.e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emf"/><Relationship Id="rId3" Type="http://schemas.openxmlformats.org/officeDocument/2006/relationships/image" Target="../media/image129.emf"/><Relationship Id="rId7" Type="http://schemas.openxmlformats.org/officeDocument/2006/relationships/image" Target="../media/image116.emf"/><Relationship Id="rId2" Type="http://schemas.openxmlformats.org/officeDocument/2006/relationships/image" Target="../media/image128.emf"/><Relationship Id="rId1" Type="http://schemas.openxmlformats.org/officeDocument/2006/relationships/image" Target="../media/image127.emf"/><Relationship Id="rId6" Type="http://schemas.openxmlformats.org/officeDocument/2006/relationships/image" Target="../media/image132.emf"/><Relationship Id="rId5" Type="http://schemas.openxmlformats.org/officeDocument/2006/relationships/image" Target="../media/image131.emf"/><Relationship Id="rId4" Type="http://schemas.openxmlformats.org/officeDocument/2006/relationships/image" Target="../media/image130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wmf"/><Relationship Id="rId2" Type="http://schemas.openxmlformats.org/officeDocument/2006/relationships/image" Target="../media/image138.wmf"/><Relationship Id="rId1" Type="http://schemas.openxmlformats.org/officeDocument/2006/relationships/image" Target="../media/image137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emf"/><Relationship Id="rId13" Type="http://schemas.openxmlformats.org/officeDocument/2006/relationships/image" Target="../media/image152.emf"/><Relationship Id="rId3" Type="http://schemas.openxmlformats.org/officeDocument/2006/relationships/image" Target="../media/image142.emf"/><Relationship Id="rId7" Type="http://schemas.openxmlformats.org/officeDocument/2006/relationships/image" Target="../media/image146.emf"/><Relationship Id="rId12" Type="http://schemas.openxmlformats.org/officeDocument/2006/relationships/image" Target="../media/image151.emf"/><Relationship Id="rId2" Type="http://schemas.openxmlformats.org/officeDocument/2006/relationships/image" Target="../media/image141.emf"/><Relationship Id="rId1" Type="http://schemas.openxmlformats.org/officeDocument/2006/relationships/image" Target="../media/image140.emf"/><Relationship Id="rId6" Type="http://schemas.openxmlformats.org/officeDocument/2006/relationships/image" Target="../media/image145.emf"/><Relationship Id="rId11" Type="http://schemas.openxmlformats.org/officeDocument/2006/relationships/image" Target="../media/image150.emf"/><Relationship Id="rId5" Type="http://schemas.openxmlformats.org/officeDocument/2006/relationships/image" Target="../media/image144.emf"/><Relationship Id="rId10" Type="http://schemas.openxmlformats.org/officeDocument/2006/relationships/image" Target="../media/image149.emf"/><Relationship Id="rId4" Type="http://schemas.openxmlformats.org/officeDocument/2006/relationships/image" Target="../media/image143.emf"/><Relationship Id="rId9" Type="http://schemas.openxmlformats.org/officeDocument/2006/relationships/image" Target="../media/image148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emf"/><Relationship Id="rId2" Type="http://schemas.openxmlformats.org/officeDocument/2006/relationships/image" Target="../media/image154.emf"/><Relationship Id="rId1" Type="http://schemas.openxmlformats.org/officeDocument/2006/relationships/image" Target="../media/image153.emf"/><Relationship Id="rId5" Type="http://schemas.openxmlformats.org/officeDocument/2006/relationships/image" Target="../media/image157.emf"/><Relationship Id="rId4" Type="http://schemas.openxmlformats.org/officeDocument/2006/relationships/image" Target="../media/image156.e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emf"/><Relationship Id="rId3" Type="http://schemas.openxmlformats.org/officeDocument/2006/relationships/image" Target="../media/image160.emf"/><Relationship Id="rId7" Type="http://schemas.openxmlformats.org/officeDocument/2006/relationships/image" Target="../media/image164.emf"/><Relationship Id="rId2" Type="http://schemas.openxmlformats.org/officeDocument/2006/relationships/image" Target="../media/image159.emf"/><Relationship Id="rId1" Type="http://schemas.openxmlformats.org/officeDocument/2006/relationships/image" Target="../media/image158.emf"/><Relationship Id="rId6" Type="http://schemas.openxmlformats.org/officeDocument/2006/relationships/image" Target="../media/image163.emf"/><Relationship Id="rId5" Type="http://schemas.openxmlformats.org/officeDocument/2006/relationships/image" Target="../media/image162.emf"/><Relationship Id="rId4" Type="http://schemas.openxmlformats.org/officeDocument/2006/relationships/image" Target="../media/image161.e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wmf"/><Relationship Id="rId3" Type="http://schemas.openxmlformats.org/officeDocument/2006/relationships/image" Target="../media/image168.emf"/><Relationship Id="rId7" Type="http://schemas.openxmlformats.org/officeDocument/2006/relationships/image" Target="../media/image172.wmf"/><Relationship Id="rId2" Type="http://schemas.openxmlformats.org/officeDocument/2006/relationships/image" Target="../media/image167.emf"/><Relationship Id="rId1" Type="http://schemas.openxmlformats.org/officeDocument/2006/relationships/image" Target="../media/image166.emf"/><Relationship Id="rId6" Type="http://schemas.openxmlformats.org/officeDocument/2006/relationships/image" Target="../media/image171.emf"/><Relationship Id="rId11" Type="http://schemas.openxmlformats.org/officeDocument/2006/relationships/image" Target="../media/image176.emf"/><Relationship Id="rId5" Type="http://schemas.openxmlformats.org/officeDocument/2006/relationships/image" Target="../media/image170.emf"/><Relationship Id="rId10" Type="http://schemas.openxmlformats.org/officeDocument/2006/relationships/image" Target="../media/image175.wmf"/><Relationship Id="rId4" Type="http://schemas.openxmlformats.org/officeDocument/2006/relationships/image" Target="../media/image169.emf"/><Relationship Id="rId9" Type="http://schemas.openxmlformats.org/officeDocument/2006/relationships/image" Target="../media/image174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wmf"/><Relationship Id="rId1" Type="http://schemas.openxmlformats.org/officeDocument/2006/relationships/image" Target="../media/image177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wmf"/><Relationship Id="rId3" Type="http://schemas.openxmlformats.org/officeDocument/2006/relationships/image" Target="../media/image181.wmf"/><Relationship Id="rId7" Type="http://schemas.openxmlformats.org/officeDocument/2006/relationships/image" Target="../media/image185.wmf"/><Relationship Id="rId2" Type="http://schemas.openxmlformats.org/officeDocument/2006/relationships/image" Target="../media/image180.wmf"/><Relationship Id="rId1" Type="http://schemas.openxmlformats.org/officeDocument/2006/relationships/image" Target="../media/image179.wmf"/><Relationship Id="rId6" Type="http://schemas.openxmlformats.org/officeDocument/2006/relationships/image" Target="../media/image184.wmf"/><Relationship Id="rId5" Type="http://schemas.openxmlformats.org/officeDocument/2006/relationships/image" Target="../media/image183.wmf"/><Relationship Id="rId4" Type="http://schemas.openxmlformats.org/officeDocument/2006/relationships/image" Target="../media/image182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wmf"/><Relationship Id="rId2" Type="http://schemas.openxmlformats.org/officeDocument/2006/relationships/image" Target="../media/image188.wmf"/><Relationship Id="rId1" Type="http://schemas.openxmlformats.org/officeDocument/2006/relationships/image" Target="../media/image187.wmf"/><Relationship Id="rId4" Type="http://schemas.openxmlformats.org/officeDocument/2006/relationships/image" Target="../media/image19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2024/11/18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4.xml"/><Relationship Id="rId4" Type="http://schemas.openxmlformats.org/officeDocument/2006/relationships/tags" Target="../tags/tag13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0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669882" y="2588281"/>
            <a:ext cx="10852237" cy="899167"/>
          </a:xfrm>
          <a:prstGeom prst="rect">
            <a:avLst/>
          </a:prstGeo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669882" y="3566160"/>
            <a:ext cx="10852237" cy="950984"/>
          </a:xfrm>
          <a:prstGeom prst="rect">
            <a:avLst/>
          </a:prstGeo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96000"/>
            <a:ext cx="10852237" cy="5041355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3808730"/>
            <a:ext cx="10852237" cy="624845"/>
          </a:xfrm>
          <a:prstGeom prst="rect">
            <a:avLst/>
          </a:prstGeo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69925" y="4511675"/>
            <a:ext cx="10852237" cy="1077985"/>
          </a:xfrm>
          <a:prstGeom prst="rect">
            <a:avLst/>
          </a:prstGeo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1296000"/>
            <a:ext cx="5283242" cy="504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30" y="1296000"/>
            <a:ext cx="5283242" cy="381003"/>
          </a:xfrm>
          <a:prstGeom prst="rect">
            <a:avLst/>
          </a:prstGeo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1789043"/>
            <a:ext cx="5283200" cy="4552234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296000"/>
            <a:ext cx="5283242" cy="38100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789043"/>
            <a:ext cx="5283242" cy="4552234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69930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238925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9EFD9D74-47D9-4702-A33C-335B63B48DBF}" type="datetimeFigureOut">
              <a:rPr lang="zh-CN" altLang="en-US" smtClean="0"/>
              <a:t>2024/11/18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952508"/>
            <a:ext cx="950984" cy="5388907"/>
          </a:xfrm>
          <a:prstGeom prst="rect">
            <a:avLst/>
          </a:prstGeo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952500"/>
            <a:ext cx="9828101" cy="5388907"/>
          </a:xfrm>
          <a:prstGeom prst="rect">
            <a:avLst/>
          </a:prstGeo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30" y="952508"/>
            <a:ext cx="10852237" cy="50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69882" y="2588281"/>
            <a:ext cx="10852237" cy="899167"/>
          </a:xfrm>
          <a:prstGeom prst="rect">
            <a:avLst/>
          </a:prstGeo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2167" y="685800"/>
            <a:ext cx="11387667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06401" y="1981200"/>
            <a:ext cx="5592233" cy="3886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201834" y="1981200"/>
            <a:ext cx="5592233" cy="1866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201834" y="4000500"/>
            <a:ext cx="5592233" cy="1866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3638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AA8C89-EFB6-4700-88F2-D361D933B99F}" type="datetime1">
              <a:rPr lang="zh-CN" altLang="en-US"/>
              <a:t>2024/11/18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3638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FE2223-52C8-442E-B05C-A197859EB65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6600217" y="234834"/>
            <a:ext cx="5491260" cy="461665"/>
            <a:chOff x="6600217" y="234834"/>
            <a:chExt cx="5491260" cy="461665"/>
          </a:xfrm>
        </p:grpSpPr>
        <p:pic>
          <p:nvPicPr>
            <p:cNvPr id="12" name="图片 11"/>
            <p:cNvPicPr>
              <a:picLocks noChangeAspect="1"/>
            </p:cNvPicPr>
            <p:nvPr userDrawn="1"/>
          </p:nvPicPr>
          <p:blipFill>
            <a:blip r:embed="rId16"/>
            <a:stretch>
              <a:fillRect/>
            </a:stretch>
          </p:blipFill>
          <p:spPr>
            <a:xfrm>
              <a:off x="6600217" y="243967"/>
              <a:ext cx="2821020" cy="437940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 userDrawn="1"/>
          </p:nvSpPr>
          <p:spPr>
            <a:xfrm>
              <a:off x="9401781" y="234834"/>
              <a:ext cx="2689696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400" b="1" dirty="0">
                  <a:solidFill>
                    <a:srgbClr val="00B0F0"/>
                  </a:solidFill>
                  <a:effectLst/>
                </a:rPr>
                <a:t>概率论与数理统计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4.wmf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png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13" Type="http://schemas.openxmlformats.org/officeDocument/2006/relationships/oleObject" Target="../embeddings/oleObject8.bin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21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e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0" Type="http://schemas.openxmlformats.org/officeDocument/2006/relationships/image" Target="../media/image20.emf"/><Relationship Id="rId4" Type="http://schemas.openxmlformats.org/officeDocument/2006/relationships/image" Target="../media/image17.emf"/><Relationship Id="rId9" Type="http://schemas.openxmlformats.org/officeDocument/2006/relationships/oleObject" Target="../embeddings/oleObject6.bin"/><Relationship Id="rId14" Type="http://schemas.openxmlformats.org/officeDocument/2006/relationships/image" Target="../media/image2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9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oleObject" Target="../embeddings/oleObject20.bin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5.bin"/><Relationship Id="rId12" Type="http://schemas.openxmlformats.org/officeDocument/2006/relationships/oleObject" Target="../embeddings/oleObject19.bin"/><Relationship Id="rId17" Type="http://schemas.openxmlformats.org/officeDocument/2006/relationships/image" Target="../media/image31.GI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.jpeg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4.bin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3.bin"/><Relationship Id="rId15" Type="http://schemas.openxmlformats.org/officeDocument/2006/relationships/image" Target="../media/image29.emf"/><Relationship Id="rId10" Type="http://schemas.openxmlformats.org/officeDocument/2006/relationships/oleObject" Target="../embeddings/oleObject17.bin"/><Relationship Id="rId4" Type="http://schemas.openxmlformats.org/officeDocument/2006/relationships/image" Target="../media/image27.wmf"/><Relationship Id="rId9" Type="http://schemas.openxmlformats.org/officeDocument/2006/relationships/image" Target="../media/image28.emf"/><Relationship Id="rId14" Type="http://schemas.openxmlformats.org/officeDocument/2006/relationships/oleObject" Target="../embeddings/oleObject21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3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3.e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35.emf"/><Relationship Id="rId4" Type="http://schemas.openxmlformats.org/officeDocument/2006/relationships/image" Target="../media/image32.emf"/><Relationship Id="rId9" Type="http://schemas.openxmlformats.org/officeDocument/2006/relationships/oleObject" Target="../embeddings/oleObject25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13" Type="http://schemas.openxmlformats.org/officeDocument/2006/relationships/oleObject" Target="../embeddings/oleObject32.bin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41.e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43.e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38.e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5" Type="http://schemas.openxmlformats.org/officeDocument/2006/relationships/oleObject" Target="../embeddings/oleObject33.bin"/><Relationship Id="rId10" Type="http://schemas.openxmlformats.org/officeDocument/2006/relationships/image" Target="../media/image40.emf"/><Relationship Id="rId4" Type="http://schemas.openxmlformats.org/officeDocument/2006/relationships/image" Target="../media/image37.emf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42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13" Type="http://schemas.openxmlformats.org/officeDocument/2006/relationships/oleObject" Target="../embeddings/oleObject39.bin"/><Relationship Id="rId18" Type="http://schemas.openxmlformats.org/officeDocument/2006/relationships/image" Target="../media/image7.png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48.emf"/><Relationship Id="rId17" Type="http://schemas.openxmlformats.org/officeDocument/2006/relationships/image" Target="../media/image8.png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50.e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45.e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5" Type="http://schemas.openxmlformats.org/officeDocument/2006/relationships/oleObject" Target="../embeddings/oleObject40.bin"/><Relationship Id="rId10" Type="http://schemas.openxmlformats.org/officeDocument/2006/relationships/image" Target="../media/image47.emf"/><Relationship Id="rId19" Type="http://schemas.openxmlformats.org/officeDocument/2006/relationships/image" Target="../media/image10.jpeg"/><Relationship Id="rId4" Type="http://schemas.openxmlformats.org/officeDocument/2006/relationships/image" Target="../media/image44.emf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49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emf"/><Relationship Id="rId13" Type="http://schemas.openxmlformats.org/officeDocument/2006/relationships/oleObject" Target="../embeddings/oleObject46.bin"/><Relationship Id="rId18" Type="http://schemas.openxmlformats.org/officeDocument/2006/relationships/oleObject" Target="../embeddings/oleObject48.bin"/><Relationship Id="rId3" Type="http://schemas.openxmlformats.org/officeDocument/2006/relationships/oleObject" Target="../embeddings/oleObject41.bin"/><Relationship Id="rId21" Type="http://schemas.openxmlformats.org/officeDocument/2006/relationships/oleObject" Target="../embeddings/oleObject51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55.emf"/><Relationship Id="rId17" Type="http://schemas.openxmlformats.org/officeDocument/2006/relationships/image" Target="../media/image27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47.bin"/><Relationship Id="rId20" Type="http://schemas.openxmlformats.org/officeDocument/2006/relationships/oleObject" Target="../embeddings/oleObject50.bin"/><Relationship Id="rId1" Type="http://schemas.openxmlformats.org/officeDocument/2006/relationships/vmlDrawing" Target="../drawings/vmlDrawing9.vml"/><Relationship Id="rId6" Type="http://schemas.openxmlformats.org/officeDocument/2006/relationships/image" Target="../media/image52.e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5" Type="http://schemas.openxmlformats.org/officeDocument/2006/relationships/image" Target="../media/image58.wmf"/><Relationship Id="rId10" Type="http://schemas.openxmlformats.org/officeDocument/2006/relationships/image" Target="../media/image54.emf"/><Relationship Id="rId19" Type="http://schemas.openxmlformats.org/officeDocument/2006/relationships/oleObject" Target="../embeddings/oleObject49.bin"/><Relationship Id="rId4" Type="http://schemas.openxmlformats.org/officeDocument/2006/relationships/image" Target="../media/image51.emf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56.emf"/><Relationship Id="rId22" Type="http://schemas.openxmlformats.org/officeDocument/2006/relationships/image" Target="../media/image57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w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emf"/><Relationship Id="rId13" Type="http://schemas.openxmlformats.org/officeDocument/2006/relationships/oleObject" Target="../embeddings/oleObject57.bin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64.e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66.e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1.emf"/><Relationship Id="rId11" Type="http://schemas.openxmlformats.org/officeDocument/2006/relationships/oleObject" Target="../embeddings/oleObject56.bin"/><Relationship Id="rId5" Type="http://schemas.openxmlformats.org/officeDocument/2006/relationships/oleObject" Target="../embeddings/oleObject53.bin"/><Relationship Id="rId15" Type="http://schemas.openxmlformats.org/officeDocument/2006/relationships/oleObject" Target="../embeddings/oleObject58.bin"/><Relationship Id="rId10" Type="http://schemas.openxmlformats.org/officeDocument/2006/relationships/image" Target="../media/image63.emf"/><Relationship Id="rId4" Type="http://schemas.openxmlformats.org/officeDocument/2006/relationships/image" Target="../media/image60.emf"/><Relationship Id="rId9" Type="http://schemas.openxmlformats.org/officeDocument/2006/relationships/oleObject" Target="../embeddings/oleObject55.bin"/><Relationship Id="rId14" Type="http://schemas.openxmlformats.org/officeDocument/2006/relationships/image" Target="../media/image65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emf"/><Relationship Id="rId13" Type="http://schemas.openxmlformats.org/officeDocument/2006/relationships/oleObject" Target="../embeddings/oleObject64.bin"/><Relationship Id="rId18" Type="http://schemas.openxmlformats.org/officeDocument/2006/relationships/image" Target="../media/image74.e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71.emf"/><Relationship Id="rId17" Type="http://schemas.openxmlformats.org/officeDocument/2006/relationships/oleObject" Target="../embeddings/oleObject66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73.e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8.emf"/><Relationship Id="rId11" Type="http://schemas.openxmlformats.org/officeDocument/2006/relationships/oleObject" Target="../embeddings/oleObject63.bin"/><Relationship Id="rId5" Type="http://schemas.openxmlformats.org/officeDocument/2006/relationships/oleObject" Target="../embeddings/oleObject60.bin"/><Relationship Id="rId15" Type="http://schemas.openxmlformats.org/officeDocument/2006/relationships/oleObject" Target="../embeddings/oleObject65.bin"/><Relationship Id="rId10" Type="http://schemas.openxmlformats.org/officeDocument/2006/relationships/image" Target="../media/image70.emf"/><Relationship Id="rId4" Type="http://schemas.openxmlformats.org/officeDocument/2006/relationships/image" Target="../media/image67.emf"/><Relationship Id="rId9" Type="http://schemas.openxmlformats.org/officeDocument/2006/relationships/oleObject" Target="../embeddings/oleObject62.bin"/><Relationship Id="rId14" Type="http://schemas.openxmlformats.org/officeDocument/2006/relationships/image" Target="../media/image72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emf"/><Relationship Id="rId13" Type="http://schemas.openxmlformats.org/officeDocument/2006/relationships/oleObject" Target="../embeddings/oleObject72.bin"/><Relationship Id="rId3" Type="http://schemas.openxmlformats.org/officeDocument/2006/relationships/oleObject" Target="../embeddings/oleObject67.bin"/><Relationship Id="rId7" Type="http://schemas.openxmlformats.org/officeDocument/2006/relationships/oleObject" Target="../embeddings/oleObject69.bin"/><Relationship Id="rId12" Type="http://schemas.openxmlformats.org/officeDocument/2006/relationships/image" Target="../media/image79.e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58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76.emf"/><Relationship Id="rId11" Type="http://schemas.openxmlformats.org/officeDocument/2006/relationships/oleObject" Target="../embeddings/oleObject71.bin"/><Relationship Id="rId5" Type="http://schemas.openxmlformats.org/officeDocument/2006/relationships/oleObject" Target="../embeddings/oleObject68.bin"/><Relationship Id="rId15" Type="http://schemas.openxmlformats.org/officeDocument/2006/relationships/image" Target="../media/image81.jpeg"/><Relationship Id="rId10" Type="http://schemas.openxmlformats.org/officeDocument/2006/relationships/image" Target="../media/image78.emf"/><Relationship Id="rId4" Type="http://schemas.openxmlformats.org/officeDocument/2006/relationships/image" Target="../media/image75.emf"/><Relationship Id="rId9" Type="http://schemas.openxmlformats.org/officeDocument/2006/relationships/oleObject" Target="../embeddings/oleObject70.bin"/><Relationship Id="rId14" Type="http://schemas.openxmlformats.org/officeDocument/2006/relationships/image" Target="../media/image80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82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6.bin"/><Relationship Id="rId13" Type="http://schemas.openxmlformats.org/officeDocument/2006/relationships/image" Target="../media/image87.emf"/><Relationship Id="rId18" Type="http://schemas.openxmlformats.org/officeDocument/2006/relationships/oleObject" Target="../embeddings/oleObject81.bin"/><Relationship Id="rId3" Type="http://schemas.openxmlformats.org/officeDocument/2006/relationships/oleObject" Target="../embeddings/oleObject74.bin"/><Relationship Id="rId21" Type="http://schemas.openxmlformats.org/officeDocument/2006/relationships/image" Target="../media/image91.emf"/><Relationship Id="rId7" Type="http://schemas.openxmlformats.org/officeDocument/2006/relationships/image" Target="../media/image84.emf"/><Relationship Id="rId12" Type="http://schemas.openxmlformats.org/officeDocument/2006/relationships/oleObject" Target="../embeddings/oleObject78.bin"/><Relationship Id="rId17" Type="http://schemas.openxmlformats.org/officeDocument/2006/relationships/image" Target="../media/image89.e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80.bin"/><Relationship Id="rId20" Type="http://schemas.openxmlformats.org/officeDocument/2006/relationships/oleObject" Target="../embeddings/oleObject82.bin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75.bin"/><Relationship Id="rId11" Type="http://schemas.openxmlformats.org/officeDocument/2006/relationships/image" Target="../media/image86.emf"/><Relationship Id="rId5" Type="http://schemas.openxmlformats.org/officeDocument/2006/relationships/image" Target="../media/image92.png"/><Relationship Id="rId15" Type="http://schemas.openxmlformats.org/officeDocument/2006/relationships/image" Target="../media/image88.emf"/><Relationship Id="rId10" Type="http://schemas.openxmlformats.org/officeDocument/2006/relationships/oleObject" Target="../embeddings/oleObject77.bin"/><Relationship Id="rId19" Type="http://schemas.openxmlformats.org/officeDocument/2006/relationships/image" Target="../media/image90.emf"/><Relationship Id="rId4" Type="http://schemas.openxmlformats.org/officeDocument/2006/relationships/image" Target="../media/image83.emf"/><Relationship Id="rId9" Type="http://schemas.openxmlformats.org/officeDocument/2006/relationships/image" Target="../media/image85.emf"/><Relationship Id="rId14" Type="http://schemas.openxmlformats.org/officeDocument/2006/relationships/oleObject" Target="../embeddings/oleObject79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emf"/><Relationship Id="rId3" Type="http://schemas.openxmlformats.org/officeDocument/2006/relationships/oleObject" Target="../embeddings/oleObject83.bin"/><Relationship Id="rId7" Type="http://schemas.openxmlformats.org/officeDocument/2006/relationships/oleObject" Target="../embeddings/oleObject8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94.emf"/><Relationship Id="rId5" Type="http://schemas.openxmlformats.org/officeDocument/2006/relationships/oleObject" Target="../embeddings/oleObject84.bin"/><Relationship Id="rId10" Type="http://schemas.openxmlformats.org/officeDocument/2006/relationships/image" Target="../media/image96.emf"/><Relationship Id="rId4" Type="http://schemas.openxmlformats.org/officeDocument/2006/relationships/image" Target="../media/image93.emf"/><Relationship Id="rId9" Type="http://schemas.openxmlformats.org/officeDocument/2006/relationships/oleObject" Target="../embeddings/oleObject86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9.bin"/><Relationship Id="rId13" Type="http://schemas.openxmlformats.org/officeDocument/2006/relationships/image" Target="../media/image91.emf"/><Relationship Id="rId3" Type="http://schemas.openxmlformats.org/officeDocument/2006/relationships/oleObject" Target="../embeddings/oleObject87.bin"/><Relationship Id="rId7" Type="http://schemas.openxmlformats.org/officeDocument/2006/relationships/image" Target="../media/image98.emf"/><Relationship Id="rId12" Type="http://schemas.openxmlformats.org/officeDocument/2006/relationships/oleObject" Target="../embeddings/oleObject9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88.bin"/><Relationship Id="rId11" Type="http://schemas.openxmlformats.org/officeDocument/2006/relationships/image" Target="../media/image100.emf"/><Relationship Id="rId5" Type="http://schemas.openxmlformats.org/officeDocument/2006/relationships/image" Target="../media/image102.png"/><Relationship Id="rId15" Type="http://schemas.openxmlformats.org/officeDocument/2006/relationships/image" Target="../media/image101.emf"/><Relationship Id="rId10" Type="http://schemas.openxmlformats.org/officeDocument/2006/relationships/oleObject" Target="../embeddings/oleObject90.bin"/><Relationship Id="rId4" Type="http://schemas.openxmlformats.org/officeDocument/2006/relationships/image" Target="../media/image97.emf"/><Relationship Id="rId9" Type="http://schemas.openxmlformats.org/officeDocument/2006/relationships/image" Target="../media/image99.emf"/><Relationship Id="rId14" Type="http://schemas.openxmlformats.org/officeDocument/2006/relationships/oleObject" Target="../embeddings/oleObject92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5.bin"/><Relationship Id="rId13" Type="http://schemas.openxmlformats.org/officeDocument/2006/relationships/image" Target="../media/image107.emf"/><Relationship Id="rId18" Type="http://schemas.openxmlformats.org/officeDocument/2006/relationships/oleObject" Target="../embeddings/oleObject100.bin"/><Relationship Id="rId3" Type="http://schemas.openxmlformats.org/officeDocument/2006/relationships/oleObject" Target="../embeddings/oleObject93.bin"/><Relationship Id="rId7" Type="http://schemas.openxmlformats.org/officeDocument/2006/relationships/image" Target="../media/image104.emf"/><Relationship Id="rId12" Type="http://schemas.openxmlformats.org/officeDocument/2006/relationships/oleObject" Target="../embeddings/oleObject97.bin"/><Relationship Id="rId17" Type="http://schemas.openxmlformats.org/officeDocument/2006/relationships/image" Target="../media/image91.e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99.bin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94.bin"/><Relationship Id="rId11" Type="http://schemas.openxmlformats.org/officeDocument/2006/relationships/image" Target="../media/image106.emf"/><Relationship Id="rId5" Type="http://schemas.openxmlformats.org/officeDocument/2006/relationships/image" Target="../media/image110.png"/><Relationship Id="rId15" Type="http://schemas.openxmlformats.org/officeDocument/2006/relationships/image" Target="../media/image108.emf"/><Relationship Id="rId10" Type="http://schemas.openxmlformats.org/officeDocument/2006/relationships/oleObject" Target="../embeddings/oleObject96.bin"/><Relationship Id="rId19" Type="http://schemas.openxmlformats.org/officeDocument/2006/relationships/image" Target="../media/image109.emf"/><Relationship Id="rId4" Type="http://schemas.openxmlformats.org/officeDocument/2006/relationships/image" Target="../media/image103.emf"/><Relationship Id="rId9" Type="http://schemas.openxmlformats.org/officeDocument/2006/relationships/image" Target="../media/image105.emf"/><Relationship Id="rId14" Type="http://schemas.openxmlformats.org/officeDocument/2006/relationships/oleObject" Target="../embeddings/oleObject98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emf"/><Relationship Id="rId13" Type="http://schemas.openxmlformats.org/officeDocument/2006/relationships/oleObject" Target="../embeddings/oleObject106.bin"/><Relationship Id="rId18" Type="http://schemas.openxmlformats.org/officeDocument/2006/relationships/image" Target="../media/image117.emf"/><Relationship Id="rId26" Type="http://schemas.openxmlformats.org/officeDocument/2006/relationships/image" Target="../media/image120.emf"/><Relationship Id="rId3" Type="http://schemas.openxmlformats.org/officeDocument/2006/relationships/oleObject" Target="../embeddings/oleObject101.bin"/><Relationship Id="rId21" Type="http://schemas.openxmlformats.org/officeDocument/2006/relationships/oleObject" Target="../embeddings/oleObject110.bin"/><Relationship Id="rId7" Type="http://schemas.openxmlformats.org/officeDocument/2006/relationships/oleObject" Target="../embeddings/oleObject103.bin"/><Relationship Id="rId12" Type="http://schemas.openxmlformats.org/officeDocument/2006/relationships/image" Target="../media/image114.emf"/><Relationship Id="rId17" Type="http://schemas.openxmlformats.org/officeDocument/2006/relationships/oleObject" Target="../embeddings/oleObject108.bin"/><Relationship Id="rId25" Type="http://schemas.openxmlformats.org/officeDocument/2006/relationships/oleObject" Target="../embeddings/oleObject112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16.emf"/><Relationship Id="rId20" Type="http://schemas.openxmlformats.org/officeDocument/2006/relationships/image" Target="../media/image118.e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21.png"/><Relationship Id="rId11" Type="http://schemas.openxmlformats.org/officeDocument/2006/relationships/oleObject" Target="../embeddings/oleObject105.bin"/><Relationship Id="rId24" Type="http://schemas.openxmlformats.org/officeDocument/2006/relationships/image" Target="../media/image91.emf"/><Relationship Id="rId5" Type="http://schemas.openxmlformats.org/officeDocument/2006/relationships/oleObject" Target="../embeddings/oleObject102.bin"/><Relationship Id="rId15" Type="http://schemas.openxmlformats.org/officeDocument/2006/relationships/oleObject" Target="../embeddings/oleObject107.bin"/><Relationship Id="rId23" Type="http://schemas.openxmlformats.org/officeDocument/2006/relationships/oleObject" Target="../embeddings/oleObject111.bin"/><Relationship Id="rId10" Type="http://schemas.openxmlformats.org/officeDocument/2006/relationships/image" Target="../media/image113.emf"/><Relationship Id="rId19" Type="http://schemas.openxmlformats.org/officeDocument/2006/relationships/oleObject" Target="../embeddings/oleObject109.bin"/><Relationship Id="rId4" Type="http://schemas.openxmlformats.org/officeDocument/2006/relationships/image" Target="../media/image111.wmf"/><Relationship Id="rId9" Type="http://schemas.openxmlformats.org/officeDocument/2006/relationships/oleObject" Target="../embeddings/oleObject104.bin"/><Relationship Id="rId14" Type="http://schemas.openxmlformats.org/officeDocument/2006/relationships/image" Target="../media/image115.emf"/><Relationship Id="rId22" Type="http://schemas.openxmlformats.org/officeDocument/2006/relationships/image" Target="../media/image119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5.bin"/><Relationship Id="rId13" Type="http://schemas.openxmlformats.org/officeDocument/2006/relationships/image" Target="../media/image7.png"/><Relationship Id="rId3" Type="http://schemas.openxmlformats.org/officeDocument/2006/relationships/oleObject" Target="../embeddings/oleObject113.bin"/><Relationship Id="rId7" Type="http://schemas.openxmlformats.org/officeDocument/2006/relationships/image" Target="../media/image123.emf"/><Relationship Id="rId12" Type="http://schemas.openxmlformats.org/officeDocument/2006/relationships/image" Target="../media/image8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14.bin"/><Relationship Id="rId11" Type="http://schemas.openxmlformats.org/officeDocument/2006/relationships/image" Target="../media/image125.emf"/><Relationship Id="rId5" Type="http://schemas.openxmlformats.org/officeDocument/2006/relationships/image" Target="../media/image126.png"/><Relationship Id="rId10" Type="http://schemas.openxmlformats.org/officeDocument/2006/relationships/oleObject" Target="../embeddings/oleObject116.bin"/><Relationship Id="rId4" Type="http://schemas.openxmlformats.org/officeDocument/2006/relationships/image" Target="../media/image122.emf"/><Relationship Id="rId9" Type="http://schemas.openxmlformats.org/officeDocument/2006/relationships/image" Target="../media/image124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9.bin"/><Relationship Id="rId13" Type="http://schemas.openxmlformats.org/officeDocument/2006/relationships/image" Target="../media/image131.emf"/><Relationship Id="rId18" Type="http://schemas.openxmlformats.org/officeDocument/2006/relationships/oleObject" Target="../embeddings/oleObject124.bin"/><Relationship Id="rId3" Type="http://schemas.openxmlformats.org/officeDocument/2006/relationships/image" Target="../media/image134.png"/><Relationship Id="rId21" Type="http://schemas.openxmlformats.org/officeDocument/2006/relationships/image" Target="../media/image136.jpeg"/><Relationship Id="rId7" Type="http://schemas.openxmlformats.org/officeDocument/2006/relationships/image" Target="../media/image128.emf"/><Relationship Id="rId12" Type="http://schemas.openxmlformats.org/officeDocument/2006/relationships/oleObject" Target="../embeddings/oleObject121.bin"/><Relationship Id="rId17" Type="http://schemas.openxmlformats.org/officeDocument/2006/relationships/image" Target="../media/image116.e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23.bin"/><Relationship Id="rId20" Type="http://schemas.openxmlformats.org/officeDocument/2006/relationships/image" Target="../media/image135.jpeg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18.bin"/><Relationship Id="rId11" Type="http://schemas.openxmlformats.org/officeDocument/2006/relationships/image" Target="../media/image130.emf"/><Relationship Id="rId5" Type="http://schemas.openxmlformats.org/officeDocument/2006/relationships/image" Target="../media/image127.emf"/><Relationship Id="rId15" Type="http://schemas.openxmlformats.org/officeDocument/2006/relationships/image" Target="../media/image132.emf"/><Relationship Id="rId10" Type="http://schemas.openxmlformats.org/officeDocument/2006/relationships/oleObject" Target="../embeddings/oleObject120.bin"/><Relationship Id="rId19" Type="http://schemas.openxmlformats.org/officeDocument/2006/relationships/image" Target="../media/image133.emf"/><Relationship Id="rId4" Type="http://schemas.openxmlformats.org/officeDocument/2006/relationships/oleObject" Target="../embeddings/oleObject117.bin"/><Relationship Id="rId9" Type="http://schemas.openxmlformats.org/officeDocument/2006/relationships/image" Target="../media/image129.emf"/><Relationship Id="rId14" Type="http://schemas.openxmlformats.org/officeDocument/2006/relationships/oleObject" Target="../embeddings/oleObject122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3" Type="http://schemas.openxmlformats.org/officeDocument/2006/relationships/oleObject" Target="../embeddings/oleObject125.bin"/><Relationship Id="rId7" Type="http://schemas.openxmlformats.org/officeDocument/2006/relationships/oleObject" Target="../embeddings/oleObject1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38.wmf"/><Relationship Id="rId5" Type="http://schemas.openxmlformats.org/officeDocument/2006/relationships/oleObject" Target="../embeddings/oleObject126.bin"/><Relationship Id="rId4" Type="http://schemas.openxmlformats.org/officeDocument/2006/relationships/image" Target="../media/image137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emf"/><Relationship Id="rId13" Type="http://schemas.openxmlformats.org/officeDocument/2006/relationships/oleObject" Target="../embeddings/oleObject133.bin"/><Relationship Id="rId18" Type="http://schemas.openxmlformats.org/officeDocument/2006/relationships/image" Target="../media/image147.emf"/><Relationship Id="rId26" Type="http://schemas.openxmlformats.org/officeDocument/2006/relationships/image" Target="../media/image151.emf"/><Relationship Id="rId3" Type="http://schemas.openxmlformats.org/officeDocument/2006/relationships/oleObject" Target="../embeddings/oleObject128.bin"/><Relationship Id="rId21" Type="http://schemas.openxmlformats.org/officeDocument/2006/relationships/oleObject" Target="../embeddings/oleObject137.bin"/><Relationship Id="rId7" Type="http://schemas.openxmlformats.org/officeDocument/2006/relationships/oleObject" Target="../embeddings/oleObject130.bin"/><Relationship Id="rId12" Type="http://schemas.openxmlformats.org/officeDocument/2006/relationships/image" Target="../media/image144.emf"/><Relationship Id="rId17" Type="http://schemas.openxmlformats.org/officeDocument/2006/relationships/oleObject" Target="../embeddings/oleObject135.bin"/><Relationship Id="rId25" Type="http://schemas.openxmlformats.org/officeDocument/2006/relationships/oleObject" Target="../embeddings/oleObject139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46.emf"/><Relationship Id="rId20" Type="http://schemas.openxmlformats.org/officeDocument/2006/relationships/image" Target="../media/image148.emf"/><Relationship Id="rId29" Type="http://schemas.openxmlformats.org/officeDocument/2006/relationships/image" Target="../media/image152.e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41.emf"/><Relationship Id="rId11" Type="http://schemas.openxmlformats.org/officeDocument/2006/relationships/oleObject" Target="../embeddings/oleObject132.bin"/><Relationship Id="rId24" Type="http://schemas.openxmlformats.org/officeDocument/2006/relationships/image" Target="../media/image150.emf"/><Relationship Id="rId5" Type="http://schemas.openxmlformats.org/officeDocument/2006/relationships/oleObject" Target="../embeddings/oleObject129.bin"/><Relationship Id="rId15" Type="http://schemas.openxmlformats.org/officeDocument/2006/relationships/oleObject" Target="../embeddings/oleObject134.bin"/><Relationship Id="rId23" Type="http://schemas.openxmlformats.org/officeDocument/2006/relationships/oleObject" Target="../embeddings/oleObject138.bin"/><Relationship Id="rId28" Type="http://schemas.openxmlformats.org/officeDocument/2006/relationships/oleObject" Target="../embeddings/oleObject141.bin"/><Relationship Id="rId10" Type="http://schemas.openxmlformats.org/officeDocument/2006/relationships/image" Target="../media/image143.emf"/><Relationship Id="rId19" Type="http://schemas.openxmlformats.org/officeDocument/2006/relationships/oleObject" Target="../embeddings/oleObject136.bin"/><Relationship Id="rId4" Type="http://schemas.openxmlformats.org/officeDocument/2006/relationships/image" Target="../media/image140.emf"/><Relationship Id="rId9" Type="http://schemas.openxmlformats.org/officeDocument/2006/relationships/oleObject" Target="../embeddings/oleObject131.bin"/><Relationship Id="rId14" Type="http://schemas.openxmlformats.org/officeDocument/2006/relationships/image" Target="../media/image145.emf"/><Relationship Id="rId22" Type="http://schemas.openxmlformats.org/officeDocument/2006/relationships/image" Target="../media/image149.emf"/><Relationship Id="rId27" Type="http://schemas.openxmlformats.org/officeDocument/2006/relationships/oleObject" Target="../embeddings/oleObject140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emf"/><Relationship Id="rId3" Type="http://schemas.openxmlformats.org/officeDocument/2006/relationships/oleObject" Target="../embeddings/oleObject142.bin"/><Relationship Id="rId7" Type="http://schemas.openxmlformats.org/officeDocument/2006/relationships/oleObject" Target="../embeddings/oleObject144.bin"/><Relationship Id="rId12" Type="http://schemas.openxmlformats.org/officeDocument/2006/relationships/image" Target="../media/image157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54.emf"/><Relationship Id="rId11" Type="http://schemas.openxmlformats.org/officeDocument/2006/relationships/oleObject" Target="../embeddings/oleObject146.bin"/><Relationship Id="rId5" Type="http://schemas.openxmlformats.org/officeDocument/2006/relationships/oleObject" Target="../embeddings/oleObject143.bin"/><Relationship Id="rId10" Type="http://schemas.openxmlformats.org/officeDocument/2006/relationships/image" Target="../media/image156.emf"/><Relationship Id="rId4" Type="http://schemas.openxmlformats.org/officeDocument/2006/relationships/image" Target="../media/image153.emf"/><Relationship Id="rId9" Type="http://schemas.openxmlformats.org/officeDocument/2006/relationships/oleObject" Target="../embeddings/oleObject145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emf"/><Relationship Id="rId13" Type="http://schemas.openxmlformats.org/officeDocument/2006/relationships/oleObject" Target="../embeddings/oleObject152.bin"/><Relationship Id="rId18" Type="http://schemas.openxmlformats.org/officeDocument/2006/relationships/image" Target="../media/image165.emf"/><Relationship Id="rId3" Type="http://schemas.openxmlformats.org/officeDocument/2006/relationships/oleObject" Target="../embeddings/oleObject147.bin"/><Relationship Id="rId7" Type="http://schemas.openxmlformats.org/officeDocument/2006/relationships/oleObject" Target="../embeddings/oleObject149.bin"/><Relationship Id="rId12" Type="http://schemas.openxmlformats.org/officeDocument/2006/relationships/image" Target="../media/image162.emf"/><Relationship Id="rId17" Type="http://schemas.openxmlformats.org/officeDocument/2006/relationships/oleObject" Target="../embeddings/oleObject154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64.e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59.emf"/><Relationship Id="rId11" Type="http://schemas.openxmlformats.org/officeDocument/2006/relationships/oleObject" Target="../embeddings/oleObject151.bin"/><Relationship Id="rId5" Type="http://schemas.openxmlformats.org/officeDocument/2006/relationships/oleObject" Target="../embeddings/oleObject148.bin"/><Relationship Id="rId15" Type="http://schemas.openxmlformats.org/officeDocument/2006/relationships/oleObject" Target="../embeddings/oleObject153.bin"/><Relationship Id="rId10" Type="http://schemas.openxmlformats.org/officeDocument/2006/relationships/image" Target="../media/image161.emf"/><Relationship Id="rId4" Type="http://schemas.openxmlformats.org/officeDocument/2006/relationships/image" Target="../media/image158.emf"/><Relationship Id="rId9" Type="http://schemas.openxmlformats.org/officeDocument/2006/relationships/oleObject" Target="../embeddings/oleObject150.bin"/><Relationship Id="rId14" Type="http://schemas.openxmlformats.org/officeDocument/2006/relationships/image" Target="../media/image163.e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emf"/><Relationship Id="rId13" Type="http://schemas.openxmlformats.org/officeDocument/2006/relationships/oleObject" Target="../embeddings/oleObject160.bin"/><Relationship Id="rId18" Type="http://schemas.openxmlformats.org/officeDocument/2006/relationships/image" Target="../media/image173.wmf"/><Relationship Id="rId3" Type="http://schemas.openxmlformats.org/officeDocument/2006/relationships/oleObject" Target="../embeddings/oleObject155.bin"/><Relationship Id="rId21" Type="http://schemas.openxmlformats.org/officeDocument/2006/relationships/oleObject" Target="../embeddings/oleObject164.bin"/><Relationship Id="rId7" Type="http://schemas.openxmlformats.org/officeDocument/2006/relationships/oleObject" Target="../embeddings/oleObject157.bin"/><Relationship Id="rId12" Type="http://schemas.openxmlformats.org/officeDocument/2006/relationships/image" Target="../media/image170.emf"/><Relationship Id="rId17" Type="http://schemas.openxmlformats.org/officeDocument/2006/relationships/oleObject" Target="../embeddings/oleObject162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72.wmf"/><Relationship Id="rId20" Type="http://schemas.openxmlformats.org/officeDocument/2006/relationships/image" Target="../media/image174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67.emf"/><Relationship Id="rId11" Type="http://schemas.openxmlformats.org/officeDocument/2006/relationships/oleObject" Target="../embeddings/oleObject159.bin"/><Relationship Id="rId24" Type="http://schemas.openxmlformats.org/officeDocument/2006/relationships/image" Target="../media/image176.emf"/><Relationship Id="rId5" Type="http://schemas.openxmlformats.org/officeDocument/2006/relationships/oleObject" Target="../embeddings/oleObject156.bin"/><Relationship Id="rId15" Type="http://schemas.openxmlformats.org/officeDocument/2006/relationships/oleObject" Target="../embeddings/oleObject161.bin"/><Relationship Id="rId23" Type="http://schemas.openxmlformats.org/officeDocument/2006/relationships/oleObject" Target="../embeddings/oleObject165.bin"/><Relationship Id="rId10" Type="http://schemas.openxmlformats.org/officeDocument/2006/relationships/image" Target="../media/image169.emf"/><Relationship Id="rId19" Type="http://schemas.openxmlformats.org/officeDocument/2006/relationships/oleObject" Target="../embeddings/oleObject163.bin"/><Relationship Id="rId4" Type="http://schemas.openxmlformats.org/officeDocument/2006/relationships/image" Target="../media/image166.emf"/><Relationship Id="rId9" Type="http://schemas.openxmlformats.org/officeDocument/2006/relationships/oleObject" Target="../embeddings/oleObject158.bin"/><Relationship Id="rId14" Type="http://schemas.openxmlformats.org/officeDocument/2006/relationships/image" Target="../media/image171.emf"/><Relationship Id="rId22" Type="http://schemas.openxmlformats.org/officeDocument/2006/relationships/image" Target="../media/image175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78.wmf"/><Relationship Id="rId5" Type="http://schemas.openxmlformats.org/officeDocument/2006/relationships/oleObject" Target="../embeddings/oleObject167.bin"/><Relationship Id="rId4" Type="http://schemas.openxmlformats.org/officeDocument/2006/relationships/image" Target="../media/image177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wmf"/><Relationship Id="rId13" Type="http://schemas.openxmlformats.org/officeDocument/2006/relationships/oleObject" Target="../embeddings/oleObject173.bin"/><Relationship Id="rId18" Type="http://schemas.openxmlformats.org/officeDocument/2006/relationships/image" Target="../media/image186.wmf"/><Relationship Id="rId3" Type="http://schemas.openxmlformats.org/officeDocument/2006/relationships/oleObject" Target="../embeddings/oleObject168.bin"/><Relationship Id="rId7" Type="http://schemas.openxmlformats.org/officeDocument/2006/relationships/oleObject" Target="../embeddings/oleObject170.bin"/><Relationship Id="rId12" Type="http://schemas.openxmlformats.org/officeDocument/2006/relationships/image" Target="../media/image183.wmf"/><Relationship Id="rId17" Type="http://schemas.openxmlformats.org/officeDocument/2006/relationships/oleObject" Target="../embeddings/oleObject17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5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80.wmf"/><Relationship Id="rId11" Type="http://schemas.openxmlformats.org/officeDocument/2006/relationships/oleObject" Target="../embeddings/oleObject172.bin"/><Relationship Id="rId5" Type="http://schemas.openxmlformats.org/officeDocument/2006/relationships/oleObject" Target="../embeddings/oleObject169.bin"/><Relationship Id="rId15" Type="http://schemas.openxmlformats.org/officeDocument/2006/relationships/oleObject" Target="../embeddings/oleObject174.bin"/><Relationship Id="rId10" Type="http://schemas.openxmlformats.org/officeDocument/2006/relationships/image" Target="../media/image182.wmf"/><Relationship Id="rId4" Type="http://schemas.openxmlformats.org/officeDocument/2006/relationships/image" Target="../media/image179.wmf"/><Relationship Id="rId9" Type="http://schemas.openxmlformats.org/officeDocument/2006/relationships/oleObject" Target="../embeddings/oleObject171.bin"/><Relationship Id="rId14" Type="http://schemas.openxmlformats.org/officeDocument/2006/relationships/image" Target="../media/image184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wmf"/><Relationship Id="rId3" Type="http://schemas.openxmlformats.org/officeDocument/2006/relationships/oleObject" Target="../embeddings/oleObject176.bin"/><Relationship Id="rId7" Type="http://schemas.openxmlformats.org/officeDocument/2006/relationships/oleObject" Target="../embeddings/oleObject17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88.wmf"/><Relationship Id="rId5" Type="http://schemas.openxmlformats.org/officeDocument/2006/relationships/oleObject" Target="../embeddings/oleObject177.bin"/><Relationship Id="rId10" Type="http://schemas.openxmlformats.org/officeDocument/2006/relationships/image" Target="../media/image190.wmf"/><Relationship Id="rId4" Type="http://schemas.openxmlformats.org/officeDocument/2006/relationships/image" Target="../media/image187.wmf"/><Relationship Id="rId9" Type="http://schemas.openxmlformats.org/officeDocument/2006/relationships/oleObject" Target="../embeddings/oleObject17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矩形 1"/>
          <p:cNvSpPr>
            <a:spLocks noChangeArrowheads="1"/>
          </p:cNvSpPr>
          <p:nvPr/>
        </p:nvSpPr>
        <p:spPr bwMode="auto">
          <a:xfrm>
            <a:off x="3263621" y="2413934"/>
            <a:ext cx="564991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ts val="940"/>
              </a:spcBef>
            </a:pPr>
            <a:r>
              <a:rPr lang="zh-CN" altLang="zh-CN" sz="4800" b="1" dirty="0">
                <a:solidFill>
                  <a:srgbClr val="FF0000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概率论与数理统计</a:t>
            </a:r>
            <a:endParaRPr lang="zh-CN" altLang="zh-CN" sz="48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291905" y="1551963"/>
            <a:ext cx="750814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成绩： 期末              </a:t>
            </a:r>
            <a:r>
              <a:rPr lang="en-US" altLang="zh-CN" sz="2800" dirty="0">
                <a:solidFill>
                  <a:srgbClr val="FF0000"/>
                </a:solidFill>
              </a:rPr>
              <a:t>50%    </a:t>
            </a:r>
          </a:p>
          <a:p>
            <a:r>
              <a:rPr lang="en-US" altLang="zh-CN" sz="2800" dirty="0">
                <a:solidFill>
                  <a:srgbClr val="FF0000"/>
                </a:solidFill>
              </a:rPr>
              <a:t>            </a:t>
            </a:r>
            <a:r>
              <a:rPr lang="zh-CN" altLang="en-US" sz="2800" dirty="0">
                <a:solidFill>
                  <a:srgbClr val="FF0000"/>
                </a:solidFill>
              </a:rPr>
              <a:t>作业成绩      </a:t>
            </a:r>
            <a:r>
              <a:rPr lang="en-US" altLang="zh-CN" sz="2800" dirty="0">
                <a:solidFill>
                  <a:srgbClr val="FF0000"/>
                </a:solidFill>
              </a:rPr>
              <a:t>10%     </a:t>
            </a:r>
            <a:r>
              <a:rPr lang="zh-CN" altLang="en-US" sz="2800" dirty="0">
                <a:solidFill>
                  <a:srgbClr val="FF0000"/>
                </a:solidFill>
              </a:rPr>
              <a:t>习题册（最新版本）</a:t>
            </a:r>
            <a:endParaRPr lang="en-US" altLang="zh-CN" sz="2800" dirty="0">
              <a:solidFill>
                <a:srgbClr val="FF0000"/>
              </a:solidFill>
            </a:endParaRPr>
          </a:p>
          <a:p>
            <a:r>
              <a:rPr lang="en-US" altLang="zh-CN" sz="2800" dirty="0">
                <a:solidFill>
                  <a:srgbClr val="FF0000"/>
                </a:solidFill>
              </a:rPr>
              <a:t>            </a:t>
            </a:r>
            <a:r>
              <a:rPr lang="zh-CN" altLang="en-US" sz="2800" dirty="0">
                <a:solidFill>
                  <a:srgbClr val="FF0000"/>
                </a:solidFill>
              </a:rPr>
              <a:t>课堂测试       </a:t>
            </a:r>
            <a:r>
              <a:rPr lang="en-US" altLang="zh-CN" sz="2800" dirty="0">
                <a:solidFill>
                  <a:srgbClr val="FF0000"/>
                </a:solidFill>
              </a:rPr>
              <a:t>20%    3</a:t>
            </a:r>
            <a:r>
              <a:rPr lang="zh-CN" altLang="en-US" sz="2800" dirty="0">
                <a:solidFill>
                  <a:srgbClr val="FF0000"/>
                </a:solidFill>
              </a:rPr>
              <a:t>次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</a:p>
          <a:p>
            <a:r>
              <a:rPr lang="en-US" altLang="zh-CN" sz="2800" dirty="0">
                <a:solidFill>
                  <a:srgbClr val="FF0000"/>
                </a:solidFill>
              </a:rPr>
              <a:t>            </a:t>
            </a:r>
            <a:r>
              <a:rPr lang="zh-CN" altLang="en-US" sz="2800" dirty="0">
                <a:solidFill>
                  <a:srgbClr val="FF0000"/>
                </a:solidFill>
              </a:rPr>
              <a:t>线上学习       </a:t>
            </a:r>
            <a:r>
              <a:rPr lang="en-US" altLang="zh-CN" sz="2800" dirty="0">
                <a:solidFill>
                  <a:srgbClr val="FF0000"/>
                </a:solidFill>
              </a:rPr>
              <a:t>20%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93" name="Text Box 1033"/>
          <p:cNvSpPr txBox="1">
            <a:spLocks noChangeArrowheads="1"/>
          </p:cNvSpPr>
          <p:nvPr/>
        </p:nvSpPr>
        <p:spPr bwMode="auto">
          <a:xfrm>
            <a:off x="2222500" y="1905000"/>
            <a:ext cx="7848600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>
                <a:latin typeface="Times New Roman" panose="02020603050405020304" pitchFamily="18" charset="0"/>
              </a:rPr>
              <a:t>        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1654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年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一个名叫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梅累的骑士就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两个赌徒约定赌若干局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且谁先赢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c 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局便算赢家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若在一赌徒胜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局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( 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c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),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另一赌徒胜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时便终止赌博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问应如何分赌本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” 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为题求教于帕斯卡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帕斯卡与费马通信讨论这一问题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1654 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年共同建立了概率论的第一个基本概念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</a:rPr>
              <a:t>.</a:t>
            </a:r>
          </a:p>
        </p:txBody>
      </p:sp>
      <p:pic>
        <p:nvPicPr>
          <p:cNvPr id="93205" name="Picture 1045" descr="BS00609_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6225" y="4632325"/>
            <a:ext cx="19050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8" name="Rectangle 1047"/>
          <p:cNvSpPr>
            <a:spLocks noGrp="1" noChangeArrowheads="1"/>
          </p:cNvSpPr>
          <p:nvPr>
            <p:ph type="title"/>
          </p:nvPr>
        </p:nvSpPr>
        <p:spPr bwMode="auto">
          <a:xfrm>
            <a:off x="662789" y="792162"/>
            <a:ext cx="5040313" cy="5794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l"/>
            <a:r>
              <a:rPr lang="zh-CN" altLang="en-US" sz="3200" dirty="0">
                <a:ea typeface="华文中宋" panose="02010600040101010101" pitchFamily="2" charset="-122"/>
              </a:rPr>
              <a:t>概率论的诞生及应用</a:t>
            </a:r>
          </a:p>
        </p:txBody>
      </p:sp>
      <p:sp>
        <p:nvSpPr>
          <p:cNvPr id="93208" name="Rectangle 1048"/>
          <p:cNvSpPr>
            <a:spLocks noChangeArrowheads="1"/>
          </p:cNvSpPr>
          <p:nvPr/>
        </p:nvSpPr>
        <p:spPr bwMode="auto">
          <a:xfrm>
            <a:off x="2146300" y="1371600"/>
            <a:ext cx="3733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 </a:t>
            </a:r>
            <a:r>
              <a:rPr lang="zh-CN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概率论的诞生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3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93" grpId="0" autoUpdateAnimBg="0"/>
      <p:bldP spid="93208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2208214" y="836614"/>
            <a:ext cx="306686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 </a:t>
            </a:r>
            <a:r>
              <a:rPr lang="zh-CN" altLang="en-US" sz="32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概率论的应用</a:t>
            </a:r>
          </a:p>
        </p:txBody>
      </p:sp>
      <p:sp>
        <p:nvSpPr>
          <p:cNvPr id="110596" name="Rectangle 4"/>
          <p:cNvSpPr>
            <a:spLocks noChangeArrowheads="1"/>
          </p:cNvSpPr>
          <p:nvPr/>
        </p:nvSpPr>
        <p:spPr bwMode="auto">
          <a:xfrm>
            <a:off x="2219325" y="1565275"/>
            <a:ext cx="8001000" cy="265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40000"/>
              </a:spcBef>
            </a:pPr>
            <a:r>
              <a:rPr lang="en-US" altLang="zh-CN" sz="2800">
                <a:latin typeface="宋体" panose="02010600030101010101" pitchFamily="2" charset="-122"/>
              </a:rPr>
              <a:t>    </a:t>
            </a: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概率论是数学的一个分支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它研究随机现象的数量规律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， 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概率论的应用几乎遍及所有的科学领域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例如天气预报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、 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地震预报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、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产品的抽样调查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在通讯工程中概率论可用以提高信号的抗干扰性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、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分辨率等等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6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4"/>
          <p:cNvSpPr>
            <a:spLocks noGrp="1" noChangeArrowheads="1"/>
          </p:cNvSpPr>
          <p:nvPr>
            <p:ph type="title"/>
          </p:nvPr>
        </p:nvSpPr>
        <p:spPr>
          <a:xfrm>
            <a:off x="2895600" y="2225675"/>
            <a:ext cx="7772400" cy="1066800"/>
          </a:xfrm>
          <a:noFill/>
        </p:spPr>
        <p:txBody>
          <a:bodyPr anchor="ctr"/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</a:rPr>
              <a:t>第一章   </a:t>
            </a:r>
            <a:r>
              <a:rPr lang="zh-CN" altLang="zh-CN" sz="3200" b="1" dirty="0">
                <a:solidFill>
                  <a:srgbClr val="FF0000"/>
                </a:solidFill>
              </a:rPr>
              <a:t>随机事件及其概率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>
    <p:strips dir="r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828459" y="2203450"/>
            <a:ext cx="5962650" cy="1652587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确定性现象</a:t>
            </a:r>
            <a:endParaRPr lang="zh-CN" altLang="en-US" sz="2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3325" name="Rectangle 13"/>
          <p:cNvSpPr>
            <a:spLocks noRot="1" noChangeArrowheads="1"/>
          </p:cNvSpPr>
          <p:nvPr/>
        </p:nvSpPr>
        <p:spPr bwMode="auto">
          <a:xfrm>
            <a:off x="1992313" y="1592263"/>
            <a:ext cx="6191250" cy="55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00"/>
                </a:solidFill>
              </a:rPr>
              <a:t>自然界与社会生活中的两类现象：</a:t>
            </a: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2362994" y="688976"/>
          <a:ext cx="7383463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Document" r:id="rId3" imgW="4673600" imgH="673100" progId="Word.Document.8">
                  <p:embed/>
                </p:oleObj>
              </mc:Choice>
              <mc:Fallback>
                <p:oleObj name="Document" r:id="rId3" imgW="4673600" imgH="673100" progId="Word.Document.8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994" y="688976"/>
                        <a:ext cx="7383463" cy="1033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3"/>
          <p:cNvSpPr txBox="1">
            <a:spLocks noRot="1" noChangeArrowheads="1"/>
          </p:cNvSpPr>
          <p:nvPr/>
        </p:nvSpPr>
        <p:spPr>
          <a:xfrm>
            <a:off x="2828459" y="2873773"/>
            <a:ext cx="5962650" cy="1652587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不确定性（随机）现象</a:t>
            </a:r>
            <a:endParaRPr lang="zh-CN" altLang="en-US" sz="2800" b="1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  <p:bldP spid="13325" grpId="0"/>
      <p:bldP spid="1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8" name="Rectangle 10"/>
          <p:cNvSpPr>
            <a:spLocks noChangeArrowheads="1"/>
          </p:cNvSpPr>
          <p:nvPr/>
        </p:nvSpPr>
        <p:spPr bwMode="auto">
          <a:xfrm>
            <a:off x="1351112" y="1728634"/>
            <a:ext cx="4367212" cy="1095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2800" dirty="0">
                <a:solidFill>
                  <a:srgbClr val="000000"/>
                </a:solidFill>
                <a:latin typeface="宋体" panose="02010600030101010101" pitchFamily="2" charset="-122"/>
              </a:rPr>
              <a:t>在一定条件下必然发生的现象称为确定性现象</a:t>
            </a:r>
            <a:r>
              <a:rPr kumimoji="1" lang="en-US" altLang="zh-CN" sz="2800" dirty="0">
                <a:solidFill>
                  <a:srgbClr val="000000"/>
                </a:solidFill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94219" name="Rectangle 11"/>
          <p:cNvSpPr>
            <a:spLocks noChangeArrowheads="1"/>
          </p:cNvSpPr>
          <p:nvPr/>
        </p:nvSpPr>
        <p:spPr bwMode="auto">
          <a:xfrm>
            <a:off x="1208756" y="3604262"/>
            <a:ext cx="450956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“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太阳不会从西边升起”</a:t>
            </a:r>
            <a:endParaRPr kumimoji="1"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4222" name="Rectangle 14"/>
          <p:cNvSpPr>
            <a:spLocks noChangeArrowheads="1"/>
          </p:cNvSpPr>
          <p:nvPr/>
        </p:nvSpPr>
        <p:spPr bwMode="auto">
          <a:xfrm>
            <a:off x="879824" y="1062956"/>
            <a:ext cx="265489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</a:t>
            </a:r>
            <a:r>
              <a:rPr kumimoji="1" lang="zh-CN" altLang="en-US" sz="32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确定性现象</a:t>
            </a:r>
            <a:r>
              <a:rPr kumimoji="1"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94223" name="Rectangle 15"/>
          <p:cNvSpPr>
            <a:spLocks noChangeArrowheads="1"/>
          </p:cNvSpPr>
          <p:nvPr/>
        </p:nvSpPr>
        <p:spPr bwMode="auto">
          <a:xfrm>
            <a:off x="1613514" y="4907617"/>
            <a:ext cx="37000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“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同性电荷必然互斥”</a:t>
            </a:r>
            <a:endParaRPr kumimoji="1"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4224" name="Rectangle 16"/>
          <p:cNvSpPr>
            <a:spLocks noChangeArrowheads="1"/>
          </p:cNvSpPr>
          <p:nvPr/>
        </p:nvSpPr>
        <p:spPr bwMode="auto">
          <a:xfrm>
            <a:off x="1684692" y="4279666"/>
            <a:ext cx="37000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“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水从高处流向低处”</a:t>
            </a:r>
            <a:endParaRPr kumimoji="1"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4225" name="Rectangle 17"/>
          <p:cNvSpPr>
            <a:spLocks noChangeArrowheads="1"/>
          </p:cNvSpPr>
          <p:nvPr/>
        </p:nvSpPr>
        <p:spPr bwMode="auto">
          <a:xfrm>
            <a:off x="911871" y="2909887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实例</a:t>
            </a:r>
          </a:p>
        </p:txBody>
      </p:sp>
      <p:pic>
        <p:nvPicPr>
          <p:cNvPr id="94231" name="Picture 23" descr="BD19543_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08578" y="1147660"/>
            <a:ext cx="28956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233" name="Picture 25" descr="瀑布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4688" y="3429000"/>
            <a:ext cx="24384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4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4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4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94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4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94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4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8" grpId="0" autoUpdateAnimBg="0"/>
      <p:bldP spid="94219" grpId="0" autoUpdateAnimBg="0"/>
      <p:bldP spid="94222" grpId="0" autoUpdateAnimBg="0"/>
      <p:bldP spid="94223" grpId="0" autoUpdateAnimBg="0"/>
      <p:bldP spid="94224" grpId="0" autoUpdateAnimBg="0"/>
      <p:bldP spid="9422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Text Box 3"/>
          <p:cNvSpPr txBox="1">
            <a:spLocks noChangeArrowheads="1"/>
          </p:cNvSpPr>
          <p:nvPr/>
        </p:nvSpPr>
        <p:spPr bwMode="auto">
          <a:xfrm>
            <a:off x="1976437" y="2812703"/>
            <a:ext cx="784862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在一定条件下，具有多种已知可能结果 ，且不能</a:t>
            </a:r>
            <a:endParaRPr kumimoji="1"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预知哪个结果出现的现象 </a:t>
            </a:r>
            <a:endParaRPr kumimoji="1"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04" name="Text Box 4"/>
          <p:cNvSpPr txBox="1">
            <a:spLocks noChangeArrowheads="1"/>
          </p:cNvSpPr>
          <p:nvPr/>
        </p:nvSpPr>
        <p:spPr bwMode="auto">
          <a:xfrm>
            <a:off x="5973675" y="3227785"/>
            <a:ext cx="24384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称为随机现象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02405" name="Text Box 5"/>
          <p:cNvSpPr txBox="1">
            <a:spLocks noChangeArrowheads="1"/>
          </p:cNvSpPr>
          <p:nvPr/>
        </p:nvSpPr>
        <p:spPr bwMode="auto">
          <a:xfrm>
            <a:off x="1804900" y="3884284"/>
            <a:ext cx="7848600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   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在相同条件下掷一枚均匀的硬币，观察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正反两面出现的情况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02407" name="Rectangle 7"/>
          <p:cNvSpPr>
            <a:spLocks noChangeArrowheads="1"/>
          </p:cNvSpPr>
          <p:nvPr/>
        </p:nvSpPr>
        <p:spPr bwMode="auto">
          <a:xfrm>
            <a:off x="1659108" y="2208646"/>
            <a:ext cx="2514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 </a:t>
            </a:r>
            <a:r>
              <a:rPr kumimoji="1" lang="zh-CN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随机现象         </a:t>
            </a:r>
          </a:p>
        </p:txBody>
      </p:sp>
      <p:sp>
        <p:nvSpPr>
          <p:cNvPr id="9222" name="Rectangle 8"/>
          <p:cNvSpPr>
            <a:spLocks noChangeArrowheads="1"/>
          </p:cNvSpPr>
          <p:nvPr/>
        </p:nvSpPr>
        <p:spPr bwMode="auto">
          <a:xfrm>
            <a:off x="2366963" y="762000"/>
            <a:ext cx="52325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“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函数在间断点处不存在导数” </a:t>
            </a:r>
            <a:endParaRPr kumimoji="1"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11" name="Rectangle 11"/>
          <p:cNvSpPr>
            <a:spLocks noChangeArrowheads="1"/>
          </p:cNvSpPr>
          <p:nvPr/>
        </p:nvSpPr>
        <p:spPr bwMode="auto">
          <a:xfrm>
            <a:off x="1960601" y="5122863"/>
            <a:ext cx="60452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结果有可能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出现正面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也可能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出现反面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02414" name="Rectangle 14"/>
          <p:cNvSpPr>
            <a:spLocks noChangeArrowheads="1"/>
          </p:cNvSpPr>
          <p:nvPr/>
        </p:nvSpPr>
        <p:spPr bwMode="auto">
          <a:xfrm>
            <a:off x="2366963" y="1447800"/>
            <a:ext cx="361349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确定性现象的特征   </a:t>
            </a:r>
          </a:p>
        </p:txBody>
      </p:sp>
      <p:sp>
        <p:nvSpPr>
          <p:cNvPr id="102415" name="Rectangle 15"/>
          <p:cNvSpPr>
            <a:spLocks noChangeArrowheads="1"/>
          </p:cNvSpPr>
          <p:nvPr/>
        </p:nvSpPr>
        <p:spPr bwMode="auto">
          <a:xfrm>
            <a:off x="6481764" y="1447800"/>
            <a:ext cx="307007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条件完全决定结果</a:t>
            </a:r>
          </a:p>
        </p:txBody>
      </p:sp>
      <p:pic>
        <p:nvPicPr>
          <p:cNvPr id="102417" name="Picture 17" descr="yb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1B2248"/>
              </a:clrFrom>
              <a:clrTo>
                <a:srgbClr val="1B2248">
                  <a:alpha val="0"/>
                </a:srgbClr>
              </a:clrTo>
            </a:clrChange>
            <a:lum contras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9163" y="4560889"/>
            <a:ext cx="685800" cy="6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18" name="Picture 18" descr="yb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1B2248"/>
              </a:clrFrom>
              <a:clrTo>
                <a:srgbClr val="1B224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7963" y="4608493"/>
            <a:ext cx="711200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22" name="Picture 22" descr="WB01512_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563" y="1524000"/>
            <a:ext cx="685800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2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2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02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2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3" grpId="0" autoUpdateAnimBg="0"/>
      <p:bldP spid="102404" grpId="0" autoUpdateAnimBg="0"/>
      <p:bldP spid="102405" grpId="0" autoUpdateAnimBg="0"/>
      <p:bldP spid="102407" grpId="0" autoUpdateAnimBg="0"/>
      <p:bldP spid="102411" grpId="0" autoUpdateAnimBg="0"/>
      <p:bldP spid="102414" grpId="0" autoUpdateAnimBg="0"/>
      <p:bldP spid="10241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8" name="Rectangle 4"/>
          <p:cNvSpPr>
            <a:spLocks noChangeArrowheads="1"/>
          </p:cNvSpPr>
          <p:nvPr/>
        </p:nvSpPr>
        <p:spPr bwMode="auto">
          <a:xfrm>
            <a:off x="7088188" y="3429000"/>
            <a:ext cx="246894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结果有可能为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103435" name="Rectangle 11"/>
          <p:cNvSpPr>
            <a:spLocks noChangeArrowheads="1"/>
          </p:cNvSpPr>
          <p:nvPr/>
        </p:nvSpPr>
        <p:spPr bwMode="auto">
          <a:xfrm>
            <a:off x="7270750" y="4648200"/>
            <a:ext cx="187483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1,    2,    3, </a:t>
            </a:r>
          </a:p>
          <a:p>
            <a:pPr eaLnBrk="1" hangingPunct="1"/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4,   5  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或  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6.</a:t>
            </a:r>
          </a:p>
        </p:txBody>
      </p:sp>
      <p:sp>
        <p:nvSpPr>
          <p:cNvPr id="103436" name="Rectangle 12"/>
          <p:cNvSpPr>
            <a:spLocks noChangeArrowheads="1"/>
          </p:cNvSpPr>
          <p:nvPr/>
        </p:nvSpPr>
        <p:spPr bwMode="auto">
          <a:xfrm>
            <a:off x="2135188" y="3352801"/>
            <a:ext cx="4495800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280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  <a:r>
              <a:rPr kumimoji="1" lang="en-US" altLang="zh-CN" sz="280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kumimoji="1" lang="en-US" altLang="zh-CN" sz="2800">
                <a:latin typeface="Times New Roman" panose="02020603050405020304" pitchFamily="18" charset="0"/>
              </a:rPr>
              <a:t>    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抛掷一枚骰子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观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  察出现的点数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0245" name="Text Box 53"/>
          <p:cNvSpPr txBox="1">
            <a:spLocks noChangeArrowheads="1"/>
          </p:cNvSpPr>
          <p:nvPr/>
        </p:nvSpPr>
        <p:spPr bwMode="auto">
          <a:xfrm>
            <a:off x="2135188" y="762001"/>
            <a:ext cx="4876800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280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  <a:r>
              <a:rPr kumimoji="1" lang="en-US" altLang="zh-CN" sz="280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800">
                <a:latin typeface="Times New Roman" panose="02020603050405020304" pitchFamily="18" charset="0"/>
              </a:rPr>
              <a:t>    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用同一门炮向同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  一目标发射同一种炮弹多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  发 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  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观察弹落点的情况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kumimoji="1" lang="en-US" altLang="zh-CN" sz="28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3479" name="Picture 55" descr="骰子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988" y="4876800"/>
            <a:ext cx="4114800" cy="685800"/>
          </a:xfrm>
          <a:prstGeom prst="rect">
            <a:avLst/>
          </a:prstGeom>
          <a:solidFill>
            <a:srgbClr val="9933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86" descr="火炮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388" y="860426"/>
            <a:ext cx="2660650" cy="177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11" name="Rectangle 87"/>
          <p:cNvSpPr>
            <a:spLocks noChangeArrowheads="1"/>
          </p:cNvSpPr>
          <p:nvPr/>
        </p:nvSpPr>
        <p:spPr bwMode="auto">
          <a:xfrm>
            <a:off x="2287589" y="2514601"/>
            <a:ext cx="4091185" cy="576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结果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: 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弹落点会各不相同</a:t>
            </a:r>
            <a:r>
              <a:rPr kumimoji="1" lang="en-US" altLang="zh-CN" sz="2800">
                <a:latin typeface="Times New Roman" panose="02020603050405020304" pitchFamily="18" charset="0"/>
              </a:rPr>
              <a:t>.</a:t>
            </a:r>
            <a:endParaRPr kumimoji="1" lang="en-US" altLang="zh-CN" sz="28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3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3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"/>
                                        <p:tgtEl>
                                          <p:spTgt spid="10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25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3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8" grpId="0" autoUpdateAnimBg="0"/>
      <p:bldP spid="103435" grpId="0" autoUpdateAnimBg="0"/>
      <p:bldP spid="103436" grpId="0" autoUpdateAnimBg="0"/>
      <p:bldP spid="103511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2362200" y="990600"/>
            <a:ext cx="4267200" cy="194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5000"/>
              </a:lnSpc>
              <a:spcBef>
                <a:spcPct val="55000"/>
              </a:spcBef>
              <a:spcAft>
                <a:spcPct val="55000"/>
              </a:spcAft>
            </a:pPr>
            <a:r>
              <a:rPr kumimoji="1" lang="zh-CN" altLang="en-US" sz="280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  <a:r>
              <a:rPr kumimoji="1" lang="en-US" altLang="zh-CN" sz="280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kumimoji="1" lang="en-US" altLang="zh-CN" sz="2800">
                <a:latin typeface="Times New Roman" panose="02020603050405020304" pitchFamily="18" charset="0"/>
              </a:rPr>
              <a:t>    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从一批含有正品和次品的产品中任意抽取一个产品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13667" name="Rectangle 3"/>
          <p:cNvSpPr>
            <a:spLocks noChangeArrowheads="1"/>
          </p:cNvSpPr>
          <p:nvPr/>
        </p:nvSpPr>
        <p:spPr bwMode="auto">
          <a:xfrm>
            <a:off x="7315200" y="1219201"/>
            <a:ext cx="24463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其结果可能为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113668" name="Rectangle 4"/>
          <p:cNvSpPr>
            <a:spLocks noChangeArrowheads="1"/>
          </p:cNvSpPr>
          <p:nvPr/>
        </p:nvSpPr>
        <p:spPr bwMode="auto">
          <a:xfrm>
            <a:off x="7162801" y="1828801"/>
            <a:ext cx="24161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>
                <a:solidFill>
                  <a:srgbClr val="009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正品</a:t>
            </a:r>
            <a:r>
              <a:rPr kumimoji="1" lang="zh-CN" altLang="en-US" sz="2800">
                <a:solidFill>
                  <a:srgbClr val="009900"/>
                </a:solidFill>
                <a:latin typeface="Times New Roman" panose="02020603050405020304" pitchFamily="18" charset="0"/>
              </a:rPr>
              <a:t>  </a:t>
            </a:r>
            <a:r>
              <a:rPr kumimoji="1" lang="zh-CN" altLang="en-US" sz="2800">
                <a:latin typeface="Times New Roman" panose="02020603050405020304" pitchFamily="18" charset="0"/>
              </a:rPr>
              <a:t>、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次品</a:t>
            </a:r>
            <a:r>
              <a:rPr kumimoji="1" lang="en-US" altLang="zh-CN" sz="280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13669" name="Rectangle 5"/>
          <p:cNvSpPr>
            <a:spLocks noChangeArrowheads="1"/>
          </p:cNvSpPr>
          <p:nvPr/>
        </p:nvSpPr>
        <p:spPr bwMode="auto">
          <a:xfrm>
            <a:off x="2362201" y="3200400"/>
            <a:ext cx="4113213" cy="184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5000"/>
              </a:spcBef>
            </a:pPr>
            <a:r>
              <a:rPr kumimoji="1" lang="zh-CN" altLang="en-US" sz="280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  <a:r>
              <a:rPr kumimoji="1" lang="en-US" altLang="zh-CN" sz="280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</a:t>
            </a:r>
            <a:r>
              <a:rPr kumimoji="1" lang="en-US" altLang="zh-CN" sz="2800">
                <a:latin typeface="Times New Roman" panose="02020603050405020304" pitchFamily="18" charset="0"/>
              </a:rPr>
              <a:t>    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过马路交叉口时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</a:p>
          <a:p>
            <a:pPr eaLnBrk="1" hangingPunct="1">
              <a:spcBef>
                <a:spcPct val="55000"/>
              </a:spcBef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可能遇上各种颜色的交通</a:t>
            </a:r>
          </a:p>
          <a:p>
            <a:pPr eaLnBrk="1" hangingPunct="1">
              <a:spcBef>
                <a:spcPct val="55000"/>
              </a:spcBef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指挥灯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</p:txBody>
      </p:sp>
      <p:pic>
        <p:nvPicPr>
          <p:cNvPr id="113671" name="Picture 7" descr="BD07304_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3200401"/>
            <a:ext cx="1822450" cy="181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3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3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3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3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7" grpId="0" autoUpdateAnimBg="0"/>
      <p:bldP spid="113668" grpId="0" autoUpdateAnimBg="0"/>
      <p:bldP spid="113669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2295525" y="692151"/>
            <a:ext cx="7010400" cy="1287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30000"/>
              </a:spcBef>
            </a:pPr>
            <a:r>
              <a:rPr kumimoji="1" lang="zh-CN" altLang="en-US" sz="280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  <a:r>
              <a:rPr kumimoji="1" lang="en-US" altLang="zh-CN" sz="280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6</a:t>
            </a:r>
            <a:r>
              <a:rPr kumimoji="1" lang="en-US" altLang="zh-CN" sz="2800">
                <a:latin typeface="Times New Roman" panose="02020603050405020304" pitchFamily="18" charset="0"/>
              </a:rPr>
              <a:t>    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出生的婴儿可</a:t>
            </a:r>
          </a:p>
          <a:p>
            <a:pPr eaLnBrk="1" hangingPunct="1">
              <a:lnSpc>
                <a:spcPct val="125000"/>
              </a:lnSpc>
              <a:spcBef>
                <a:spcPct val="30000"/>
              </a:spcBef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能是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男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也可能是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女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07523" name="Text Box 3"/>
          <p:cNvSpPr txBox="1">
            <a:spLocks noChangeArrowheads="1"/>
          </p:cNvSpPr>
          <p:nvPr/>
        </p:nvSpPr>
        <p:spPr bwMode="auto">
          <a:xfrm>
            <a:off x="2295525" y="2292350"/>
            <a:ext cx="7696200" cy="194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30000"/>
              </a:spcBef>
            </a:pPr>
            <a:r>
              <a:rPr kumimoji="1" lang="zh-CN" altLang="en-US" sz="280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  <a:r>
              <a:rPr kumimoji="1" lang="en-US" altLang="zh-CN" sz="280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7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   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明天的天气可</a:t>
            </a:r>
          </a:p>
          <a:p>
            <a:pPr eaLnBrk="1" hangingPunct="1">
              <a:lnSpc>
                <a:spcPct val="125000"/>
              </a:lnSpc>
              <a:spcBef>
                <a:spcPct val="30000"/>
              </a:spcBef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能是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晴</a:t>
            </a:r>
            <a:r>
              <a:rPr kumimoji="1" lang="zh-CN" altLang="en-US" sz="2800">
                <a:solidFill>
                  <a:srgbClr val="0099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也可能是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多云</a:t>
            </a:r>
          </a:p>
          <a:p>
            <a:pPr eaLnBrk="1" hangingPunct="1">
              <a:lnSpc>
                <a:spcPct val="125000"/>
              </a:lnSpc>
              <a:spcBef>
                <a:spcPct val="30000"/>
              </a:spcBef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或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雨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kumimoji="1" lang="en-US" altLang="zh-CN" sz="28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7524" name="Text Box 4"/>
          <p:cNvSpPr txBox="1">
            <a:spLocks noChangeArrowheads="1"/>
          </p:cNvSpPr>
          <p:nvPr/>
        </p:nvSpPr>
        <p:spPr bwMode="auto">
          <a:xfrm>
            <a:off x="2295525" y="4635501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随机现象的特征</a:t>
            </a:r>
          </a:p>
        </p:txBody>
      </p:sp>
      <p:sp>
        <p:nvSpPr>
          <p:cNvPr id="107525" name="Rectangle 5"/>
          <p:cNvSpPr>
            <a:spLocks noChangeArrowheads="1"/>
          </p:cNvSpPr>
          <p:nvPr/>
        </p:nvSpPr>
        <p:spPr bwMode="auto">
          <a:xfrm>
            <a:off x="2279650" y="5230814"/>
            <a:ext cx="8064500" cy="576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概率论就是研究随机现象规律性的一门数学学科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pic>
        <p:nvPicPr>
          <p:cNvPr id="107529" name="Picture 9" descr="NA01680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125" y="2901950"/>
            <a:ext cx="1066800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7531" name="Picture 11" descr="NA01682_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8725" y="2978151"/>
            <a:ext cx="91440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7532" name="Picture 12" descr="NA01683_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125" y="2901950"/>
            <a:ext cx="990600" cy="92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7536" name="Picture 16" descr="WB01512_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325" y="4730750"/>
            <a:ext cx="685800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537" name="Text Box 17"/>
          <p:cNvSpPr txBox="1">
            <a:spLocks noChangeArrowheads="1"/>
          </p:cNvSpPr>
          <p:nvPr/>
        </p:nvSpPr>
        <p:spPr bwMode="auto">
          <a:xfrm>
            <a:off x="6029326" y="4632325"/>
            <a:ext cx="37914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条件不能完全决定结果</a:t>
            </a:r>
            <a:endParaRPr kumimoji="1" lang="zh-CN" altLang="en-US" sz="2800" b="0">
              <a:latin typeface="Times New Roman" panose="02020603050405020304" pitchFamily="18" charset="0"/>
            </a:endParaRPr>
          </a:p>
        </p:txBody>
      </p:sp>
      <p:graphicFrame>
        <p:nvGraphicFramePr>
          <p:cNvPr id="12299" name="Object 18"/>
          <p:cNvGraphicFramePr>
            <a:graphicFrameLocks noChangeAspect="1"/>
          </p:cNvGraphicFramePr>
          <p:nvPr/>
        </p:nvGraphicFramePr>
        <p:xfrm>
          <a:off x="7248525" y="923926"/>
          <a:ext cx="190500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位图图像" r:id="rId7" imgW="1676400" imgH="533400" progId="Paint.Picture">
                  <p:embed/>
                </p:oleObj>
              </mc:Choice>
              <mc:Fallback>
                <p:oleObj name="位图图像" r:id="rId7" imgW="1676400" imgH="533400" progId="Paint.Picture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8525" y="923926"/>
                        <a:ext cx="1905000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7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7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7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7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7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7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7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3" grpId="0" autoUpdateAnimBg="0"/>
      <p:bldP spid="107524" grpId="0" autoUpdateAnimBg="0"/>
      <p:bldP spid="107525" grpId="0" autoUpdateAnimBg="0"/>
      <p:bldP spid="10753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ChangeArrowheads="1"/>
          </p:cNvSpPr>
          <p:nvPr/>
        </p:nvSpPr>
        <p:spPr bwMode="auto">
          <a:xfrm>
            <a:off x="2279650" y="2355851"/>
            <a:ext cx="7696200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 </a:t>
            </a:r>
            <a:r>
              <a:rPr kumimoji="1"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随机现象在一次观察中出现什么结果具有</a:t>
            </a:r>
            <a:r>
              <a:rPr kumimoji="1" lang="zh-CN" altLang="en-US" sz="2800">
                <a:solidFill>
                  <a:srgbClr val="0000FF"/>
                </a:solidFill>
                <a:latin typeface="宋体" panose="02010600030101010101" pitchFamily="2" charset="-122"/>
              </a:rPr>
              <a:t>偶然性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但在大量试验或观察中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这种结果的出现具有一定的统计</a:t>
            </a:r>
            <a:r>
              <a:rPr kumimoji="1" lang="zh-CN" altLang="en-US" sz="2800">
                <a:solidFill>
                  <a:srgbClr val="0000FF"/>
                </a:solidFill>
                <a:latin typeface="宋体" panose="02010600030101010101" pitchFamily="2" charset="-122"/>
              </a:rPr>
              <a:t>规律性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概率论就是研究随机现象这种本质规律的一门数学学科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05477" name="Rectangle 5"/>
          <p:cNvSpPr>
            <a:spLocks noChangeArrowheads="1"/>
          </p:cNvSpPr>
          <p:nvPr/>
        </p:nvSpPr>
        <p:spPr bwMode="auto">
          <a:xfrm>
            <a:off x="3297239" y="4960938"/>
            <a:ext cx="56845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随机现象是通过随机试验来研究的</a:t>
            </a:r>
            <a:r>
              <a:rPr kumimoji="1" lang="en-US" altLang="zh-CN" sz="2800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3316" name="Text Box 11"/>
          <p:cNvSpPr txBox="1">
            <a:spLocks noChangeArrowheads="1"/>
          </p:cNvSpPr>
          <p:nvPr/>
        </p:nvSpPr>
        <p:spPr bwMode="auto">
          <a:xfrm>
            <a:off x="2279651" y="685800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说明</a:t>
            </a:r>
          </a:p>
        </p:txBody>
      </p:sp>
      <p:sp>
        <p:nvSpPr>
          <p:cNvPr id="105484" name="Rectangle 12"/>
          <p:cNvSpPr>
            <a:spLocks noChangeArrowheads="1"/>
          </p:cNvSpPr>
          <p:nvPr/>
        </p:nvSpPr>
        <p:spPr bwMode="auto">
          <a:xfrm>
            <a:off x="2279650" y="1190626"/>
            <a:ext cx="7710488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 </a:t>
            </a:r>
            <a:r>
              <a:rPr kumimoji="1"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随机现象揭示了条件和结果之间的非确定性联系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其数量关系无法用函数加以描述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5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4" grpId="0" autoUpdateAnimBg="0"/>
      <p:bldP spid="105477" grpId="0" autoUpdateAnimBg="0"/>
      <p:bldP spid="10548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2065337" y="885824"/>
          <a:ext cx="3591391" cy="1121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Document" r:id="rId3" imgW="1299845" imgH="407035" progId="Word.Document.8">
                  <p:embed/>
                </p:oleObj>
              </mc:Choice>
              <mc:Fallback>
                <p:oleObj name="Document" r:id="rId3" imgW="1299845" imgH="407035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5337" y="885824"/>
                        <a:ext cx="3591391" cy="11218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1989138" y="1700058"/>
          <a:ext cx="6942137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Document" r:id="rId5" imgW="2687955" imgH="391160" progId="Word.Document.8">
                  <p:embed/>
                </p:oleObj>
              </mc:Choice>
              <mc:Fallback>
                <p:oleObj name="Document" r:id="rId5" imgW="2687955" imgH="39116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138" y="1700058"/>
                        <a:ext cx="6942137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431652" y="2370325"/>
          <a:ext cx="7866822" cy="990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Document" r:id="rId7" imgW="3137535" imgH="397510" progId="Word.Document.8">
                  <p:embed/>
                </p:oleObj>
              </mc:Choice>
              <mc:Fallback>
                <p:oleObj name="Document" r:id="rId7" imgW="3137535" imgH="39751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1652" y="2370325"/>
                        <a:ext cx="7866822" cy="9900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1738033" y="2917959"/>
          <a:ext cx="9436473" cy="11488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Document" r:id="rId9" imgW="3703320" imgH="452755" progId="Word.Document.8">
                  <p:embed/>
                </p:oleObj>
              </mc:Choice>
              <mc:Fallback>
                <p:oleObj name="Document" r:id="rId9" imgW="3703320" imgH="452755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8033" y="2917959"/>
                        <a:ext cx="9436473" cy="11488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2398899" y="3492407"/>
          <a:ext cx="9134194" cy="901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Document" r:id="rId11" imgW="3544570" imgH="351790" progId="Word.Document.8">
                  <p:embed/>
                </p:oleObj>
              </mc:Choice>
              <mc:Fallback>
                <p:oleObj name="Document" r:id="rId11" imgW="3544570" imgH="35179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8899" y="3492407"/>
                        <a:ext cx="9134194" cy="9011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/>
          <p:cNvGraphicFramePr>
            <a:graphicFrameLocks noChangeAspect="1"/>
          </p:cNvGraphicFramePr>
          <p:nvPr/>
        </p:nvGraphicFramePr>
        <p:xfrm>
          <a:off x="1989138" y="4155370"/>
          <a:ext cx="6446650" cy="908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Document" r:id="rId13" imgW="2461895" imgH="348615" progId="Word.Document.8">
                  <p:embed/>
                </p:oleObj>
              </mc:Choice>
              <mc:Fallback>
                <p:oleObj name="Document" r:id="rId13" imgW="2461895" imgH="348615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138" y="4155370"/>
                        <a:ext cx="6446650" cy="9085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2314575" y="762001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说明  </a:t>
            </a:r>
          </a:p>
        </p:txBody>
      </p:sp>
      <p:sp>
        <p:nvSpPr>
          <p:cNvPr id="104451" name="Rectangle 3"/>
          <p:cNvSpPr>
            <a:spLocks noChangeArrowheads="1"/>
          </p:cNvSpPr>
          <p:nvPr/>
        </p:nvSpPr>
        <p:spPr bwMode="auto">
          <a:xfrm>
            <a:off x="2286000" y="1219201"/>
            <a:ext cx="7842250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1. 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随机试验简称为试验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是一个广泛的术语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它包括各种各样的科学实验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也包括对客观事物进行的 “调查”、“观察”或 “测量” 等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04452" name="Text Box 4"/>
          <p:cNvSpPr txBox="1">
            <a:spLocks noChangeArrowheads="1"/>
          </p:cNvSpPr>
          <p:nvPr/>
        </p:nvSpPr>
        <p:spPr bwMode="auto">
          <a:xfrm>
            <a:off x="1902667" y="3134359"/>
            <a:ext cx="4331635" cy="107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  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“抛掷一枚硬币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观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察字面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花面出现的情况”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04457" name="Text Box 9"/>
          <p:cNvSpPr txBox="1">
            <a:spLocks noChangeArrowheads="1"/>
          </p:cNvSpPr>
          <p:nvPr/>
        </p:nvSpPr>
        <p:spPr bwMode="auto">
          <a:xfrm>
            <a:off x="2169254" y="4329747"/>
            <a:ext cx="1044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分析</a:t>
            </a:r>
          </a:p>
        </p:txBody>
      </p:sp>
      <p:pic>
        <p:nvPicPr>
          <p:cNvPr id="104465" name="Picture 17" descr="specl04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0341" y="3201987"/>
            <a:ext cx="3395663" cy="161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469" name="Rectangle 21"/>
          <p:cNvSpPr>
            <a:spLocks noChangeArrowheads="1"/>
          </p:cNvSpPr>
          <p:nvPr/>
        </p:nvSpPr>
        <p:spPr bwMode="auto">
          <a:xfrm>
            <a:off x="2169254" y="4967287"/>
            <a:ext cx="6523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(1) 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试验可以在</a:t>
            </a:r>
            <a:r>
              <a:rPr kumimoji="1"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相同的条件下重复地进行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0" y="457200"/>
          <a:ext cx="180975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Equation" r:id="rId4" imgW="177800" imgH="228600" progId="Equation.DSMT4">
                  <p:embed/>
                </p:oleObj>
              </mc:Choice>
              <mc:Fallback>
                <p:oleObj name="Equation" r:id="rId4" imgW="177800" imgH="228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57200"/>
                        <a:ext cx="180975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52400" y="609600"/>
          <a:ext cx="180975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Equation" r:id="rId6" imgW="177800" imgH="228600" progId="Equation.DSMT4">
                  <p:embed/>
                </p:oleObj>
              </mc:Choice>
              <mc:Fallback>
                <p:oleObj name="Equation" r:id="rId6" imgW="17780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609600"/>
                        <a:ext cx="180975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304800" y="3048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04800" y="762000"/>
          <a:ext cx="180975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Equation" r:id="rId7" imgW="177800" imgH="228600" progId="Equation.DSMT4">
                  <p:embed/>
                </p:oleObj>
              </mc:Choice>
              <mc:Fallback>
                <p:oleObj name="Equation" r:id="rId7" imgW="1778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762000"/>
                        <a:ext cx="180975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4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4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4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 autoUpdateAnimBg="0"/>
      <p:bldP spid="104452" grpId="0" autoUpdateAnimBg="0"/>
      <p:bldP spid="104457" grpId="0" autoUpdateAnimBg="0"/>
      <p:bldP spid="104469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14" name="Rectangle 14"/>
          <p:cNvSpPr>
            <a:spLocks noChangeArrowheads="1"/>
          </p:cNvSpPr>
          <p:nvPr/>
        </p:nvSpPr>
        <p:spPr bwMode="auto">
          <a:xfrm>
            <a:off x="2362200" y="4191001"/>
            <a:ext cx="53609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1. 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抛掷一枚骰子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观察出现的点数</a:t>
            </a:r>
            <a:r>
              <a:rPr kumimoji="1" lang="en-US" altLang="zh-CN" sz="280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76815" name="Text Box 15"/>
          <p:cNvSpPr txBox="1">
            <a:spLocks noChangeArrowheads="1"/>
          </p:cNvSpPr>
          <p:nvPr/>
        </p:nvSpPr>
        <p:spPr bwMode="auto">
          <a:xfrm>
            <a:off x="2362200" y="4953001"/>
            <a:ext cx="5562600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"/>
              </a:spcBef>
            </a:pP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2. 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从一批产品中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依次任选三件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记 录出现正品与次品的情况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76816" name="Rectangle 16"/>
          <p:cNvSpPr>
            <a:spLocks noChangeArrowheads="1"/>
          </p:cNvSpPr>
          <p:nvPr/>
        </p:nvSpPr>
        <p:spPr bwMode="auto">
          <a:xfrm>
            <a:off x="2362200" y="3429001"/>
            <a:ext cx="548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同理可知下列试验都为随机试验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6389" name="Rectangle 19"/>
          <p:cNvSpPr>
            <a:spLocks noChangeArrowheads="1"/>
          </p:cNvSpPr>
          <p:nvPr/>
        </p:nvSpPr>
        <p:spPr bwMode="auto">
          <a:xfrm>
            <a:off x="2438401" y="914401"/>
            <a:ext cx="4111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(2)  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试验的所有可能结果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76820" name="Rectangle 20"/>
          <p:cNvSpPr>
            <a:spLocks noChangeArrowheads="1"/>
          </p:cNvSpPr>
          <p:nvPr/>
        </p:nvSpPr>
        <p:spPr bwMode="auto">
          <a:xfrm>
            <a:off x="2971800" y="1524001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字面</a:t>
            </a:r>
            <a:r>
              <a:rPr kumimoji="1" lang="zh-CN" altLang="en-US" sz="2800">
                <a:latin typeface="Times New Roman" panose="02020603050405020304" pitchFamily="18" charset="0"/>
              </a:rPr>
              <a:t>、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花面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</a:rPr>
              <a:t>;</a:t>
            </a:r>
          </a:p>
        </p:txBody>
      </p:sp>
      <p:sp>
        <p:nvSpPr>
          <p:cNvPr id="76821" name="Rectangle 21"/>
          <p:cNvSpPr>
            <a:spLocks noChangeArrowheads="1"/>
          </p:cNvSpPr>
          <p:nvPr/>
        </p:nvSpPr>
        <p:spPr bwMode="auto">
          <a:xfrm>
            <a:off x="2438400" y="2057401"/>
            <a:ext cx="4572000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"/>
              </a:spcBef>
            </a:pP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(3)  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进行一次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试验之前不能确定哪一个结果会出现</a:t>
            </a:r>
            <a:r>
              <a:rPr kumimoji="1" lang="en-US" altLang="zh-CN" sz="280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76822" name="Rectangle 22"/>
          <p:cNvSpPr>
            <a:spLocks noChangeArrowheads="1"/>
          </p:cNvSpPr>
          <p:nvPr/>
        </p:nvSpPr>
        <p:spPr bwMode="auto">
          <a:xfrm>
            <a:off x="7239001" y="2590801"/>
            <a:ext cx="2707793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"/>
              </a:spcBef>
            </a:pP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故为随机试验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</p:txBody>
      </p:sp>
      <p:pic>
        <p:nvPicPr>
          <p:cNvPr id="76825" name="Picture 25" descr="BD10490_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941888"/>
            <a:ext cx="1981200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27" name="Picture 27" descr="掷币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4038601"/>
            <a:ext cx="20574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29" name="Picture 29" descr="yb1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1B2248"/>
              </a:clrFrom>
              <a:clrTo>
                <a:srgbClr val="1B2248">
                  <a:alpha val="0"/>
                </a:srgbClr>
              </a:clrTo>
            </a:clrChange>
            <a:lum contras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0" y="1295400"/>
            <a:ext cx="933450" cy="90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30" name="Picture 30" descr="yb3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1B2248"/>
              </a:clrFrom>
              <a:clrTo>
                <a:srgbClr val="1B224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1" y="1319214"/>
            <a:ext cx="968375" cy="877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6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6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6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76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6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6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6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6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6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14" grpId="0" autoUpdateAnimBg="0"/>
      <p:bldP spid="76815" grpId="0" autoUpdateAnimBg="0"/>
      <p:bldP spid="76816" grpId="0" autoUpdateAnimBg="0"/>
      <p:bldP spid="76820" grpId="0" autoUpdateAnimBg="0"/>
      <p:bldP spid="76821" grpId="0" autoUpdateAnimBg="0"/>
      <p:bldP spid="76822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2438400" y="762001"/>
            <a:ext cx="35814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"/>
              </a:spcBef>
            </a:pP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3. 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记录某公共汽车站</a:t>
            </a:r>
          </a:p>
          <a:p>
            <a:pPr eaLnBrk="1" hangingPunct="1">
              <a:lnSpc>
                <a:spcPct val="130000"/>
              </a:lnSpc>
              <a:spcBef>
                <a:spcPct val="5000"/>
              </a:spcBef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某日上午某时刻的等</a:t>
            </a:r>
          </a:p>
          <a:p>
            <a:pPr eaLnBrk="1" hangingPunct="1">
              <a:lnSpc>
                <a:spcPct val="130000"/>
              </a:lnSpc>
              <a:spcBef>
                <a:spcPct val="5000"/>
              </a:spcBef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车人数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08547" name="Text Box 3"/>
          <p:cNvSpPr txBox="1">
            <a:spLocks noChangeArrowheads="1"/>
          </p:cNvSpPr>
          <p:nvPr/>
        </p:nvSpPr>
        <p:spPr bwMode="auto">
          <a:xfrm>
            <a:off x="2438400" y="2971801"/>
            <a:ext cx="3429000" cy="1152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"/>
              </a:spcBef>
            </a:pP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4. 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考察某地区 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10 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月份的平均气温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08548" name="Text Box 4"/>
          <p:cNvSpPr txBox="1">
            <a:spLocks noChangeArrowheads="1"/>
          </p:cNvSpPr>
          <p:nvPr/>
        </p:nvSpPr>
        <p:spPr bwMode="auto">
          <a:xfrm>
            <a:off x="2438400" y="4648201"/>
            <a:ext cx="3429000" cy="1152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"/>
              </a:spcBef>
            </a:pP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5. 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从一批灯泡中任取一只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测试其寿命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.        </a:t>
            </a:r>
          </a:p>
        </p:txBody>
      </p:sp>
      <p:grpSp>
        <p:nvGrpSpPr>
          <p:cNvPr id="2" name="Group 18"/>
          <p:cNvGrpSpPr/>
          <p:nvPr/>
        </p:nvGrpSpPr>
        <p:grpSpPr bwMode="auto">
          <a:xfrm>
            <a:off x="7010400" y="4724400"/>
            <a:ext cx="1905000" cy="1316038"/>
            <a:chOff x="3456" y="2832"/>
            <a:chExt cx="1457" cy="973"/>
          </a:xfrm>
        </p:grpSpPr>
        <p:graphicFrame>
          <p:nvGraphicFramePr>
            <p:cNvPr id="17416" name="Object 5"/>
            <p:cNvGraphicFramePr>
              <a:graphicFrameLocks noChangeAspect="1"/>
            </p:cNvGraphicFramePr>
            <p:nvPr/>
          </p:nvGraphicFramePr>
          <p:xfrm flipH="1">
            <a:off x="3456" y="2832"/>
            <a:ext cx="353" cy="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1" name="Clip" r:id="rId3" imgW="2478405" imgH="4460875" progId="MS_ClipArt_Gallery.5">
                    <p:embed/>
                  </p:oleObj>
                </mc:Choice>
                <mc:Fallback>
                  <p:oleObj name="Clip" r:id="rId3" imgW="2478405" imgH="4460875" progId="MS_ClipArt_Gallery.5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 flipH="1">
                          <a:off x="3456" y="2832"/>
                          <a:ext cx="353" cy="6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7" name="Object 6"/>
            <p:cNvGraphicFramePr>
              <a:graphicFrameLocks noChangeAspect="1"/>
            </p:cNvGraphicFramePr>
            <p:nvPr/>
          </p:nvGraphicFramePr>
          <p:xfrm flipH="1">
            <a:off x="3696" y="3120"/>
            <a:ext cx="353" cy="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2" name="Clip" r:id="rId5" imgW="2478405" imgH="4460875" progId="MS_ClipArt_Gallery.5">
                    <p:embed/>
                  </p:oleObj>
                </mc:Choice>
                <mc:Fallback>
                  <p:oleObj name="Clip" r:id="rId5" imgW="2478405" imgH="4460875" progId="MS_ClipArt_Gallery.5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 flipH="1">
                          <a:off x="3696" y="3120"/>
                          <a:ext cx="353" cy="6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8" name="Object 7"/>
            <p:cNvGraphicFramePr>
              <a:graphicFrameLocks noChangeAspect="1"/>
            </p:cNvGraphicFramePr>
            <p:nvPr/>
          </p:nvGraphicFramePr>
          <p:xfrm flipH="1">
            <a:off x="3792" y="2880"/>
            <a:ext cx="353" cy="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3" name="Clip" r:id="rId6" imgW="2478405" imgH="4460875" progId="MS_ClipArt_Gallery.5">
                    <p:embed/>
                  </p:oleObj>
                </mc:Choice>
                <mc:Fallback>
                  <p:oleObj name="Clip" r:id="rId6" imgW="2478405" imgH="4460875" progId="MS_ClipArt_Gallery.5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 flipH="1">
                          <a:off x="3792" y="2880"/>
                          <a:ext cx="353" cy="6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9" name="Object 8"/>
            <p:cNvGraphicFramePr>
              <a:graphicFrameLocks noChangeAspect="1"/>
            </p:cNvGraphicFramePr>
            <p:nvPr/>
          </p:nvGraphicFramePr>
          <p:xfrm flipH="1">
            <a:off x="4080" y="2880"/>
            <a:ext cx="353" cy="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4" name="Clip" r:id="rId7" imgW="2478405" imgH="4460875" progId="MS_ClipArt_Gallery.5">
                    <p:embed/>
                  </p:oleObj>
                </mc:Choice>
                <mc:Fallback>
                  <p:oleObj name="Clip" r:id="rId7" imgW="2478405" imgH="4460875" progId="MS_ClipArt_Gallery.5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 flipH="1">
                          <a:off x="4080" y="2880"/>
                          <a:ext cx="353" cy="6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0" name="Object 9"/>
            <p:cNvGraphicFramePr>
              <a:graphicFrameLocks noChangeAspect="1"/>
            </p:cNvGraphicFramePr>
            <p:nvPr/>
          </p:nvGraphicFramePr>
          <p:xfrm flipH="1">
            <a:off x="4080" y="3072"/>
            <a:ext cx="353" cy="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5" name="Clip" r:id="rId8" imgW="2457450" imgH="4438650" progId="MS_ClipArt_Gallery.5">
                    <p:embed/>
                  </p:oleObj>
                </mc:Choice>
                <mc:Fallback>
                  <p:oleObj name="Clip" r:id="rId8" imgW="2457450" imgH="4438650" progId="MS_ClipArt_Gallery.5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lum contrast="2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 flipH="1">
                          <a:off x="4080" y="3072"/>
                          <a:ext cx="353" cy="6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1" name="Object 10"/>
            <p:cNvGraphicFramePr>
              <a:graphicFrameLocks noChangeAspect="1"/>
            </p:cNvGraphicFramePr>
            <p:nvPr/>
          </p:nvGraphicFramePr>
          <p:xfrm flipH="1">
            <a:off x="3936" y="2880"/>
            <a:ext cx="353" cy="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6" name="Clip" r:id="rId10" imgW="2478405" imgH="4460875" progId="MS_ClipArt_Gallery.5">
                    <p:embed/>
                  </p:oleObj>
                </mc:Choice>
                <mc:Fallback>
                  <p:oleObj name="Clip" r:id="rId10" imgW="2478405" imgH="4460875" progId="MS_ClipArt_Gallery.5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 flipH="1">
                          <a:off x="3936" y="2880"/>
                          <a:ext cx="353" cy="6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2" name="Object 11"/>
            <p:cNvGraphicFramePr>
              <a:graphicFrameLocks noChangeAspect="1"/>
            </p:cNvGraphicFramePr>
            <p:nvPr/>
          </p:nvGraphicFramePr>
          <p:xfrm flipH="1">
            <a:off x="4176" y="3168"/>
            <a:ext cx="353" cy="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7" name="Clip" r:id="rId11" imgW="2478405" imgH="4460875" progId="MS_ClipArt_Gallery.5">
                    <p:embed/>
                  </p:oleObj>
                </mc:Choice>
                <mc:Fallback>
                  <p:oleObj name="Clip" r:id="rId11" imgW="2478405" imgH="4460875" progId="MS_ClipArt_Gallery.5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 flipH="1">
                          <a:off x="4176" y="3168"/>
                          <a:ext cx="353" cy="6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3" name="Object 12"/>
            <p:cNvGraphicFramePr>
              <a:graphicFrameLocks noChangeAspect="1"/>
            </p:cNvGraphicFramePr>
            <p:nvPr/>
          </p:nvGraphicFramePr>
          <p:xfrm flipH="1">
            <a:off x="4272" y="2928"/>
            <a:ext cx="353" cy="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8" name="Clip" r:id="rId12" imgW="2478405" imgH="4460875" progId="MS_ClipArt_Gallery.5">
                    <p:embed/>
                  </p:oleObj>
                </mc:Choice>
                <mc:Fallback>
                  <p:oleObj name="Clip" r:id="rId12" imgW="2478405" imgH="4460875" progId="MS_ClipArt_Gallery.5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 flipH="1">
                          <a:off x="4272" y="2928"/>
                          <a:ext cx="353" cy="6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4" name="Object 13"/>
            <p:cNvGraphicFramePr>
              <a:graphicFrameLocks noChangeAspect="1"/>
            </p:cNvGraphicFramePr>
            <p:nvPr/>
          </p:nvGraphicFramePr>
          <p:xfrm flipH="1">
            <a:off x="4560" y="2928"/>
            <a:ext cx="353" cy="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9" name="Clip" r:id="rId13" imgW="2478405" imgH="4460875" progId="MS_ClipArt_Gallery.5">
                    <p:embed/>
                  </p:oleObj>
                </mc:Choice>
                <mc:Fallback>
                  <p:oleObj name="Clip" r:id="rId13" imgW="2478405" imgH="4460875" progId="MS_ClipArt_Gallery.5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 flipH="1">
                          <a:off x="4560" y="2928"/>
                          <a:ext cx="353" cy="6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5" name="Object 14"/>
            <p:cNvGraphicFramePr>
              <a:graphicFrameLocks noChangeAspect="1"/>
            </p:cNvGraphicFramePr>
            <p:nvPr/>
          </p:nvGraphicFramePr>
          <p:xfrm flipH="1">
            <a:off x="4560" y="3120"/>
            <a:ext cx="353" cy="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60" name="Clip" r:id="rId14" imgW="2457450" imgH="4438650" progId="MS_ClipArt_Gallery.5">
                    <p:embed/>
                  </p:oleObj>
                </mc:Choice>
                <mc:Fallback>
                  <p:oleObj name="Clip" r:id="rId14" imgW="2457450" imgH="4438650" progId="MS_ClipArt_Gallery.5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lum contrast="2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 flipH="1">
                          <a:off x="4560" y="3120"/>
                          <a:ext cx="353" cy="6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7414" name="Picture 15" descr="双层车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947738"/>
            <a:ext cx="2209800" cy="158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563" name="Picture 19" descr="AG00503_"/>
          <p:cNvPicPr>
            <a:picLocks noChangeAspect="1" noChangeArrowheads="1" noCrop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6934200" y="2971801"/>
            <a:ext cx="1981200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8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8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7" grpId="0" autoUpdateAnimBg="0"/>
      <p:bldP spid="108548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8"/>
          <p:cNvGraphicFramePr>
            <a:graphicFrameLocks noChangeAspect="1"/>
          </p:cNvGraphicFramePr>
          <p:nvPr/>
        </p:nvGraphicFramePr>
        <p:xfrm>
          <a:off x="1949450" y="1074738"/>
          <a:ext cx="5307013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0" name="Document" r:id="rId3" imgW="1969770" imgH="351790" progId="Word.Document.8">
                  <p:embed/>
                </p:oleObj>
              </mc:Choice>
              <mc:Fallback>
                <p:oleObj name="Document" r:id="rId3" imgW="1969770" imgH="351790" progId="Word.Document.8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9450" y="1074738"/>
                        <a:ext cx="5307013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8"/>
          <p:cNvGraphicFramePr>
            <a:graphicFrameLocks noChangeAspect="1"/>
          </p:cNvGraphicFramePr>
          <p:nvPr/>
        </p:nvGraphicFramePr>
        <p:xfrm>
          <a:off x="1610472" y="1961776"/>
          <a:ext cx="9214132" cy="1035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1" name="Document" r:id="rId5" imgW="3437255" imgH="391160" progId="Word.Document.8">
                  <p:embed/>
                </p:oleObj>
              </mc:Choice>
              <mc:Fallback>
                <p:oleObj name="Document" r:id="rId5" imgW="3437255" imgH="391160" progId="Word.Document.8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0472" y="1961776"/>
                        <a:ext cx="9214132" cy="10354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/>
          <p:cNvGraphicFramePr>
            <a:graphicFrameLocks noChangeAspect="1"/>
          </p:cNvGraphicFramePr>
          <p:nvPr/>
        </p:nvGraphicFramePr>
        <p:xfrm>
          <a:off x="1543236" y="2670175"/>
          <a:ext cx="9416117" cy="9647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2" name="Document" r:id="rId7" imgW="3433445" imgH="353695" progId="Word.Document.8">
                  <p:embed/>
                </p:oleObj>
              </mc:Choice>
              <mc:Fallback>
                <p:oleObj name="Document" r:id="rId7" imgW="3433445" imgH="353695" progId="Word.Document.8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236" y="2670175"/>
                        <a:ext cx="9416117" cy="9647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1543236" y="3460650"/>
          <a:ext cx="9625210" cy="11452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3" name="Document" r:id="rId9" imgW="3437255" imgH="412750" progId="Word.Document.8">
                  <p:embed/>
                </p:oleObj>
              </mc:Choice>
              <mc:Fallback>
                <p:oleObj name="Document" r:id="rId9" imgW="3437255" imgH="412750" progId="Word.Document.8">
                  <p:embed/>
                  <p:pic>
                    <p:nvPicPr>
                      <p:cNvPr id="0" name="图片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236" y="3460650"/>
                        <a:ext cx="9625210" cy="11452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/>
          <p:cNvGraphicFramePr>
            <a:graphicFrameLocks noChangeAspect="1"/>
          </p:cNvGraphicFramePr>
          <p:nvPr/>
        </p:nvGraphicFramePr>
        <p:xfrm>
          <a:off x="1493931" y="4151139"/>
          <a:ext cx="7426231" cy="1113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4" name="Document" r:id="rId11" imgW="2568575" imgH="400685" progId="Word.Document.8">
                  <p:embed/>
                </p:oleObj>
              </mc:Choice>
              <mc:Fallback>
                <p:oleObj name="Document" r:id="rId11" imgW="2568575" imgH="400685" progId="Word.Document.8">
                  <p:embed/>
                  <p:pic>
                    <p:nvPicPr>
                      <p:cNvPr id="0" name="图片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3931" y="4151139"/>
                        <a:ext cx="7426231" cy="11133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1765347" y="891194"/>
          <a:ext cx="8059737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" name="Document" r:id="rId3" imgW="4432300" imgH="520700" progId="Word.Document.8">
                  <p:embed/>
                </p:oleObj>
              </mc:Choice>
              <mc:Fallback>
                <p:oleObj name="Document" r:id="rId3" imgW="4432300" imgH="520700" progId="Word.Document.8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5347" y="891194"/>
                        <a:ext cx="8059737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996950" y="4349750"/>
          <a:ext cx="10198100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1" name="Document" r:id="rId5" imgW="3691255" imgH="321310" progId="Word.Document.8">
                  <p:embed/>
                </p:oleObj>
              </mc:Choice>
              <mc:Fallback>
                <p:oleObj name="Document" r:id="rId5" imgW="3691255" imgH="321310" progId="Word.Document.8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950" y="4349750"/>
                        <a:ext cx="10198100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1035050" y="1577975"/>
          <a:ext cx="10412413" cy="173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2" name="Document" r:id="rId7" imgW="3969385" imgH="666750" progId="Word.Document.8">
                  <p:embed/>
                </p:oleObj>
              </mc:Choice>
              <mc:Fallback>
                <p:oleObj name="Document" r:id="rId7" imgW="3969385" imgH="666750" progId="Word.Document.8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5050" y="1577975"/>
                        <a:ext cx="10412413" cy="173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1731963" y="2965450"/>
          <a:ext cx="99568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3" name="Document" r:id="rId9" imgW="3669665" imgH="327025" progId="Word.Document.8">
                  <p:embed/>
                </p:oleObj>
              </mc:Choice>
              <mc:Fallback>
                <p:oleObj name="Document" r:id="rId9" imgW="3669665" imgH="327025" progId="Word.Document.8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1963" y="2965450"/>
                        <a:ext cx="99568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/>
          <p:cNvGraphicFramePr>
            <a:graphicFrameLocks noChangeAspect="1"/>
          </p:cNvGraphicFramePr>
          <p:nvPr/>
        </p:nvGraphicFramePr>
        <p:xfrm>
          <a:off x="952220" y="2279277"/>
          <a:ext cx="10410825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4" name="Document" r:id="rId11" imgW="3969385" imgH="299720" progId="Word.Document.8">
                  <p:embed/>
                </p:oleObj>
              </mc:Choice>
              <mc:Fallback>
                <p:oleObj name="Document" r:id="rId11" imgW="3969385" imgH="299720" progId="Word.Document.8">
                  <p:embed/>
                  <p:pic>
                    <p:nvPicPr>
                      <p:cNvPr id="0" name="图片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220" y="2279277"/>
                        <a:ext cx="10410825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/>
          <p:cNvGraphicFramePr>
            <a:graphicFrameLocks noChangeAspect="1"/>
          </p:cNvGraphicFramePr>
          <p:nvPr/>
        </p:nvGraphicFramePr>
        <p:xfrm>
          <a:off x="952220" y="3648635"/>
          <a:ext cx="2287356" cy="91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5" name="Document" r:id="rId13" imgW="816610" imgH="327025" progId="Word.Document.8">
                  <p:embed/>
                </p:oleObj>
              </mc:Choice>
              <mc:Fallback>
                <p:oleObj name="Document" r:id="rId13" imgW="816610" imgH="327025" progId="Word.Document.8">
                  <p:embed/>
                  <p:pic>
                    <p:nvPicPr>
                      <p:cNvPr id="0" name="图片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220" y="3648635"/>
                        <a:ext cx="2287356" cy="91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"/>
          <p:cNvGraphicFramePr>
            <a:graphicFrameLocks noChangeAspect="1"/>
          </p:cNvGraphicFramePr>
          <p:nvPr/>
        </p:nvGraphicFramePr>
        <p:xfrm>
          <a:off x="952220" y="5051956"/>
          <a:ext cx="10198100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6" name="Document" r:id="rId15" imgW="3691255" imgH="306070" progId="Word.Document.8">
                  <p:embed/>
                </p:oleObj>
              </mc:Choice>
              <mc:Fallback>
                <p:oleObj name="Document" r:id="rId15" imgW="3691255" imgH="306070" progId="Word.Document.8">
                  <p:embed/>
                  <p:pic>
                    <p:nvPicPr>
                      <p:cNvPr id="0" name="图片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220" y="5051956"/>
                        <a:ext cx="10198100" cy="8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99359" y="719604"/>
          <a:ext cx="926147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4" name="Document" r:id="rId3" imgW="3382645" imgH="302895" progId="Word.Document.8">
                  <p:embed/>
                </p:oleObj>
              </mc:Choice>
              <mc:Fallback>
                <p:oleObj name="Document" r:id="rId3" imgW="3382645" imgH="302895" progId="Word.Document.8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59" y="719604"/>
                        <a:ext cx="9261475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0" y="2706920"/>
          <a:ext cx="11083925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5" name="Document" r:id="rId5" imgW="3975735" imgH="412750" progId="Word.Document.8">
                  <p:embed/>
                </p:oleObj>
              </mc:Choice>
              <mc:Fallback>
                <p:oleObj name="Document" r:id="rId5" imgW="3975735" imgH="412750" progId="Word.Document.8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706920"/>
                        <a:ext cx="11083925" cy="114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547595" y="1364970"/>
          <a:ext cx="9261475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6" name="Document" r:id="rId7" imgW="3382645" imgH="302895" progId="Word.Document.8">
                  <p:embed/>
                </p:oleObj>
              </mc:Choice>
              <mc:Fallback>
                <p:oleObj name="Document" r:id="rId7" imgW="3382645" imgH="302895" progId="Word.Document.8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595" y="1364970"/>
                        <a:ext cx="9261475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1243665" y="1981200"/>
          <a:ext cx="9261475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7" name="Document" r:id="rId9" imgW="3382645" imgH="412750" progId="Word.Document.8">
                  <p:embed/>
                </p:oleObj>
              </mc:Choice>
              <mc:Fallback>
                <p:oleObj name="Document" r:id="rId9" imgW="3382645" imgH="412750" progId="Word.Document.8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665" y="1981200"/>
                        <a:ext cx="9261475" cy="1122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462616" y="3490446"/>
          <a:ext cx="11083925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8" name="Document" r:id="rId11" imgW="3975735" imgH="357505" progId="Word.Document.8">
                  <p:embed/>
                </p:oleObj>
              </mc:Choice>
              <mc:Fallback>
                <p:oleObj name="Document" r:id="rId11" imgW="3975735" imgH="357505" progId="Word.Document.8">
                  <p:embed/>
                  <p:pic>
                    <p:nvPicPr>
                      <p:cNvPr id="0" name="图片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616" y="3490446"/>
                        <a:ext cx="11083925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/>
          <p:cNvGraphicFramePr>
            <a:graphicFrameLocks noChangeAspect="1"/>
          </p:cNvGraphicFramePr>
          <p:nvPr/>
        </p:nvGraphicFramePr>
        <p:xfrm>
          <a:off x="1243665" y="4975879"/>
          <a:ext cx="10358438" cy="103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9" name="Document" r:id="rId13" imgW="3718560" imgH="373380" progId="Word.Document.8">
                  <p:embed/>
                </p:oleObj>
              </mc:Choice>
              <mc:Fallback>
                <p:oleObj name="Document" r:id="rId13" imgW="3718560" imgH="373380" progId="Word.Document.8">
                  <p:embed/>
                  <p:pic>
                    <p:nvPicPr>
                      <p:cNvPr id="0" name="图片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665" y="4975879"/>
                        <a:ext cx="10358438" cy="1030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"/>
          <p:cNvGraphicFramePr>
            <a:graphicFrameLocks noChangeAspect="1"/>
          </p:cNvGraphicFramePr>
          <p:nvPr/>
        </p:nvGraphicFramePr>
        <p:xfrm>
          <a:off x="831850" y="4194175"/>
          <a:ext cx="11083925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0" name="Document" r:id="rId15" imgW="3975735" imgH="321310" progId="Word.Document.8">
                  <p:embed/>
                </p:oleObj>
              </mc:Choice>
              <mc:Fallback>
                <p:oleObj name="Document" r:id="rId15" imgW="3975735" imgH="321310" progId="Word.Document.8">
                  <p:embed/>
                  <p:pic>
                    <p:nvPicPr>
                      <p:cNvPr id="0" name="图片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850" y="4194175"/>
                        <a:ext cx="11083925" cy="89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8" descr="yb3"/>
          <p:cNvPicPr>
            <a:picLocks noChangeAspect="1" noChangeArrowheads="1"/>
          </p:cNvPicPr>
          <p:nvPr/>
        </p:nvPicPr>
        <p:blipFill>
          <a:blip r:embed="rId17">
            <a:clrChange>
              <a:clrFrom>
                <a:srgbClr val="1B2248"/>
              </a:clrFrom>
              <a:clrTo>
                <a:srgbClr val="1B224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8005" y="1502615"/>
            <a:ext cx="8382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7" descr="yb1"/>
          <p:cNvPicPr>
            <a:picLocks noChangeAspect="1" noChangeArrowheads="1"/>
          </p:cNvPicPr>
          <p:nvPr/>
        </p:nvPicPr>
        <p:blipFill>
          <a:blip r:embed="rId18">
            <a:clrChange>
              <a:clrFrom>
                <a:srgbClr val="1B2248"/>
              </a:clrFrom>
              <a:clrTo>
                <a:srgbClr val="1B2248">
                  <a:alpha val="0"/>
                </a:srgbClr>
              </a:clrTo>
            </a:clrChange>
            <a:lum contras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7335" y="1502615"/>
            <a:ext cx="76200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7" descr="骰子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6285" y="2947133"/>
            <a:ext cx="3742520" cy="543313"/>
          </a:xfrm>
          <a:prstGeom prst="rect">
            <a:avLst/>
          </a:prstGeom>
          <a:solidFill>
            <a:srgbClr val="9933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1419880" y="902447"/>
          <a:ext cx="9264650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0" name="Document" r:id="rId3" imgW="3339465" imgH="345440" progId="Word.Document.8">
                  <p:embed/>
                </p:oleObj>
              </mc:Choice>
              <mc:Fallback>
                <p:oleObj name="Document" r:id="rId3" imgW="3339465" imgH="345440" progId="Word.Document.8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9880" y="902447"/>
                        <a:ext cx="9264650" cy="957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1419880" y="3029184"/>
          <a:ext cx="6858762" cy="1092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1" name="Document" r:id="rId5" imgW="2409825" imgH="400685" progId="Word.Document.8">
                  <p:embed/>
                </p:oleObj>
              </mc:Choice>
              <mc:Fallback>
                <p:oleObj name="Document" r:id="rId5" imgW="2409825" imgH="400685" progId="Word.Document.8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9880" y="3029184"/>
                        <a:ext cx="6858762" cy="10923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2316070" y="1698580"/>
          <a:ext cx="9264650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2" name="Document" r:id="rId7" imgW="3339465" imgH="373380" progId="Word.Document.8">
                  <p:embed/>
                </p:oleObj>
              </mc:Choice>
              <mc:Fallback>
                <p:oleObj name="Document" r:id="rId7" imgW="3339465" imgH="373380" progId="Word.Document.8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6070" y="1698580"/>
                        <a:ext cx="9264650" cy="1030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2316070" y="2324614"/>
          <a:ext cx="926465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3" name="Document" r:id="rId9" imgW="3339465" imgH="391160" progId="Word.Document.8">
                  <p:embed/>
                </p:oleObj>
              </mc:Choice>
              <mc:Fallback>
                <p:oleObj name="Document" r:id="rId9" imgW="3339465" imgH="391160" progId="Word.Document.8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6070" y="2324614"/>
                        <a:ext cx="926465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2316070" y="3884895"/>
          <a:ext cx="6623050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4" name="Document" r:id="rId11" imgW="2409825" imgH="351790" progId="Word.Document.8">
                  <p:embed/>
                </p:oleObj>
              </mc:Choice>
              <mc:Fallback>
                <p:oleObj name="Document" r:id="rId11" imgW="2409825" imgH="351790" progId="Word.Document.8">
                  <p:embed/>
                  <p:pic>
                    <p:nvPicPr>
                      <p:cNvPr id="0" name="图片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6070" y="3884895"/>
                        <a:ext cx="6623050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/>
          <p:cNvGraphicFramePr>
            <a:graphicFrameLocks noChangeAspect="1"/>
          </p:cNvGraphicFramePr>
          <p:nvPr/>
        </p:nvGraphicFramePr>
        <p:xfrm>
          <a:off x="2316070" y="4573588"/>
          <a:ext cx="6627812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5" name="Document" r:id="rId13" imgW="2421890" imgH="345440" progId="Word.Document.8">
                  <p:embed/>
                </p:oleObj>
              </mc:Choice>
              <mc:Fallback>
                <p:oleObj name="Document" r:id="rId13" imgW="2421890" imgH="345440" progId="Word.Document.8">
                  <p:embed/>
                  <p:pic>
                    <p:nvPicPr>
                      <p:cNvPr id="0" name="图片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6070" y="4573588"/>
                        <a:ext cx="6627812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12" descr="BD07153_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594" y="1199194"/>
            <a:ext cx="1646238" cy="180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Group 5"/>
          <p:cNvGrpSpPr/>
          <p:nvPr/>
        </p:nvGrpSpPr>
        <p:grpSpPr bwMode="auto">
          <a:xfrm>
            <a:off x="9399813" y="3680901"/>
            <a:ext cx="1447800" cy="1371600"/>
            <a:chOff x="4224" y="2448"/>
            <a:chExt cx="977" cy="925"/>
          </a:xfrm>
        </p:grpSpPr>
        <p:graphicFrame>
          <p:nvGraphicFramePr>
            <p:cNvPr id="17" name="Object 6"/>
            <p:cNvGraphicFramePr>
              <a:graphicFrameLocks noChangeAspect="1"/>
            </p:cNvGraphicFramePr>
            <p:nvPr/>
          </p:nvGraphicFramePr>
          <p:xfrm flipH="1">
            <a:off x="4224" y="2448"/>
            <a:ext cx="353" cy="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56" name="Clip" r:id="rId16" imgW="2478405" imgH="4460875" progId="MS_ClipArt_Gallery.5">
                    <p:embed/>
                  </p:oleObj>
                </mc:Choice>
                <mc:Fallback>
                  <p:oleObj name="Clip" r:id="rId16" imgW="2478405" imgH="4460875" progId="MS_ClipArt_Gallery.5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 flipH="1">
                          <a:off x="4224" y="2448"/>
                          <a:ext cx="353" cy="6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7"/>
            <p:cNvGraphicFramePr>
              <a:graphicFrameLocks noChangeAspect="1"/>
            </p:cNvGraphicFramePr>
            <p:nvPr/>
          </p:nvGraphicFramePr>
          <p:xfrm flipH="1">
            <a:off x="4464" y="2736"/>
            <a:ext cx="353" cy="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57" name="Clip" r:id="rId18" imgW="2478405" imgH="4460875" progId="MS_ClipArt_Gallery.5">
                    <p:embed/>
                  </p:oleObj>
                </mc:Choice>
                <mc:Fallback>
                  <p:oleObj name="Clip" r:id="rId18" imgW="2478405" imgH="4460875" progId="MS_ClipArt_Gallery.5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 flipH="1">
                          <a:off x="4464" y="2736"/>
                          <a:ext cx="353" cy="6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8"/>
            <p:cNvGraphicFramePr>
              <a:graphicFrameLocks noChangeAspect="1"/>
            </p:cNvGraphicFramePr>
            <p:nvPr/>
          </p:nvGraphicFramePr>
          <p:xfrm flipH="1">
            <a:off x="4560" y="2496"/>
            <a:ext cx="353" cy="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58" name="Clip" r:id="rId19" imgW="2478405" imgH="4460875" progId="MS_ClipArt_Gallery.5">
                    <p:embed/>
                  </p:oleObj>
                </mc:Choice>
                <mc:Fallback>
                  <p:oleObj name="Clip" r:id="rId19" imgW="2478405" imgH="4460875" progId="MS_ClipArt_Gallery.5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 flipH="1">
                          <a:off x="4560" y="2496"/>
                          <a:ext cx="353" cy="6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9"/>
            <p:cNvGraphicFramePr>
              <a:graphicFrameLocks noChangeAspect="1"/>
            </p:cNvGraphicFramePr>
            <p:nvPr/>
          </p:nvGraphicFramePr>
          <p:xfrm flipH="1">
            <a:off x="4848" y="2496"/>
            <a:ext cx="353" cy="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59" name="Clip" r:id="rId20" imgW="2478405" imgH="4460875" progId="MS_ClipArt_Gallery.5">
                    <p:embed/>
                  </p:oleObj>
                </mc:Choice>
                <mc:Fallback>
                  <p:oleObj name="Clip" r:id="rId20" imgW="2478405" imgH="4460875" progId="MS_ClipArt_Gallery.5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 flipH="1">
                          <a:off x="4848" y="2496"/>
                          <a:ext cx="353" cy="6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10"/>
            <p:cNvGraphicFramePr>
              <a:graphicFrameLocks noChangeAspect="1"/>
            </p:cNvGraphicFramePr>
            <p:nvPr/>
          </p:nvGraphicFramePr>
          <p:xfrm flipH="1">
            <a:off x="4848" y="2688"/>
            <a:ext cx="353" cy="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60" name="Clip" r:id="rId21" imgW="2457450" imgH="4438650" progId="MS_ClipArt_Gallery.5">
                    <p:embed/>
                  </p:oleObj>
                </mc:Choice>
                <mc:Fallback>
                  <p:oleObj name="Clip" r:id="rId21" imgW="2457450" imgH="4438650" progId="MS_ClipArt_Gallery.5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lum contrast="2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 flipH="1">
                          <a:off x="4848" y="2688"/>
                          <a:ext cx="353" cy="6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ChangeArrowheads="1"/>
          </p:cNvSpPr>
          <p:nvPr/>
        </p:nvSpPr>
        <p:spPr bwMode="auto">
          <a:xfrm>
            <a:off x="560099" y="2518470"/>
            <a:ext cx="11503271" cy="543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 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     2.  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同一试验 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, 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若试验目的不同，则对应的样本空间也不同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4584" name="Text Box 8"/>
          <p:cNvSpPr txBox="1">
            <a:spLocks noChangeArrowheads="1"/>
          </p:cNvSpPr>
          <p:nvPr/>
        </p:nvSpPr>
        <p:spPr bwMode="auto">
          <a:xfrm>
            <a:off x="560099" y="1684191"/>
            <a:ext cx="8143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说明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    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1.  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试验不同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, 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对应的样本空间一般也不同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654757" y="3173431"/>
            <a:ext cx="10882485" cy="1190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kumimoji="1"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  </a:t>
            </a:r>
            <a:r>
              <a:rPr kumimoji="1"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3. 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建立样本空间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,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事实上就是建立随机现象的数学模型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. 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因此 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, 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一个样本空间可以概括许多内容大不相同的实际问题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4" grpId="0" autoUpdateAnimBg="0"/>
      <p:bldP spid="24584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BD07087_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514601"/>
            <a:ext cx="2895600" cy="257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4572000" y="1828800"/>
            <a:ext cx="4648200" cy="2209800"/>
          </a:xfrm>
          <a:prstGeom prst="rect">
            <a:avLst/>
          </a:prstGeom>
          <a:solidFill>
            <a:srgbClr val="003399"/>
          </a:solidFill>
          <a:ln w="28575">
            <a:solidFill>
              <a:srgbClr val="FFFF66"/>
            </a:solidFill>
            <a:miter lim="800000"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1" lang="en-US" altLang="zh-CN" sz="2800">
                <a:solidFill>
                  <a:srgbClr val="FFFF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28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所以在具体问题的研究</a:t>
            </a:r>
          </a:p>
          <a:p>
            <a:pPr eaLnBrk="1" hangingPunct="1">
              <a:lnSpc>
                <a:spcPct val="140000"/>
              </a:lnSpc>
            </a:pPr>
            <a:r>
              <a:rPr kumimoji="1" lang="zh-CN" altLang="en-US" sz="28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</a:t>
            </a:r>
            <a:r>
              <a:rPr kumimoji="1" lang="zh-CN" altLang="en-US" sz="280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描述随机现象的第一步</a:t>
            </a:r>
          </a:p>
          <a:p>
            <a:pPr eaLnBrk="1" hangingPunct="1">
              <a:lnSpc>
                <a:spcPct val="140000"/>
              </a:lnSpc>
            </a:pPr>
            <a:r>
              <a:rPr kumimoji="1" lang="zh-CN" altLang="en-US" sz="28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就是建立样本空间</a:t>
            </a:r>
            <a:r>
              <a:rPr kumimoji="1" lang="en-US" altLang="zh-CN" sz="280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 </a:t>
            </a:r>
          </a:p>
          <a:p>
            <a:pPr eaLnBrk="1" hangingPunct="1"/>
            <a:endParaRPr kumimoji="1" lang="en-US" altLang="zh-CN" sz="2400" b="0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1604870" y="746594"/>
          <a:ext cx="10034588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2" name="Document" r:id="rId3" imgW="3770630" imgH="308610" progId="Word.Document.8">
                  <p:embed/>
                </p:oleObj>
              </mc:Choice>
              <mc:Fallback>
                <p:oleObj name="Document" r:id="rId3" imgW="3770630" imgH="308610" progId="Word.Document.8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4870" y="746594"/>
                        <a:ext cx="10034588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1606550" y="2095500"/>
          <a:ext cx="8277225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3" name="Document" r:id="rId5" imgW="3235325" imgH="306070" progId="Word.Document.8">
                  <p:embed/>
                </p:oleObj>
              </mc:Choice>
              <mc:Fallback>
                <p:oleObj name="Document" r:id="rId5" imgW="3235325" imgH="306070" progId="Word.Document.8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6550" y="2095500"/>
                        <a:ext cx="8277225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802622" y="3409947"/>
          <a:ext cx="4630371" cy="943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4" name="Document" r:id="rId7" imgW="1807210" imgH="370205" progId="Word.Document.8">
                  <p:embed/>
                </p:oleObj>
              </mc:Choice>
              <mc:Fallback>
                <p:oleObj name="Document" r:id="rId7" imgW="1807210" imgH="370205" progId="Word.Document.8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622" y="3409947"/>
                        <a:ext cx="4630371" cy="9432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856316" y="4003229"/>
          <a:ext cx="9106609" cy="794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5" name="Document" r:id="rId9" imgW="4457700" imgH="406400" progId="Word.Document.8">
                  <p:embed/>
                </p:oleObj>
              </mc:Choice>
              <mc:Fallback>
                <p:oleObj name="Document" r:id="rId9" imgW="4457700" imgH="406400" progId="Word.Document.8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316" y="4003229"/>
                        <a:ext cx="9106609" cy="7948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/>
          <p:cNvGraphicFramePr>
            <a:graphicFrameLocks noChangeAspect="1"/>
          </p:cNvGraphicFramePr>
          <p:nvPr/>
        </p:nvGraphicFramePr>
        <p:xfrm>
          <a:off x="852488" y="1384300"/>
          <a:ext cx="10031412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6" name="Document" r:id="rId11" imgW="3770630" imgH="299720" progId="Word.Document.8">
                  <p:embed/>
                </p:oleObj>
              </mc:Choice>
              <mc:Fallback>
                <p:oleObj name="Document" r:id="rId11" imgW="3770630" imgH="299720" progId="Word.Document.8">
                  <p:embed/>
                  <p:pic>
                    <p:nvPicPr>
                      <p:cNvPr id="0" name="图片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488" y="1384300"/>
                        <a:ext cx="10031412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/>
          <p:cNvGraphicFramePr>
            <a:graphicFrameLocks noChangeAspect="1"/>
          </p:cNvGraphicFramePr>
          <p:nvPr/>
        </p:nvGraphicFramePr>
        <p:xfrm>
          <a:off x="1604870" y="2788302"/>
          <a:ext cx="9889513" cy="8585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7" name="Document" r:id="rId13" imgW="3841115" imgH="336550" progId="Word.Document.8">
                  <p:embed/>
                </p:oleObj>
              </mc:Choice>
              <mc:Fallback>
                <p:oleObj name="Document" r:id="rId13" imgW="3841115" imgH="336550" progId="Word.Document.8">
                  <p:embed/>
                  <p:pic>
                    <p:nvPicPr>
                      <p:cNvPr id="0" name="图片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4870" y="2788302"/>
                        <a:ext cx="9889513" cy="8585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8"/>
          <p:cNvGraphicFramePr>
            <a:graphicFrameLocks noChangeAspect="1"/>
          </p:cNvGraphicFramePr>
          <p:nvPr/>
        </p:nvGraphicFramePr>
        <p:xfrm>
          <a:off x="856316" y="4876120"/>
          <a:ext cx="10880725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8" name="Document" r:id="rId15" imgW="3994150" imgH="437515" progId="Word.Document.8">
                  <p:embed/>
                </p:oleObj>
              </mc:Choice>
              <mc:Fallback>
                <p:oleObj name="Document" r:id="rId15" imgW="3994150" imgH="437515" progId="Word.Document.8">
                  <p:embed/>
                  <p:pic>
                    <p:nvPicPr>
                      <p:cNvPr id="0" name="图片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316" y="4876120"/>
                        <a:ext cx="10880725" cy="11811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CC66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7586581" y="1473841"/>
            <a:ext cx="317649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dirty="0">
                <a:solidFill>
                  <a:srgbClr val="00B050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800" dirty="0">
                <a:solidFill>
                  <a:srgbClr val="00B050"/>
                </a:solidFill>
                <a:latin typeface="Times New Roman" panose="02020603050405020304" pitchFamily="18" charset="0"/>
              </a:rPr>
              <a:t>相对于观察目的不可再分解的事件</a:t>
            </a:r>
            <a:r>
              <a:rPr kumimoji="1" lang="en-US" altLang="zh-CN" sz="2800" dirty="0">
                <a:solidFill>
                  <a:srgbClr val="00B050"/>
                </a:solidFill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877792" y="3239240"/>
          <a:ext cx="1045527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9" name="Document" r:id="rId3" imgW="3893185" imgH="290830" progId="Word.Document.8">
                  <p:embed/>
                </p:oleObj>
              </mc:Choice>
              <mc:Fallback>
                <p:oleObj name="Document" r:id="rId3" imgW="3893185" imgH="290830" progId="Word.Document.8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792" y="3239240"/>
                        <a:ext cx="10455275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/>
        </p:nvGraphicFramePr>
        <p:xfrm>
          <a:off x="957260" y="723109"/>
          <a:ext cx="10320338" cy="927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0" name="Document" r:id="rId5" imgW="3832225" imgH="348615" progId="Word.Document.8">
                  <p:embed/>
                </p:oleObj>
              </mc:Choice>
              <mc:Fallback>
                <p:oleObj name="Document" r:id="rId5" imgW="3832225" imgH="348615" progId="Word.Document.8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7260" y="723109"/>
                        <a:ext cx="10320338" cy="9279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895255" y="1862415"/>
          <a:ext cx="10464800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1" name="Document" r:id="rId7" imgW="3896360" imgH="360680" progId="Word.Document.8">
                  <p:embed/>
                </p:oleObj>
              </mc:Choice>
              <mc:Fallback>
                <p:oleObj name="Document" r:id="rId7" imgW="3896360" imgH="360680" progId="Word.Document.8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255" y="1862415"/>
                        <a:ext cx="10464800" cy="947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815880" y="4484771"/>
          <a:ext cx="1038225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2" name="Document" r:id="rId9" imgW="3810635" imgH="342265" progId="Word.Document.8">
                  <p:embed/>
                </p:oleObj>
              </mc:Choice>
              <mc:Fallback>
                <p:oleObj name="Document" r:id="rId9" imgW="3810635" imgH="342265" progId="Word.Document.8">
                  <p:embed/>
                  <p:pic>
                    <p:nvPicPr>
                      <p:cNvPr id="0" name="图片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880" y="4484771"/>
                        <a:ext cx="10382250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/>
        </p:nvGraphicFramePr>
        <p:xfrm>
          <a:off x="957260" y="2707100"/>
          <a:ext cx="4037708" cy="94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3" name="Document" r:id="rId11" imgW="1467485" imgH="346075" progId="Word.Document.8">
                  <p:embed/>
                </p:oleObj>
              </mc:Choice>
              <mc:Fallback>
                <p:oleObj name="Document" r:id="rId11" imgW="1467485" imgH="346075" progId="Word.Document.8">
                  <p:embed/>
                  <p:pic>
                    <p:nvPicPr>
                      <p:cNvPr id="0" name="图片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7260" y="2707100"/>
                        <a:ext cx="4037708" cy="94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/>
          <p:cNvGraphicFramePr>
            <a:graphicFrameLocks noChangeAspect="1"/>
          </p:cNvGraphicFramePr>
          <p:nvPr/>
        </p:nvGraphicFramePr>
        <p:xfrm>
          <a:off x="957260" y="1267059"/>
          <a:ext cx="3015559" cy="8645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4" name="Document" r:id="rId13" imgW="1113155" imgH="321310" progId="Word.Document.8">
                  <p:embed/>
                </p:oleObj>
              </mc:Choice>
              <mc:Fallback>
                <p:oleObj name="Document" r:id="rId13" imgW="1113155" imgH="321310" progId="Word.Document.8">
                  <p:embed/>
                  <p:pic>
                    <p:nvPicPr>
                      <p:cNvPr id="0" name="图片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7260" y="1267059"/>
                        <a:ext cx="3015559" cy="8645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"/>
          <p:cNvGraphicFramePr>
            <a:graphicFrameLocks noChangeAspect="1"/>
          </p:cNvGraphicFramePr>
          <p:nvPr/>
        </p:nvGraphicFramePr>
        <p:xfrm>
          <a:off x="957260" y="3853136"/>
          <a:ext cx="631825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5" name="Document" r:id="rId15" imgW="2354580" imgH="333375" progId="Word.Document.8">
                  <p:embed/>
                </p:oleObj>
              </mc:Choice>
              <mc:Fallback>
                <p:oleObj name="Document" r:id="rId15" imgW="2354580" imgH="333375" progId="Word.Document.8">
                  <p:embed/>
                  <p:pic>
                    <p:nvPicPr>
                      <p:cNvPr id="0" name="图片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7260" y="3853136"/>
                        <a:ext cx="6318250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4"/>
          <p:cNvGraphicFramePr>
            <a:graphicFrameLocks noChangeAspect="1"/>
          </p:cNvGraphicFramePr>
          <p:nvPr/>
        </p:nvGraphicFramePr>
        <p:xfrm>
          <a:off x="957260" y="5103336"/>
          <a:ext cx="5722937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6" name="Document" r:id="rId17" imgW="2103755" imgH="296545" progId="Word.Document.8">
                  <p:embed/>
                </p:oleObj>
              </mc:Choice>
              <mc:Fallback>
                <p:oleObj name="Document" r:id="rId17" imgW="2103755" imgH="296545" progId="Word.Document.8">
                  <p:embed/>
                  <p:pic>
                    <p:nvPicPr>
                      <p:cNvPr id="0" name="图片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7260" y="5103336"/>
                        <a:ext cx="5722937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885825" y="720725"/>
          <a:ext cx="10460038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7" name="Document" r:id="rId3" imgW="3987800" imgH="370205" progId="Word.Document.8">
                  <p:embed/>
                </p:oleObj>
              </mc:Choice>
              <mc:Fallback>
                <p:oleObj name="Document" r:id="rId3" imgW="3987800" imgH="370205" progId="Word.Document.8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825" y="720725"/>
                        <a:ext cx="10460038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817563" y="3140075"/>
          <a:ext cx="10412412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8" name="Document" r:id="rId5" imgW="3930015" imgH="336550" progId="Word.Document.8">
                  <p:embed/>
                </p:oleObj>
              </mc:Choice>
              <mc:Fallback>
                <p:oleObj name="Document" r:id="rId5" imgW="3930015" imgH="336550" progId="Word.Document.8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563" y="3140075"/>
                        <a:ext cx="10412412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935131" y="1450389"/>
          <a:ext cx="3279775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9" name="Document" r:id="rId7" imgW="1254125" imgH="400685" progId="Word.Document.8">
                  <p:embed/>
                </p:oleObj>
              </mc:Choice>
              <mc:Fallback>
                <p:oleObj name="Document" r:id="rId7" imgW="1254125" imgH="400685" progId="Word.Document.8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5131" y="1450389"/>
                        <a:ext cx="3279775" cy="103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3947273" y="1432905"/>
          <a:ext cx="832167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0" name="Document" r:id="rId9" imgW="3189605" imgH="391160" progId="Word.Document.8">
                  <p:embed/>
                </p:oleObj>
              </mc:Choice>
              <mc:Fallback>
                <p:oleObj name="Document" r:id="rId9" imgW="3189605" imgH="391160" progId="Word.Document.8">
                  <p:embed/>
                  <p:pic>
                    <p:nvPicPr>
                      <p:cNvPr id="0" name="图片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7273" y="1432905"/>
                        <a:ext cx="8321675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770778" y="2095500"/>
          <a:ext cx="8728075" cy="146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1" name="Document" r:id="rId11" imgW="3330575" imgH="562610" progId="Word.Document.8">
                  <p:embed/>
                </p:oleObj>
              </mc:Choice>
              <mc:Fallback>
                <p:oleObj name="Document" r:id="rId11" imgW="3330575" imgH="562610" progId="Word.Document.8">
                  <p:embed/>
                  <p:pic>
                    <p:nvPicPr>
                      <p:cNvPr id="0" name="图片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778" y="2095500"/>
                        <a:ext cx="8728075" cy="1465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/>
          <p:cNvGraphicFramePr>
            <a:graphicFrameLocks noChangeAspect="1"/>
          </p:cNvGraphicFramePr>
          <p:nvPr/>
        </p:nvGraphicFramePr>
        <p:xfrm>
          <a:off x="585041" y="3847125"/>
          <a:ext cx="794385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2" name="Document" r:id="rId13" imgW="3000375" imgH="357505" progId="Word.Document.8">
                  <p:embed/>
                </p:oleObj>
              </mc:Choice>
              <mc:Fallback>
                <p:oleObj name="Document" r:id="rId13" imgW="3000375" imgH="357505" progId="Word.Document.8">
                  <p:embed/>
                  <p:pic>
                    <p:nvPicPr>
                      <p:cNvPr id="0" name="图片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041" y="3847125"/>
                        <a:ext cx="7943850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8" descr="4点1"/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050D60"/>
              </a:clrFrom>
              <a:clrTo>
                <a:srgbClr val="050D6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5638" y="2149475"/>
            <a:ext cx="858837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2" descr="BD07153_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9501" y="4064586"/>
            <a:ext cx="1525095" cy="1669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2427288" y="765175"/>
            <a:ext cx="2438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几点说明</a:t>
            </a:r>
          </a:p>
        </p:txBody>
      </p:sp>
      <p:sp>
        <p:nvSpPr>
          <p:cNvPr id="141315" name="Rectangle 3"/>
          <p:cNvSpPr>
            <a:spLocks noChangeArrowheads="1"/>
          </p:cNvSpPr>
          <p:nvPr/>
        </p:nvSpPr>
        <p:spPr bwMode="auto">
          <a:xfrm>
            <a:off x="2427288" y="2974976"/>
            <a:ext cx="678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</a:rPr>
              <a:t>例如    抛掷一枚骰子</a:t>
            </a:r>
            <a:r>
              <a:rPr kumimoji="1" lang="en-US" altLang="zh-CN" sz="2800">
                <a:latin typeface="Times New Roman" panose="02020603050405020304" pitchFamily="18" charset="0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</a:rPr>
              <a:t>观察出现的点数</a:t>
            </a:r>
            <a:r>
              <a:rPr kumimoji="1" lang="en-US" altLang="zh-CN" sz="280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41316" name="Rectangle 4"/>
          <p:cNvSpPr>
            <a:spLocks noChangeArrowheads="1"/>
          </p:cNvSpPr>
          <p:nvPr/>
        </p:nvSpPr>
        <p:spPr bwMode="auto">
          <a:xfrm>
            <a:off x="2351088" y="3660776"/>
            <a:ext cx="510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可设    </a:t>
            </a:r>
            <a:r>
              <a:rPr kumimoji="1" lang="en-US" altLang="zh-CN" sz="2800" i="1">
                <a:latin typeface="Times New Roman" panose="02020603050405020304" pitchFamily="18" charset="0"/>
              </a:rPr>
              <a:t>A </a:t>
            </a:r>
            <a:r>
              <a:rPr kumimoji="1" lang="en-US" altLang="zh-CN" sz="2800">
                <a:latin typeface="Times New Roman" panose="02020603050405020304" pitchFamily="18" charset="0"/>
              </a:rPr>
              <a:t>= {</a:t>
            </a:r>
            <a:r>
              <a:rPr kumimoji="1" lang="zh-CN" altLang="en-US" sz="2800">
                <a:latin typeface="Times New Roman" panose="02020603050405020304" pitchFamily="18" charset="0"/>
              </a:rPr>
              <a:t>点数不大于</a:t>
            </a:r>
            <a:r>
              <a:rPr kumimoji="1" lang="en-US" altLang="zh-CN" sz="2800">
                <a:latin typeface="Times New Roman" panose="02020603050405020304" pitchFamily="18" charset="0"/>
              </a:rPr>
              <a:t>4},</a:t>
            </a:r>
          </a:p>
        </p:txBody>
      </p:sp>
      <p:sp>
        <p:nvSpPr>
          <p:cNvPr id="141317" name="Text Box 5"/>
          <p:cNvSpPr txBox="1">
            <a:spLocks noChangeArrowheads="1"/>
          </p:cNvSpPr>
          <p:nvPr/>
        </p:nvSpPr>
        <p:spPr bwMode="auto">
          <a:xfrm>
            <a:off x="3494088" y="4346576"/>
            <a:ext cx="49069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i="1">
                <a:latin typeface="Times New Roman" panose="02020603050405020304" pitchFamily="18" charset="0"/>
              </a:rPr>
              <a:t>B </a:t>
            </a:r>
            <a:r>
              <a:rPr kumimoji="1" lang="en-US" altLang="zh-CN" sz="2800">
                <a:latin typeface="Times New Roman" panose="02020603050405020304" pitchFamily="18" charset="0"/>
              </a:rPr>
              <a:t>= {</a:t>
            </a:r>
            <a:r>
              <a:rPr kumimoji="1" lang="zh-CN" altLang="en-US" sz="2800">
                <a:latin typeface="Times New Roman" panose="02020603050405020304" pitchFamily="18" charset="0"/>
              </a:rPr>
              <a:t>点数为奇数</a:t>
            </a:r>
            <a:r>
              <a:rPr kumimoji="1" lang="en-US" altLang="zh-CN" sz="2800">
                <a:latin typeface="Times New Roman" panose="02020603050405020304" pitchFamily="18" charset="0"/>
              </a:rPr>
              <a:t>}   </a:t>
            </a:r>
            <a:r>
              <a:rPr kumimoji="1" lang="zh-CN" altLang="en-US" sz="2800">
                <a:latin typeface="Times New Roman" panose="02020603050405020304" pitchFamily="18" charset="0"/>
              </a:rPr>
              <a:t>等等</a:t>
            </a:r>
            <a:r>
              <a:rPr kumimoji="1" lang="en-US" altLang="zh-CN" sz="2800">
                <a:latin typeface="Times New Roman" panose="02020603050405020304" pitchFamily="18" charset="0"/>
              </a:rPr>
              <a:t>.</a:t>
            </a:r>
          </a:p>
        </p:txBody>
      </p:sp>
      <p:grpSp>
        <p:nvGrpSpPr>
          <p:cNvPr id="2" name="Group 6"/>
          <p:cNvGrpSpPr/>
          <p:nvPr/>
        </p:nvGrpSpPr>
        <p:grpSpPr bwMode="auto">
          <a:xfrm>
            <a:off x="2427288" y="1450976"/>
            <a:ext cx="7696200" cy="1190625"/>
            <a:chOff x="576" y="1104"/>
            <a:chExt cx="4848" cy="750"/>
          </a:xfrm>
        </p:grpSpPr>
        <p:sp>
          <p:nvSpPr>
            <p:cNvPr id="29703" name="Rectangle 7"/>
            <p:cNvSpPr>
              <a:spLocks noChangeArrowheads="1"/>
            </p:cNvSpPr>
            <p:nvPr/>
          </p:nvSpPr>
          <p:spPr bwMode="auto">
            <a:xfrm>
              <a:off x="576" y="1104"/>
              <a:ext cx="4848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marL="457200" indent="-4572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5000"/>
                </a:lnSpc>
                <a:buFontTx/>
                <a:buAutoNum type="arabicParenBoth"/>
              </a:pPr>
              <a:r>
                <a:rPr kumimoji="1"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zh-CN" altLang="en-US" sz="2800">
                  <a:solidFill>
                    <a:srgbClr val="0000FF"/>
                  </a:solidFill>
                  <a:latin typeface="Times New Roman" panose="02020603050405020304" pitchFamily="18" charset="0"/>
                </a:rPr>
                <a:t>随机事件可简称为事件</a:t>
              </a:r>
              <a:r>
                <a:rPr kumimoji="1"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</a:rPr>
                <a:t>, </a:t>
              </a:r>
              <a:r>
                <a:rPr kumimoji="1" lang="zh-CN" altLang="en-US" sz="2800">
                  <a:solidFill>
                    <a:srgbClr val="0000FF"/>
                  </a:solidFill>
                  <a:latin typeface="Times New Roman" panose="02020603050405020304" pitchFamily="18" charset="0"/>
                </a:rPr>
                <a:t>并以大写英文字母 </a:t>
              </a:r>
            </a:p>
            <a:p>
              <a:pPr eaLnBrk="1" hangingPunct="1">
                <a:lnSpc>
                  <a:spcPct val="135000"/>
                </a:lnSpc>
              </a:pPr>
              <a:r>
                <a:rPr kumimoji="1" lang="en-US" altLang="zh-CN" sz="2800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</a:rPr>
                <a:t>, </a:t>
              </a:r>
              <a:r>
                <a:rPr kumimoji="1" lang="en-US" altLang="zh-CN" sz="2800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B</a:t>
              </a:r>
              <a:r>
                <a:rPr kumimoji="1"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</a:rPr>
                <a:t>,</a:t>
              </a:r>
              <a:r>
                <a:rPr kumimoji="1" lang="en-US" altLang="zh-CN" sz="2800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  C</a:t>
              </a:r>
              <a:r>
                <a:rPr kumimoji="1"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</a:rPr>
                <a:t>,</a:t>
              </a:r>
              <a:r>
                <a:rPr kumimoji="1" lang="en-US" altLang="zh-CN" sz="2800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       </a:t>
              </a:r>
              <a:r>
                <a:rPr kumimoji="1"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zh-CN" altLang="en-US" sz="2800">
                  <a:solidFill>
                    <a:srgbClr val="0000FF"/>
                  </a:solidFill>
                  <a:latin typeface="Times New Roman" panose="02020603050405020304" pitchFamily="18" charset="0"/>
                </a:rPr>
                <a:t>来表示事件</a:t>
              </a:r>
            </a:p>
          </p:txBody>
        </p:sp>
        <p:graphicFrame>
          <p:nvGraphicFramePr>
            <p:cNvPr id="29704" name="Object 8"/>
            <p:cNvGraphicFramePr>
              <a:graphicFrameLocks noChangeAspect="1"/>
            </p:cNvGraphicFramePr>
            <p:nvPr/>
          </p:nvGraphicFramePr>
          <p:xfrm>
            <a:off x="1536" y="1680"/>
            <a:ext cx="208" cy="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6" name="Equation" r:id="rId3" imgW="304800" imgH="76200" progId="Equation.3">
                    <p:embed/>
                  </p:oleObj>
                </mc:Choice>
                <mc:Fallback>
                  <p:oleObj name="Equation" r:id="rId3" imgW="304800" imgH="762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1680"/>
                          <a:ext cx="208" cy="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5" grpId="0" autoUpdateAnimBg="0"/>
      <p:bldP spid="141316" grpId="0" autoUpdateAnimBg="0"/>
      <p:bldP spid="141317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2279651" y="990601"/>
            <a:ext cx="67611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(2) </a:t>
            </a:r>
            <a:r>
              <a:rPr kumimoji="1" lang="zh-CN" altLang="en-US" sz="2800">
                <a:solidFill>
                  <a:srgbClr val="2736F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随机试验</a:t>
            </a:r>
            <a:r>
              <a:rPr kumimoji="1" lang="zh-CN" altLang="en-US" sz="2800">
                <a:solidFill>
                  <a:srgbClr val="2736F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zh-CN" altLang="en-US" sz="2800">
                <a:solidFill>
                  <a:srgbClr val="2736F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样本空间与随机事件的关系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42339" name="Rectangle 3"/>
          <p:cNvSpPr>
            <a:spLocks noChangeArrowheads="1"/>
          </p:cNvSpPr>
          <p:nvPr/>
        </p:nvSpPr>
        <p:spPr bwMode="auto">
          <a:xfrm>
            <a:off x="2279650" y="1666876"/>
            <a:ext cx="7620000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2800">
                <a:latin typeface="Times New Roman" panose="02020603050405020304" pitchFamily="18" charset="0"/>
              </a:rPr>
              <a:t>         </a:t>
            </a:r>
            <a:r>
              <a:rPr kumimoji="1" lang="zh-CN" altLang="en-US" sz="2800">
                <a:latin typeface="Times New Roman" panose="02020603050405020304" pitchFamily="18" charset="0"/>
              </a:rPr>
              <a:t>每一个随机试验相应地有一个样本空间</a:t>
            </a:r>
            <a:r>
              <a:rPr kumimoji="1" lang="en-US" altLang="zh-CN" sz="2800">
                <a:latin typeface="Times New Roman" panose="02020603050405020304" pitchFamily="18" charset="0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</a:rPr>
              <a:t>样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2800">
                <a:latin typeface="Times New Roman" panose="02020603050405020304" pitchFamily="18" charset="0"/>
              </a:rPr>
              <a:t>本空间的子集就是随机事件</a:t>
            </a:r>
            <a:r>
              <a:rPr kumimoji="1" lang="en-US" altLang="zh-CN" sz="280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42340" name="Rectangle 4"/>
          <p:cNvSpPr>
            <a:spLocks noChangeArrowheads="1"/>
          </p:cNvSpPr>
          <p:nvPr/>
        </p:nvSpPr>
        <p:spPr bwMode="auto">
          <a:xfrm>
            <a:off x="2768600" y="3124201"/>
            <a:ext cx="1612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</a:rPr>
              <a:t>随机试验</a:t>
            </a:r>
          </a:p>
        </p:txBody>
      </p:sp>
      <p:sp>
        <p:nvSpPr>
          <p:cNvPr id="142341" name="Line 5"/>
          <p:cNvSpPr>
            <a:spLocks noChangeShapeType="1"/>
          </p:cNvSpPr>
          <p:nvPr/>
        </p:nvSpPr>
        <p:spPr bwMode="auto">
          <a:xfrm>
            <a:off x="4368800" y="3429000"/>
            <a:ext cx="838200" cy="0"/>
          </a:xfrm>
          <a:prstGeom prst="line">
            <a:avLst/>
          </a:prstGeom>
          <a:noFill/>
          <a:ln w="38100" cap="sq">
            <a:solidFill>
              <a:srgbClr val="FF0000"/>
            </a:solidFill>
            <a:miter lim="800000"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2342" name="Rectangle 6"/>
          <p:cNvSpPr>
            <a:spLocks noChangeArrowheads="1"/>
          </p:cNvSpPr>
          <p:nvPr/>
        </p:nvSpPr>
        <p:spPr bwMode="auto">
          <a:xfrm>
            <a:off x="5130800" y="3124201"/>
            <a:ext cx="1612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</a:rPr>
              <a:t>样本空间</a:t>
            </a:r>
          </a:p>
        </p:txBody>
      </p:sp>
      <p:grpSp>
        <p:nvGrpSpPr>
          <p:cNvPr id="2" name="Group 7"/>
          <p:cNvGrpSpPr/>
          <p:nvPr/>
        </p:nvGrpSpPr>
        <p:grpSpPr bwMode="auto">
          <a:xfrm>
            <a:off x="6731000" y="2895600"/>
            <a:ext cx="1066800" cy="533400"/>
            <a:chOff x="3408" y="2016"/>
            <a:chExt cx="672" cy="336"/>
          </a:xfrm>
        </p:grpSpPr>
        <p:sp>
          <p:nvSpPr>
            <p:cNvPr id="30729" name="Line 8"/>
            <p:cNvSpPr>
              <a:spLocks noChangeShapeType="1"/>
            </p:cNvSpPr>
            <p:nvPr/>
          </p:nvSpPr>
          <p:spPr bwMode="auto">
            <a:xfrm>
              <a:off x="3408" y="2352"/>
              <a:ext cx="672" cy="0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miter lim="800000"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30" name="Rectangle 9"/>
            <p:cNvSpPr>
              <a:spLocks noChangeArrowheads="1"/>
            </p:cNvSpPr>
            <p:nvPr/>
          </p:nvSpPr>
          <p:spPr bwMode="auto">
            <a:xfrm>
              <a:off x="3456" y="2016"/>
              <a:ext cx="5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>
                  <a:latin typeface="Times New Roman" panose="02020603050405020304" pitchFamily="18" charset="0"/>
                </a:rPr>
                <a:t>子集</a:t>
              </a:r>
            </a:p>
          </p:txBody>
        </p:sp>
      </p:grpSp>
      <p:sp>
        <p:nvSpPr>
          <p:cNvPr id="142346" name="Rectangle 10"/>
          <p:cNvSpPr>
            <a:spLocks noChangeArrowheads="1"/>
          </p:cNvSpPr>
          <p:nvPr/>
        </p:nvSpPr>
        <p:spPr bwMode="auto">
          <a:xfrm>
            <a:off x="7797800" y="3124201"/>
            <a:ext cx="1612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</a:rPr>
              <a:t>随机事件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2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9" grpId="0" autoUpdateAnimBg="0"/>
      <p:bldP spid="142340" grpId="0" autoUpdateAnimBg="0"/>
      <p:bldP spid="142342" grpId="0" autoUpdateAnimBg="0"/>
      <p:bldP spid="142346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1329300" y="661894"/>
          <a:ext cx="8173288" cy="1260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4" name="Document" r:id="rId3" imgW="4318000" imgH="673100" progId="Word.Document.8">
                  <p:embed/>
                </p:oleObj>
              </mc:Choice>
              <mc:Fallback>
                <p:oleObj name="Document" r:id="rId3" imgW="4318000" imgH="673100" progId="Word.Document.8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9300" y="661894"/>
                        <a:ext cx="8173288" cy="12602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293" name="Picture 4" descr="C:\Users\Ningrj\AppData\Roaming\Tencent\Users\767623779\QQ\WinTemp\RichOle\O)GA9YN$DN4LZVDS~8)M4CD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3979" y="3488908"/>
            <a:ext cx="2316115" cy="2225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699434" y="1346667"/>
          <a:ext cx="5683250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5" name="Document" r:id="rId6" imgW="2223135" imgH="373380" progId="Word.Document.8">
                  <p:embed/>
                </p:oleObj>
              </mc:Choice>
              <mc:Fallback>
                <p:oleObj name="Document" r:id="rId6" imgW="2223135" imgH="373380" progId="Word.Document.8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434" y="1346667"/>
                        <a:ext cx="5683250" cy="947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668057" y="2033785"/>
          <a:ext cx="10590213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6" name="Document" r:id="rId8" imgW="4134485" imgH="449580" progId="Word.Document.8">
                  <p:embed/>
                </p:oleObj>
              </mc:Choice>
              <mc:Fallback>
                <p:oleObj name="Document" r:id="rId8" imgW="4134485" imgH="449580" progId="Word.Document.8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057" y="2033785"/>
                        <a:ext cx="10590213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573928" y="2662435"/>
          <a:ext cx="10590213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7" name="Document" r:id="rId10" imgW="4134485" imgH="407035" progId="Word.Document.8">
                  <p:embed/>
                </p:oleObj>
              </mc:Choice>
              <mc:Fallback>
                <p:oleObj name="Document" r:id="rId10" imgW="4134485" imgH="407035" progId="Word.Document.8">
                  <p:embed/>
                  <p:pic>
                    <p:nvPicPr>
                      <p:cNvPr id="0" name="图片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928" y="2662435"/>
                        <a:ext cx="10590213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699620" y="3950074"/>
          <a:ext cx="6348413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8" name="Document" r:id="rId12" imgW="2480310" imgH="449580" progId="Word.Document.8">
                  <p:embed/>
                </p:oleObj>
              </mc:Choice>
              <mc:Fallback>
                <p:oleObj name="Document" r:id="rId12" imgW="2480310" imgH="449580" progId="Word.Document.8">
                  <p:embed/>
                  <p:pic>
                    <p:nvPicPr>
                      <p:cNvPr id="0" name="图片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620" y="3950074"/>
                        <a:ext cx="6348413" cy="114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/>
          <p:cNvGraphicFramePr>
            <a:graphicFrameLocks noChangeAspect="1"/>
          </p:cNvGraphicFramePr>
          <p:nvPr/>
        </p:nvGraphicFramePr>
        <p:xfrm>
          <a:off x="654423" y="4573168"/>
          <a:ext cx="5940425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9" name="Document" r:id="rId14" imgW="2333625" imgH="409575" progId="Word.Document.8">
                  <p:embed/>
                </p:oleObj>
              </mc:Choice>
              <mc:Fallback>
                <p:oleObj name="Document" r:id="rId14" imgW="2333625" imgH="409575" progId="Word.Document.8">
                  <p:embed/>
                  <p:pic>
                    <p:nvPicPr>
                      <p:cNvPr id="0" name="图片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423" y="4573168"/>
                        <a:ext cx="5940425" cy="103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"/>
          <p:cNvGraphicFramePr>
            <a:graphicFrameLocks noChangeAspect="1"/>
          </p:cNvGraphicFramePr>
          <p:nvPr/>
        </p:nvGraphicFramePr>
        <p:xfrm>
          <a:off x="1409795" y="5179847"/>
          <a:ext cx="466725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0" name="Document" r:id="rId16" imgW="1825625" imgH="431165" progId="Word.Document.8">
                  <p:embed/>
                </p:oleObj>
              </mc:Choice>
              <mc:Fallback>
                <p:oleObj name="Document" r:id="rId16" imgW="1825625" imgH="431165" progId="Word.Document.8">
                  <p:embed/>
                  <p:pic>
                    <p:nvPicPr>
                      <p:cNvPr id="0" name="图片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795" y="5179847"/>
                        <a:ext cx="4667250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8"/>
          <p:cNvGraphicFramePr>
            <a:graphicFrameLocks noChangeAspect="1"/>
          </p:cNvGraphicFramePr>
          <p:nvPr/>
        </p:nvGraphicFramePr>
        <p:xfrm>
          <a:off x="3873826" y="3479728"/>
          <a:ext cx="3905250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1" name="Document" r:id="rId18" imgW="1449705" imgH="220345" progId="Word.Document.8">
                  <p:embed/>
                </p:oleObj>
              </mc:Choice>
              <mc:Fallback>
                <p:oleObj name="Document" r:id="rId18" imgW="1449705" imgH="220345" progId="Word.Document.8">
                  <p:embed/>
                  <p:pic>
                    <p:nvPicPr>
                      <p:cNvPr id="0" name="图片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3826" y="3479728"/>
                        <a:ext cx="3905250" cy="585788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CC66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8"/>
          <p:cNvGraphicFramePr>
            <a:graphicFrameLocks noChangeAspect="1"/>
          </p:cNvGraphicFramePr>
          <p:nvPr/>
        </p:nvGraphicFramePr>
        <p:xfrm>
          <a:off x="731697" y="3479728"/>
          <a:ext cx="30480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2" name="Document" r:id="rId20" imgW="1128395" imgH="223520" progId="Word.Document.8">
                  <p:embed/>
                </p:oleObj>
              </mc:Choice>
              <mc:Fallback>
                <p:oleObj name="Document" r:id="rId20" imgW="1128395" imgH="223520" progId="Word.Document.8">
                  <p:embed/>
                  <p:pic>
                    <p:nvPicPr>
                      <p:cNvPr id="0" name="图片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697" y="3479728"/>
                        <a:ext cx="3048000" cy="59055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CC66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904875" y="730250"/>
          <a:ext cx="10313988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3" name="Document" r:id="rId3" imgW="4067175" imgH="379095" progId="Word.Document.8">
                  <p:embed/>
                </p:oleObj>
              </mc:Choice>
              <mc:Fallback>
                <p:oleObj name="Document" r:id="rId3" imgW="4067175" imgH="379095" progId="Word.Document.8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75" y="730250"/>
                        <a:ext cx="10313988" cy="95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/>
        </p:nvGraphicFramePr>
        <p:xfrm>
          <a:off x="828675" y="1361796"/>
          <a:ext cx="10313988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4" name="Document" r:id="rId5" imgW="4067175" imgH="385445" progId="Word.Document.8">
                  <p:embed/>
                </p:oleObj>
              </mc:Choice>
              <mc:Fallback>
                <p:oleObj name="Document" r:id="rId5" imgW="4067175" imgH="385445" progId="Word.Document.8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675" y="1361796"/>
                        <a:ext cx="10313988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677770" y="2036040"/>
          <a:ext cx="5167313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5" name="Document" r:id="rId7" imgW="2039620" imgH="397510" progId="Word.Document.8">
                  <p:embed/>
                </p:oleObj>
              </mc:Choice>
              <mc:Fallback>
                <p:oleObj name="Document" r:id="rId7" imgW="2039620" imgH="397510" progId="Word.Document.8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770" y="2036040"/>
                        <a:ext cx="5167313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/>
        </p:nvGraphicFramePr>
        <p:xfrm>
          <a:off x="1465263" y="2724150"/>
          <a:ext cx="6643687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6" name="Document" r:id="rId9" imgW="2623820" imgH="412750" progId="Word.Document.8">
                  <p:embed/>
                </p:oleObj>
              </mc:Choice>
              <mc:Fallback>
                <p:oleObj name="Document" r:id="rId9" imgW="2623820" imgH="412750" progId="Word.Document.8">
                  <p:embed/>
                  <p:pic>
                    <p:nvPicPr>
                      <p:cNvPr id="0" name="图片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5263" y="2724150"/>
                        <a:ext cx="6643687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762094" y="728525"/>
          <a:ext cx="422275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3" name="Document" r:id="rId3" imgW="1651635" imgH="431165" progId="Word.Document.8">
                  <p:embed/>
                </p:oleObj>
              </mc:Choice>
              <mc:Fallback>
                <p:oleObj name="Document" r:id="rId3" imgW="1651635" imgH="431165" progId="Word.Document.8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94" y="728525"/>
                        <a:ext cx="4222750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317" name="Picture 5" descr="C:\Users\Ningrj\AppData\Roaming\Tencent\Users\767623779\QQ\WinTemp\RichOle\)VHV%$JHEWO[J~})LTHR%EY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475" y="1431412"/>
            <a:ext cx="2140138" cy="2009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1371695" y="1348586"/>
          <a:ext cx="8253412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4" name="Document" r:id="rId6" imgW="3214370" imgH="363855" progId="Word.Document.8">
                  <p:embed/>
                </p:oleObj>
              </mc:Choice>
              <mc:Fallback>
                <p:oleObj name="Document" r:id="rId6" imgW="3214370" imgH="363855" progId="Word.Document.8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95" y="1348586"/>
                        <a:ext cx="8253412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677770" y="1998446"/>
          <a:ext cx="4964112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5" name="Document" r:id="rId8" imgW="1932940" imgH="388620" progId="Word.Document.8">
                  <p:embed/>
                </p:oleObj>
              </mc:Choice>
              <mc:Fallback>
                <p:oleObj name="Document" r:id="rId8" imgW="1932940" imgH="388620" progId="Word.Document.8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770" y="1998446"/>
                        <a:ext cx="4964112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/>
          <p:cNvGraphicFramePr>
            <a:graphicFrameLocks noChangeAspect="1"/>
          </p:cNvGraphicFramePr>
          <p:nvPr/>
        </p:nvGraphicFramePr>
        <p:xfrm>
          <a:off x="1371695" y="3487885"/>
          <a:ext cx="6859587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6" name="Document" r:id="rId10" imgW="2669540" imgH="403860" progId="Word.Document.8">
                  <p:embed/>
                </p:oleObj>
              </mc:Choice>
              <mc:Fallback>
                <p:oleObj name="Document" r:id="rId10" imgW="2669540" imgH="403860" progId="Word.Document.8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95" y="3487885"/>
                        <a:ext cx="6859587" cy="1030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8"/>
          <p:cNvGraphicFramePr>
            <a:graphicFrameLocks noChangeAspect="1"/>
          </p:cNvGraphicFramePr>
          <p:nvPr/>
        </p:nvGraphicFramePr>
        <p:xfrm>
          <a:off x="808038" y="2897188"/>
          <a:ext cx="30480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7" name="Document" r:id="rId12" imgW="1128395" imgH="223520" progId="Word.Document.8">
                  <p:embed/>
                </p:oleObj>
              </mc:Choice>
              <mc:Fallback>
                <p:oleObj name="Document" r:id="rId12" imgW="1128395" imgH="223520" progId="Word.Document.8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038" y="2897188"/>
                        <a:ext cx="3048000" cy="59055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CC66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8"/>
          <p:cNvGraphicFramePr>
            <a:graphicFrameLocks noChangeAspect="1"/>
          </p:cNvGraphicFramePr>
          <p:nvPr/>
        </p:nvGraphicFramePr>
        <p:xfrm>
          <a:off x="3986306" y="2897188"/>
          <a:ext cx="4799012" cy="600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8" name="Document" r:id="rId14" imgW="1786255" imgH="210820" progId="Word.Document.8">
                  <p:embed/>
                </p:oleObj>
              </mc:Choice>
              <mc:Fallback>
                <p:oleObj name="Document" r:id="rId14" imgW="1786255" imgH="210820" progId="Word.Document.8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6306" y="2897188"/>
                        <a:ext cx="4799012" cy="600478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CC66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808038" y="4262732"/>
            <a:ext cx="9778868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  <a:r>
              <a:rPr kumimoji="1" lang="zh-CN" altLang="en-US" sz="2800" dirty="0">
                <a:latin typeface="华文宋体" panose="02010600040101010101" pitchFamily="2" charset="-122"/>
                <a:ea typeface="华文宋体" panose="02010600040101010101" pitchFamily="2" charset="-122"/>
              </a:rPr>
              <a:t>    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某种产品的合格与否是由该产品的长度与直径是否合格所决定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,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因此 “产品不合格”是“长度不合格”与“直径不合格”的并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961745" y="700664"/>
          <a:ext cx="4143881" cy="7984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3" name="Document" r:id="rId3" imgW="1703705" imgH="330200" progId="Word.Document.8">
                  <p:embed/>
                </p:oleObj>
              </mc:Choice>
              <mc:Fallback>
                <p:oleObj name="Document" r:id="rId3" imgW="1703705" imgH="330200" progId="Word.Document.8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1745" y="700664"/>
                        <a:ext cx="4143881" cy="7984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342" name="Picture 4" descr="C:\Users\Ningrj\AppData\Roaming\Tencent\Users\767623779\QQ\WinTemp\RichOle\[_A8YL7K]2YX(AM6[F$8%9O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3806" y="2415988"/>
            <a:ext cx="2098205" cy="2083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Object 3"/>
          <p:cNvGraphicFramePr>
            <a:graphicFrameLocks noChangeAspect="1"/>
          </p:cNvGraphicFramePr>
          <p:nvPr/>
        </p:nvGraphicFramePr>
        <p:xfrm>
          <a:off x="559831" y="4060162"/>
          <a:ext cx="7771935" cy="885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4" name="Document" r:id="rId6" imgW="3058160" imgH="348615" progId="Word.Document.8">
                  <p:embed/>
                </p:oleObj>
              </mc:Choice>
              <mc:Fallback>
                <p:oleObj name="Document" r:id="rId6" imgW="3058160" imgH="348615" progId="Word.Document.8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831" y="4060162"/>
                        <a:ext cx="7771935" cy="8859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/>
          <p:cNvGraphicFramePr>
            <a:graphicFrameLocks noChangeAspect="1"/>
          </p:cNvGraphicFramePr>
          <p:nvPr/>
        </p:nvGraphicFramePr>
        <p:xfrm>
          <a:off x="2935105" y="4748116"/>
          <a:ext cx="4243380" cy="872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5" name="Document" r:id="rId8" imgW="1675765" imgH="348615" progId="Word.Document.8">
                  <p:embed/>
                </p:oleObj>
              </mc:Choice>
              <mc:Fallback>
                <p:oleObj name="Document" r:id="rId8" imgW="1675765" imgH="348615" progId="Word.Document.8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5105" y="4748116"/>
                        <a:ext cx="4243380" cy="8727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/>
          <p:cNvGraphicFramePr>
            <a:graphicFrameLocks noChangeAspect="1"/>
          </p:cNvGraphicFramePr>
          <p:nvPr/>
        </p:nvGraphicFramePr>
        <p:xfrm>
          <a:off x="1522133" y="1292291"/>
          <a:ext cx="8151813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6" name="Document" r:id="rId10" imgW="3201670" imgH="287655" progId="Word.Document.8">
                  <p:embed/>
                </p:oleObj>
              </mc:Choice>
              <mc:Fallback>
                <p:oleObj name="Document" r:id="rId10" imgW="3201670" imgH="287655" progId="Word.Document.8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2133" y="1292291"/>
                        <a:ext cx="8151813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"/>
          <p:cNvGraphicFramePr>
            <a:graphicFrameLocks noChangeAspect="1"/>
          </p:cNvGraphicFramePr>
          <p:nvPr/>
        </p:nvGraphicFramePr>
        <p:xfrm>
          <a:off x="863133" y="1975921"/>
          <a:ext cx="8550673" cy="9555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7" name="Document" r:id="rId12" imgW="3418840" imgH="385445" progId="Word.Document.8">
                  <p:embed/>
                </p:oleObj>
              </mc:Choice>
              <mc:Fallback>
                <p:oleObj name="Document" r:id="rId12" imgW="3418840" imgH="385445" progId="Word.Document.8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133" y="1975921"/>
                        <a:ext cx="8550673" cy="9555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/>
          <p:cNvGraphicFramePr>
            <a:graphicFrameLocks noChangeAspect="1"/>
          </p:cNvGraphicFramePr>
          <p:nvPr/>
        </p:nvGraphicFramePr>
        <p:xfrm>
          <a:off x="1000309" y="3457923"/>
          <a:ext cx="8522085" cy="905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8" name="Document" r:id="rId14" imgW="3418840" imgH="367030" progId="Word.Document.8">
                  <p:embed/>
                </p:oleObj>
              </mc:Choice>
              <mc:Fallback>
                <p:oleObj name="Document" r:id="rId14" imgW="3418840" imgH="367030" progId="Word.Document.8">
                  <p:embed/>
                  <p:pic>
                    <p:nvPicPr>
                      <p:cNvPr id="0" name="图片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309" y="3457923"/>
                        <a:ext cx="8522085" cy="9050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8"/>
          <p:cNvGraphicFramePr>
            <a:graphicFrameLocks noChangeAspect="1"/>
          </p:cNvGraphicFramePr>
          <p:nvPr/>
        </p:nvGraphicFramePr>
        <p:xfrm>
          <a:off x="1000309" y="2828363"/>
          <a:ext cx="3048000" cy="621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9" name="Document" r:id="rId16" imgW="1128395" imgH="223520" progId="Word.Document.8">
                  <p:embed/>
                </p:oleObj>
              </mc:Choice>
              <mc:Fallback>
                <p:oleObj name="Document" r:id="rId16" imgW="1128395" imgH="223520" progId="Word.Document.8">
                  <p:embed/>
                  <p:pic>
                    <p:nvPicPr>
                      <p:cNvPr id="0" name="图片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309" y="2828363"/>
                        <a:ext cx="3048000" cy="621265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CC66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8"/>
          <p:cNvGraphicFramePr>
            <a:graphicFrameLocks noChangeAspect="1"/>
          </p:cNvGraphicFramePr>
          <p:nvPr/>
        </p:nvGraphicFramePr>
        <p:xfrm>
          <a:off x="4191184" y="2828364"/>
          <a:ext cx="4571813" cy="637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0" name="Document" r:id="rId18" imgW="1608455" imgH="226060" progId="Word.Document.8">
                  <p:embed/>
                </p:oleObj>
              </mc:Choice>
              <mc:Fallback>
                <p:oleObj name="Document" r:id="rId18" imgW="1608455" imgH="226060" progId="Word.Document.8">
                  <p:embed/>
                  <p:pic>
                    <p:nvPicPr>
                      <p:cNvPr id="0" name="图片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184" y="2828364"/>
                        <a:ext cx="4571813" cy="63762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CC66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1029"/>
          <p:cNvGraphicFramePr>
            <a:graphicFrameLocks noChangeAspect="1"/>
          </p:cNvGraphicFramePr>
          <p:nvPr/>
        </p:nvGraphicFramePr>
        <p:xfrm>
          <a:off x="2150315" y="2548044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9" name="Equation" r:id="rId3" imgW="114300" imgH="177800" progId="Equation.DSMT4">
                  <p:embed/>
                </p:oleObj>
              </mc:Choice>
              <mc:Fallback>
                <p:oleObj name="Equation" r:id="rId3" imgW="114300" imgH="1778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0315" y="2548044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4"/>
          <p:cNvGraphicFramePr>
            <a:graphicFrameLocks noChangeAspect="1"/>
          </p:cNvGraphicFramePr>
          <p:nvPr/>
        </p:nvGraphicFramePr>
        <p:xfrm>
          <a:off x="2150315" y="2548044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0" name="Equation" r:id="rId5" imgW="114300" imgH="177800" progId="Equation.DSMT4">
                  <p:embed/>
                </p:oleObj>
              </mc:Choice>
              <mc:Fallback>
                <p:oleObj name="Equation" r:id="rId5" imgW="114300" imgH="1778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0315" y="2548044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343" name="Picture 5" descr="C:\Users\Ningrj\AppData\Roaming\Tencent\Users\767623779\QQ\WinTemp\RichOle\MC$JWD]RR}00F7H]Z{9AEXW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0721" y="1528056"/>
            <a:ext cx="2136051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Object 5"/>
          <p:cNvGraphicFramePr>
            <a:graphicFrameLocks noChangeAspect="1"/>
          </p:cNvGraphicFramePr>
          <p:nvPr/>
        </p:nvGraphicFramePr>
        <p:xfrm>
          <a:off x="1001713" y="645665"/>
          <a:ext cx="8761412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1" name="Document" r:id="rId7" imgW="3510915" imgH="342265" progId="Word.Document.8">
                  <p:embed/>
                </p:oleObj>
              </mc:Choice>
              <mc:Fallback>
                <p:oleObj name="Document" r:id="rId7" imgW="3510915" imgH="342265" progId="Word.Document.8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1713" y="645665"/>
                        <a:ext cx="8761412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/>
          <p:cNvGraphicFramePr>
            <a:graphicFrameLocks noChangeAspect="1"/>
          </p:cNvGraphicFramePr>
          <p:nvPr/>
        </p:nvGraphicFramePr>
        <p:xfrm>
          <a:off x="885826" y="1232617"/>
          <a:ext cx="8761413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2" name="Document" r:id="rId9" imgW="3510915" imgH="461645" progId="Word.Document.8">
                  <p:embed/>
                </p:oleObj>
              </mc:Choice>
              <mc:Fallback>
                <p:oleObj name="Document" r:id="rId9" imgW="3510915" imgH="461645" progId="Word.Document.8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826" y="1232617"/>
                        <a:ext cx="8761413" cy="114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/>
        </p:nvGraphicFramePr>
        <p:xfrm>
          <a:off x="885827" y="1880128"/>
          <a:ext cx="8761412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3" name="Document" r:id="rId11" imgW="3510915" imgH="324485" progId="Word.Document.8">
                  <p:embed/>
                </p:oleObj>
              </mc:Choice>
              <mc:Fallback>
                <p:oleObj name="Document" r:id="rId11" imgW="3510915" imgH="324485" progId="Word.Document.8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827" y="1880128"/>
                        <a:ext cx="8761412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/>
          <p:cNvGraphicFramePr>
            <a:graphicFrameLocks noChangeAspect="1"/>
          </p:cNvGraphicFramePr>
          <p:nvPr/>
        </p:nvGraphicFramePr>
        <p:xfrm>
          <a:off x="1509713" y="3265488"/>
          <a:ext cx="8761412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4" name="Document" r:id="rId13" imgW="3510915" imgH="455930" progId="Word.Document.8">
                  <p:embed/>
                </p:oleObj>
              </mc:Choice>
              <mc:Fallback>
                <p:oleObj name="Document" r:id="rId13" imgW="3510915" imgH="455930" progId="Word.Document.8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9713" y="3265488"/>
                        <a:ext cx="8761412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/>
          <p:cNvGraphicFramePr>
            <a:graphicFrameLocks noChangeAspect="1"/>
          </p:cNvGraphicFramePr>
          <p:nvPr/>
        </p:nvGraphicFramePr>
        <p:xfrm>
          <a:off x="896331" y="4115869"/>
          <a:ext cx="1554163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5" name="Document" r:id="rId15" imgW="657225" imgH="407035" progId="Word.Document.8">
                  <p:embed/>
                </p:oleObj>
              </mc:Choice>
              <mc:Fallback>
                <p:oleObj name="Document" r:id="rId15" imgW="657225" imgH="407035" progId="Word.Document.8">
                  <p:embed/>
                  <p:pic>
                    <p:nvPicPr>
                      <p:cNvPr id="0" name="图片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331" y="4115869"/>
                        <a:ext cx="1554163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/>
          <p:cNvGraphicFramePr>
            <a:graphicFrameLocks noChangeAspect="1"/>
          </p:cNvGraphicFramePr>
          <p:nvPr/>
        </p:nvGraphicFramePr>
        <p:xfrm>
          <a:off x="1375756" y="4115869"/>
          <a:ext cx="751363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6" name="Document" r:id="rId17" imgW="3024505" imgH="370205" progId="Word.Document.8">
                  <p:embed/>
                </p:oleObj>
              </mc:Choice>
              <mc:Fallback>
                <p:oleObj name="Document" r:id="rId17" imgW="3024505" imgH="370205" progId="Word.Document.8">
                  <p:embed/>
                  <p:pic>
                    <p:nvPicPr>
                      <p:cNvPr id="0" name="图片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5756" y="4115869"/>
                        <a:ext cx="7513638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6"/>
          <p:cNvGraphicFramePr>
            <a:graphicFrameLocks noChangeAspect="1"/>
          </p:cNvGraphicFramePr>
          <p:nvPr/>
        </p:nvGraphicFramePr>
        <p:xfrm>
          <a:off x="644385" y="4771694"/>
          <a:ext cx="1062355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7" name="Document" r:id="rId19" imgW="4149725" imgH="382270" progId="Word.Document.8">
                  <p:embed/>
                </p:oleObj>
              </mc:Choice>
              <mc:Fallback>
                <p:oleObj name="Document" r:id="rId19" imgW="4149725" imgH="382270" progId="Word.Document.8">
                  <p:embed/>
                  <p:pic>
                    <p:nvPicPr>
                      <p:cNvPr id="0" name="图片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85" y="4771694"/>
                        <a:ext cx="10623550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5"/>
          <p:cNvGraphicFramePr>
            <a:graphicFrameLocks noChangeAspect="1"/>
          </p:cNvGraphicFramePr>
          <p:nvPr/>
        </p:nvGraphicFramePr>
        <p:xfrm>
          <a:off x="8191081" y="4106344"/>
          <a:ext cx="3560762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8" name="Document" r:id="rId21" imgW="1437640" imgH="397510" progId="Word.Document.8">
                  <p:embed/>
                </p:oleObj>
              </mc:Choice>
              <mc:Fallback>
                <p:oleObj name="Document" r:id="rId21" imgW="1437640" imgH="397510" progId="Word.Document.8">
                  <p:embed/>
                  <p:pic>
                    <p:nvPicPr>
                      <p:cNvPr id="0" name="图片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1081" y="4106344"/>
                        <a:ext cx="3560762" cy="982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8"/>
          <p:cNvGraphicFramePr>
            <a:graphicFrameLocks noChangeAspect="1"/>
          </p:cNvGraphicFramePr>
          <p:nvPr/>
        </p:nvGraphicFramePr>
        <p:xfrm>
          <a:off x="1112091" y="2648880"/>
          <a:ext cx="3048000" cy="621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9" name="Document" r:id="rId23" imgW="1128395" imgH="223520" progId="Word.Document.8">
                  <p:embed/>
                </p:oleObj>
              </mc:Choice>
              <mc:Fallback>
                <p:oleObj name="Document" r:id="rId23" imgW="1128395" imgH="223520" progId="Word.Document.8">
                  <p:embed/>
                  <p:pic>
                    <p:nvPicPr>
                      <p:cNvPr id="0" name="图片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2091" y="2648880"/>
                        <a:ext cx="3048000" cy="621265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CC66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8"/>
          <p:cNvGraphicFramePr>
            <a:graphicFrameLocks noChangeAspect="1"/>
          </p:cNvGraphicFramePr>
          <p:nvPr/>
        </p:nvGraphicFramePr>
        <p:xfrm>
          <a:off x="4314825" y="2665413"/>
          <a:ext cx="4800600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0" name="Document" r:id="rId25" imgW="1694180" imgH="220345" progId="Word.Document.8">
                  <p:embed/>
                </p:oleObj>
              </mc:Choice>
              <mc:Fallback>
                <p:oleObj name="Document" r:id="rId25" imgW="1694180" imgH="220345" progId="Word.Document.8">
                  <p:embed/>
                  <p:pic>
                    <p:nvPicPr>
                      <p:cNvPr id="0" name="图片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4825" y="2665413"/>
                        <a:ext cx="4800600" cy="614362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CC66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769938" y="762460"/>
          <a:ext cx="10240962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9" name="Document" r:id="rId3" imgW="3850005" imgH="299720" progId="Word.Document.8">
                  <p:embed/>
                </p:oleObj>
              </mc:Choice>
              <mc:Fallback>
                <p:oleObj name="Document" r:id="rId3" imgW="3850005" imgH="299720" progId="Word.Document.8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938" y="762460"/>
                        <a:ext cx="10240962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366" name="Picture 6" descr="C:\Users\Ningrj\AppData\Roaming\Tencent\Users\767623779\QQ\WinTemp\RichOle\7{7M0U%HC[4ST~I7[)G7A0V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2475" y="1156160"/>
            <a:ext cx="2022638" cy="185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Object 3"/>
          <p:cNvGraphicFramePr>
            <a:graphicFrameLocks noChangeAspect="1"/>
          </p:cNvGraphicFramePr>
          <p:nvPr/>
        </p:nvGraphicFramePr>
        <p:xfrm>
          <a:off x="769938" y="1428884"/>
          <a:ext cx="8286750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0" name="Document" r:id="rId6" imgW="3116580" imgH="363855" progId="Word.Document.8">
                  <p:embed/>
                </p:oleObj>
              </mc:Choice>
              <mc:Fallback>
                <p:oleObj name="Document" r:id="rId6" imgW="3116580" imgH="363855" progId="Word.Document.8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938" y="1428884"/>
                        <a:ext cx="8286750" cy="957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769938" y="2130183"/>
          <a:ext cx="6694487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1" name="Document" r:id="rId8" imgW="2519680" imgH="354965" progId="Word.Document.8">
                  <p:embed/>
                </p:oleObj>
              </mc:Choice>
              <mc:Fallback>
                <p:oleObj name="Document" r:id="rId8" imgW="2519680" imgH="354965" progId="Word.Document.8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938" y="2130183"/>
                        <a:ext cx="6694487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/>
        </p:nvGraphicFramePr>
        <p:xfrm>
          <a:off x="1397776" y="2884549"/>
          <a:ext cx="10240962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2" name="Document" r:id="rId10" imgW="3850005" imgH="327025" progId="Word.Document.8">
                  <p:embed/>
                </p:oleObj>
              </mc:Choice>
              <mc:Fallback>
                <p:oleObj name="Document" r:id="rId10" imgW="3850005" imgH="327025" progId="Word.Document.8">
                  <p:embed/>
                  <p:pic>
                    <p:nvPicPr>
                      <p:cNvPr id="0" name="图片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7776" y="2884549"/>
                        <a:ext cx="10240962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798513" y="3733800"/>
            <a:ext cx="9637392" cy="1114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10000"/>
              </a:spcBef>
            </a:pPr>
            <a:r>
              <a:rPr kumimoji="1"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实例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   抛掷一枚硬币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, “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出现花面” 与 “出现字面”是互不相容的两个事件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.</a:t>
            </a:r>
          </a:p>
        </p:txBody>
      </p:sp>
      <p:pic>
        <p:nvPicPr>
          <p:cNvPr id="11" name="Picture 7" descr="yb3"/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1B2248"/>
              </a:clrFrom>
              <a:clrTo>
                <a:srgbClr val="1B224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9015" y="4344347"/>
            <a:ext cx="98742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6" descr="yb1"/>
          <p:cNvPicPr>
            <a:picLocks noChangeAspect="1" noChangeArrowheads="1"/>
          </p:cNvPicPr>
          <p:nvPr/>
        </p:nvPicPr>
        <p:blipFill>
          <a:blip r:embed="rId13">
            <a:clrChange>
              <a:clrFrom>
                <a:srgbClr val="1B2248"/>
              </a:clrFrom>
              <a:clrTo>
                <a:srgbClr val="1B2248">
                  <a:alpha val="0"/>
                </a:srgbClr>
              </a:clrTo>
            </a:clrChange>
            <a:lum contras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6440" y="4327678"/>
            <a:ext cx="952500" cy="92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5" name="Picture 4" descr="C:\Users\Ningrj\AppData\Roaming\Tencent\Users\767623779\QQ\WinTemp\RichOle\@@MS7J06ZM0Y0BG%VXXZ})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2719" y="2730546"/>
            <a:ext cx="2196354" cy="2000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Object 5"/>
          <p:cNvGraphicFramePr>
            <a:graphicFrameLocks noChangeAspect="1"/>
          </p:cNvGraphicFramePr>
          <p:nvPr/>
        </p:nvGraphicFramePr>
        <p:xfrm>
          <a:off x="870786" y="541338"/>
          <a:ext cx="10431462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5" name="Document" r:id="rId4" imgW="3883660" imgH="318135" progId="Word.Document.8">
                  <p:embed/>
                </p:oleObj>
              </mc:Choice>
              <mc:Fallback>
                <p:oleObj name="Document" r:id="rId4" imgW="3883660" imgH="318135" progId="Word.Document.8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786" y="541338"/>
                        <a:ext cx="10431462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1567698" y="1171575"/>
          <a:ext cx="10004425" cy="149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6" name="Document" r:id="rId6" imgW="3724910" imgH="559435" progId="Word.Document.8">
                  <p:embed/>
                </p:oleObj>
              </mc:Choice>
              <mc:Fallback>
                <p:oleObj name="Document" r:id="rId6" imgW="3724910" imgH="559435" progId="Word.Document.8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7698" y="1171575"/>
                        <a:ext cx="10004425" cy="1493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832686" y="1925638"/>
          <a:ext cx="10550525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7" name="Document" r:id="rId8" imgW="3926840" imgH="314960" progId="Word.Document.8">
                  <p:embed/>
                </p:oleObj>
              </mc:Choice>
              <mc:Fallback>
                <p:oleObj name="Document" r:id="rId8" imgW="3926840" imgH="314960" progId="Word.Document.8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686" y="1925638"/>
                        <a:ext cx="10550525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/>
          <p:cNvGraphicFramePr>
            <a:graphicFrameLocks noChangeAspect="1"/>
          </p:cNvGraphicFramePr>
          <p:nvPr/>
        </p:nvGraphicFramePr>
        <p:xfrm>
          <a:off x="781139" y="2629135"/>
          <a:ext cx="1862137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8" name="Document" r:id="rId10" imgW="697230" imgH="314960" progId="Word.Document.8">
                  <p:embed/>
                </p:oleObj>
              </mc:Choice>
              <mc:Fallback>
                <p:oleObj name="Document" r:id="rId10" imgW="697230" imgH="314960" progId="Word.Document.8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139" y="2629135"/>
                        <a:ext cx="1862137" cy="842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/>
        </p:nvGraphicFramePr>
        <p:xfrm>
          <a:off x="1745663" y="4156168"/>
          <a:ext cx="351155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9" name="Document" r:id="rId12" imgW="1318260" imgH="302895" progId="Word.Document.8">
                  <p:embed/>
                </p:oleObj>
              </mc:Choice>
              <mc:Fallback>
                <p:oleObj name="Document" r:id="rId12" imgW="1318260" imgH="302895" progId="Word.Document.8">
                  <p:embed/>
                  <p:pic>
                    <p:nvPicPr>
                      <p:cNvPr id="0" name="图片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5663" y="4156168"/>
                        <a:ext cx="3511550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/>
          <p:cNvGraphicFramePr>
            <a:graphicFrameLocks noChangeAspect="1"/>
          </p:cNvGraphicFramePr>
          <p:nvPr/>
        </p:nvGraphicFramePr>
        <p:xfrm>
          <a:off x="1516245" y="3342809"/>
          <a:ext cx="8326437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0" name="Document" r:id="rId14" imgW="3098165" imgH="394335" progId="Word.Document.8">
                  <p:embed/>
                </p:oleObj>
              </mc:Choice>
              <mc:Fallback>
                <p:oleObj name="Document" r:id="rId14" imgW="3098165" imgH="394335" progId="Word.Document.8">
                  <p:embed/>
                  <p:pic>
                    <p:nvPicPr>
                      <p:cNvPr id="0" name="图片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6245" y="3342809"/>
                        <a:ext cx="8326437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3"/>
          <p:cNvGraphicFramePr>
            <a:graphicFrameLocks noChangeAspect="1"/>
          </p:cNvGraphicFramePr>
          <p:nvPr/>
        </p:nvGraphicFramePr>
        <p:xfrm>
          <a:off x="959079" y="4187586"/>
          <a:ext cx="1554163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1" name="Document" r:id="rId16" imgW="657225" imgH="407035" progId="Word.Document.8">
                  <p:embed/>
                </p:oleObj>
              </mc:Choice>
              <mc:Fallback>
                <p:oleObj name="Document" r:id="rId16" imgW="657225" imgH="407035" progId="Word.Document.8">
                  <p:embed/>
                  <p:pic>
                    <p:nvPicPr>
                      <p:cNvPr id="0" name="图片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9079" y="4187586"/>
                        <a:ext cx="1554163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6"/>
          <p:cNvGraphicFramePr>
            <a:graphicFrameLocks noChangeAspect="1"/>
          </p:cNvGraphicFramePr>
          <p:nvPr/>
        </p:nvGraphicFramePr>
        <p:xfrm>
          <a:off x="4230482" y="4168690"/>
          <a:ext cx="5408613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2" name="Document" r:id="rId18" imgW="2256790" imgH="327025" progId="Word.Document.8">
                  <p:embed/>
                </p:oleObj>
              </mc:Choice>
              <mc:Fallback>
                <p:oleObj name="Document" r:id="rId18" imgW="2256790" imgH="327025" progId="Word.Document.8">
                  <p:embed/>
                  <p:pic>
                    <p:nvPicPr>
                      <p:cNvPr id="0" name="图片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0482" y="4168690"/>
                        <a:ext cx="5408613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832686" y="5100695"/>
            <a:ext cx="7494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实例</a:t>
            </a:r>
            <a:r>
              <a:rPr kumimoji="1"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  “骰子出现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1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点”               “骰子不出现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1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点”</a:t>
            </a:r>
          </a:p>
        </p:txBody>
      </p:sp>
      <p:grpSp>
        <p:nvGrpSpPr>
          <p:cNvPr id="19" name="Group 17"/>
          <p:cNvGrpSpPr/>
          <p:nvPr/>
        </p:nvGrpSpPr>
        <p:grpSpPr bwMode="auto">
          <a:xfrm>
            <a:off x="4685713" y="4959443"/>
            <a:ext cx="1143000" cy="519113"/>
            <a:chOff x="2784" y="1680"/>
            <a:chExt cx="720" cy="327"/>
          </a:xfrm>
        </p:grpSpPr>
        <p:sp>
          <p:nvSpPr>
            <p:cNvPr id="20" name="Line 18"/>
            <p:cNvSpPr>
              <a:spLocks noChangeShapeType="1"/>
            </p:cNvSpPr>
            <p:nvPr/>
          </p:nvSpPr>
          <p:spPr bwMode="auto">
            <a:xfrm>
              <a:off x="2784" y="1968"/>
              <a:ext cx="72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" name="Rectangle 19"/>
            <p:cNvSpPr>
              <a:spLocks noChangeArrowheads="1"/>
            </p:cNvSpPr>
            <p:nvPr/>
          </p:nvSpPr>
          <p:spPr bwMode="auto">
            <a:xfrm>
              <a:off x="2832" y="1680"/>
              <a:ext cx="5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对立</a:t>
              </a:r>
            </a:p>
          </p:txBody>
        </p:sp>
      </p:grpSp>
      <p:grpSp>
        <p:nvGrpSpPr>
          <p:cNvPr id="22" name="Group 15"/>
          <p:cNvGrpSpPr/>
          <p:nvPr/>
        </p:nvGrpSpPr>
        <p:grpSpPr bwMode="auto">
          <a:xfrm>
            <a:off x="9589665" y="5157279"/>
            <a:ext cx="1295400" cy="685800"/>
            <a:chOff x="1248" y="2928"/>
            <a:chExt cx="816" cy="432"/>
          </a:xfrm>
        </p:grpSpPr>
        <p:pic>
          <p:nvPicPr>
            <p:cNvPr id="23" name="Picture 16" descr="2点"/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928"/>
              <a:ext cx="518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" name="Picture 17" descr="1点1"/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2" y="2928"/>
              <a:ext cx="442" cy="4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ChangeArrowheads="1"/>
          </p:cNvSpPr>
          <p:nvPr/>
        </p:nvSpPr>
        <p:spPr bwMode="auto">
          <a:xfrm>
            <a:off x="2438400" y="814388"/>
            <a:ext cx="4470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solidFill>
                  <a:srgbClr val="2736F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对立事件与互斥事件的区别</a:t>
            </a:r>
          </a:p>
        </p:txBody>
      </p:sp>
      <p:sp>
        <p:nvSpPr>
          <p:cNvPr id="152579" name="Rectangle 3"/>
          <p:cNvSpPr>
            <a:spLocks noChangeArrowheads="1"/>
          </p:cNvSpPr>
          <p:nvPr/>
        </p:nvSpPr>
        <p:spPr bwMode="auto">
          <a:xfrm>
            <a:off x="2819400" y="2971800"/>
            <a:ext cx="3124200" cy="914400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2580" name="Rectangle 4"/>
          <p:cNvSpPr>
            <a:spLocks noChangeArrowheads="1"/>
          </p:cNvSpPr>
          <p:nvPr/>
        </p:nvSpPr>
        <p:spPr bwMode="auto">
          <a:xfrm>
            <a:off x="6629400" y="2971800"/>
            <a:ext cx="3124200" cy="914400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2581" name="Text Box 5"/>
          <p:cNvSpPr txBox="1">
            <a:spLocks noChangeArrowheads="1"/>
          </p:cNvSpPr>
          <p:nvPr/>
        </p:nvSpPr>
        <p:spPr bwMode="auto">
          <a:xfrm>
            <a:off x="5562600" y="3429001"/>
            <a:ext cx="45236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Ω</a:t>
            </a:r>
          </a:p>
        </p:txBody>
      </p:sp>
      <p:sp>
        <p:nvSpPr>
          <p:cNvPr id="152582" name="Text Box 6"/>
          <p:cNvSpPr txBox="1">
            <a:spLocks noChangeArrowheads="1"/>
          </p:cNvSpPr>
          <p:nvPr/>
        </p:nvSpPr>
        <p:spPr bwMode="auto">
          <a:xfrm>
            <a:off x="9448800" y="3451226"/>
            <a:ext cx="45236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Ω</a:t>
            </a:r>
          </a:p>
        </p:txBody>
      </p:sp>
      <p:grpSp>
        <p:nvGrpSpPr>
          <p:cNvPr id="2" name="Group 7"/>
          <p:cNvGrpSpPr/>
          <p:nvPr/>
        </p:nvGrpSpPr>
        <p:grpSpPr bwMode="auto">
          <a:xfrm>
            <a:off x="3124200" y="3124200"/>
            <a:ext cx="838200" cy="533400"/>
            <a:chOff x="960" y="1584"/>
            <a:chExt cx="528" cy="336"/>
          </a:xfrm>
        </p:grpSpPr>
        <p:sp>
          <p:nvSpPr>
            <p:cNvPr id="40988" name="Oval 8"/>
            <p:cNvSpPr>
              <a:spLocks noChangeArrowheads="1"/>
            </p:cNvSpPr>
            <p:nvPr/>
          </p:nvSpPr>
          <p:spPr bwMode="auto">
            <a:xfrm>
              <a:off x="960" y="1584"/>
              <a:ext cx="528" cy="336"/>
            </a:xfrm>
            <a:prstGeom prst="ellipse">
              <a:avLst/>
            </a:prstGeom>
            <a:solidFill>
              <a:srgbClr val="F8F8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989" name="Rectangle 9"/>
            <p:cNvSpPr>
              <a:spLocks noChangeArrowheads="1"/>
            </p:cNvSpPr>
            <p:nvPr/>
          </p:nvSpPr>
          <p:spPr bwMode="auto">
            <a:xfrm>
              <a:off x="1104" y="1584"/>
              <a:ext cx="2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i="1"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3" name="Group 10"/>
          <p:cNvGrpSpPr/>
          <p:nvPr/>
        </p:nvGrpSpPr>
        <p:grpSpPr bwMode="auto">
          <a:xfrm>
            <a:off x="4419600" y="3200401"/>
            <a:ext cx="685800" cy="519113"/>
            <a:chOff x="1776" y="1632"/>
            <a:chExt cx="432" cy="327"/>
          </a:xfrm>
        </p:grpSpPr>
        <p:sp>
          <p:nvSpPr>
            <p:cNvPr id="40986" name="Oval 11"/>
            <p:cNvSpPr>
              <a:spLocks noChangeArrowheads="1"/>
            </p:cNvSpPr>
            <p:nvPr/>
          </p:nvSpPr>
          <p:spPr bwMode="auto">
            <a:xfrm>
              <a:off x="1776" y="1632"/>
              <a:ext cx="432" cy="288"/>
            </a:xfrm>
            <a:prstGeom prst="ellipse">
              <a:avLst/>
            </a:prstGeom>
            <a:solidFill>
              <a:srgbClr val="F8F8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987" name="Rectangle 12"/>
            <p:cNvSpPr>
              <a:spLocks noChangeArrowheads="1"/>
            </p:cNvSpPr>
            <p:nvPr/>
          </p:nvSpPr>
          <p:spPr bwMode="auto">
            <a:xfrm>
              <a:off x="1920" y="1632"/>
              <a:ext cx="2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i="1">
                  <a:latin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4" name="Group 13"/>
          <p:cNvGrpSpPr/>
          <p:nvPr/>
        </p:nvGrpSpPr>
        <p:grpSpPr bwMode="auto">
          <a:xfrm>
            <a:off x="7086600" y="3124200"/>
            <a:ext cx="1143000" cy="685800"/>
            <a:chOff x="3456" y="1584"/>
            <a:chExt cx="720" cy="432"/>
          </a:xfrm>
        </p:grpSpPr>
        <p:sp>
          <p:nvSpPr>
            <p:cNvPr id="40984" name="Oval 14"/>
            <p:cNvSpPr>
              <a:spLocks noChangeArrowheads="1"/>
            </p:cNvSpPr>
            <p:nvPr/>
          </p:nvSpPr>
          <p:spPr bwMode="auto">
            <a:xfrm>
              <a:off x="3456" y="1584"/>
              <a:ext cx="720" cy="432"/>
            </a:xfrm>
            <a:prstGeom prst="ellipse">
              <a:avLst/>
            </a:prstGeom>
            <a:solidFill>
              <a:srgbClr val="F8F8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985" name="Rectangle 15"/>
            <p:cNvSpPr>
              <a:spLocks noChangeArrowheads="1"/>
            </p:cNvSpPr>
            <p:nvPr/>
          </p:nvSpPr>
          <p:spPr bwMode="auto">
            <a:xfrm>
              <a:off x="3552" y="1632"/>
              <a:ext cx="2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i="1">
                  <a:latin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152592" name="Rectangle 16"/>
          <p:cNvSpPr>
            <a:spLocks noChangeArrowheads="1"/>
          </p:cNvSpPr>
          <p:nvPr/>
        </p:nvSpPr>
        <p:spPr bwMode="auto">
          <a:xfrm>
            <a:off x="8534400" y="3276601"/>
            <a:ext cx="4206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i="1">
                <a:latin typeface="Times New Roman" panose="02020603050405020304" pitchFamily="18" charset="0"/>
              </a:rPr>
              <a:t>B</a:t>
            </a:r>
          </a:p>
        </p:txBody>
      </p:sp>
      <p:graphicFrame>
        <p:nvGraphicFramePr>
          <p:cNvPr id="152593" name="Object 17"/>
          <p:cNvGraphicFramePr>
            <a:graphicFrameLocks noChangeAspect="1"/>
          </p:cNvGraphicFramePr>
          <p:nvPr/>
        </p:nvGraphicFramePr>
        <p:xfrm>
          <a:off x="8867775" y="3319463"/>
          <a:ext cx="584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4" name="Equation" r:id="rId3" imgW="584200" imgH="368300" progId="Equation.3">
                  <p:embed/>
                </p:oleObj>
              </mc:Choice>
              <mc:Fallback>
                <p:oleObj name="Equation" r:id="rId3" imgW="584200" imgH="3683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67775" y="3319463"/>
                        <a:ext cx="584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94" name="Rectangle 18"/>
          <p:cNvSpPr>
            <a:spLocks noChangeArrowheads="1"/>
          </p:cNvSpPr>
          <p:nvPr/>
        </p:nvSpPr>
        <p:spPr bwMode="auto">
          <a:xfrm>
            <a:off x="7162800" y="1600201"/>
            <a:ext cx="18176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B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对立</a:t>
            </a:r>
          </a:p>
        </p:txBody>
      </p:sp>
      <p:sp>
        <p:nvSpPr>
          <p:cNvPr id="152595" name="Rectangle 19"/>
          <p:cNvSpPr>
            <a:spLocks noChangeArrowheads="1"/>
          </p:cNvSpPr>
          <p:nvPr/>
        </p:nvSpPr>
        <p:spPr bwMode="auto">
          <a:xfrm>
            <a:off x="3352800" y="1600201"/>
            <a:ext cx="18176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B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互斥</a:t>
            </a:r>
          </a:p>
        </p:txBody>
      </p:sp>
      <p:graphicFrame>
        <p:nvGraphicFramePr>
          <p:cNvPr id="152596" name="Object 20"/>
          <p:cNvGraphicFramePr>
            <a:graphicFrameLocks noChangeAspect="1"/>
          </p:cNvGraphicFramePr>
          <p:nvPr/>
        </p:nvGraphicFramePr>
        <p:xfrm>
          <a:off x="6828639" y="4241024"/>
          <a:ext cx="3124200" cy="38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5" name="Equation" r:id="rId5" imgW="35966400" imgH="4267200" progId="Equation.DSMT4">
                  <p:embed/>
                </p:oleObj>
              </mc:Choice>
              <mc:Fallback>
                <p:oleObj name="Equation" r:id="rId5" imgW="35966400" imgH="42672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8639" y="4241024"/>
                        <a:ext cx="3124200" cy="38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97" name="Object 21"/>
          <p:cNvGraphicFramePr>
            <a:graphicFrameLocks noChangeAspect="1"/>
          </p:cNvGraphicFramePr>
          <p:nvPr/>
        </p:nvGraphicFramePr>
        <p:xfrm>
          <a:off x="3721100" y="4254500"/>
          <a:ext cx="1333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6" name="Equation" r:id="rId7" imgW="1333500" imgH="393700" progId="Equation.3">
                  <p:embed/>
                </p:oleObj>
              </mc:Choice>
              <mc:Fallback>
                <p:oleObj name="Equation" r:id="rId7" imgW="1333500" imgH="3937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1100" y="4254500"/>
                        <a:ext cx="1333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98" name="Rectangle 22"/>
          <p:cNvSpPr>
            <a:spLocks noChangeArrowheads="1"/>
          </p:cNvSpPr>
          <p:nvPr/>
        </p:nvSpPr>
        <p:spPr bwMode="auto">
          <a:xfrm>
            <a:off x="3733800" y="5083176"/>
            <a:ext cx="1257300" cy="519113"/>
          </a:xfrm>
          <a:prstGeom prst="rect">
            <a:avLst/>
          </a:prstGeom>
          <a:solidFill>
            <a:srgbClr val="800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互  斥</a:t>
            </a:r>
          </a:p>
        </p:txBody>
      </p:sp>
      <p:sp>
        <p:nvSpPr>
          <p:cNvPr id="152599" name="Rectangle 23"/>
          <p:cNvSpPr>
            <a:spLocks noChangeArrowheads="1"/>
          </p:cNvSpPr>
          <p:nvPr/>
        </p:nvSpPr>
        <p:spPr bwMode="auto">
          <a:xfrm>
            <a:off x="7391401" y="5105401"/>
            <a:ext cx="1254125" cy="519113"/>
          </a:xfrm>
          <a:prstGeom prst="rect">
            <a:avLst/>
          </a:prstGeom>
          <a:solidFill>
            <a:srgbClr val="800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solidFill>
                  <a:srgbClr val="FFFF00"/>
                </a:solidFill>
                <a:latin typeface="Times New Roman" panose="02020603050405020304" pitchFamily="18" charset="0"/>
              </a:rPr>
              <a:t>对</a:t>
            </a:r>
            <a:r>
              <a:rPr kumimoji="1" lang="zh-CN" altLang="en-US" sz="280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</a:t>
            </a:r>
            <a:r>
              <a:rPr kumimoji="1" lang="zh-CN" altLang="en-US" sz="2800">
                <a:solidFill>
                  <a:srgbClr val="FFFF00"/>
                </a:solidFill>
                <a:latin typeface="Times New Roman" panose="02020603050405020304" pitchFamily="18" charset="0"/>
              </a:rPr>
              <a:t>立</a:t>
            </a:r>
          </a:p>
        </p:txBody>
      </p:sp>
      <p:grpSp>
        <p:nvGrpSpPr>
          <p:cNvPr id="8" name="Group 24"/>
          <p:cNvGrpSpPr/>
          <p:nvPr/>
        </p:nvGrpSpPr>
        <p:grpSpPr bwMode="auto">
          <a:xfrm>
            <a:off x="5410200" y="5181600"/>
            <a:ext cx="1524000" cy="304800"/>
            <a:chOff x="2352" y="3216"/>
            <a:chExt cx="720" cy="192"/>
          </a:xfrm>
        </p:grpSpPr>
        <p:sp>
          <p:nvSpPr>
            <p:cNvPr id="40982" name="Line 25"/>
            <p:cNvSpPr>
              <a:spLocks noChangeShapeType="1"/>
            </p:cNvSpPr>
            <p:nvPr/>
          </p:nvSpPr>
          <p:spPr bwMode="auto">
            <a:xfrm>
              <a:off x="2352" y="3312"/>
              <a:ext cx="72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0983" name="Line 26"/>
            <p:cNvSpPr>
              <a:spLocks noChangeShapeType="1"/>
            </p:cNvSpPr>
            <p:nvPr/>
          </p:nvSpPr>
          <p:spPr bwMode="auto">
            <a:xfrm>
              <a:off x="2496" y="3216"/>
              <a:ext cx="336" cy="1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52603" name="Line 27"/>
          <p:cNvSpPr>
            <a:spLocks noChangeShapeType="1"/>
          </p:cNvSpPr>
          <p:nvPr/>
        </p:nvSpPr>
        <p:spPr bwMode="auto">
          <a:xfrm flipH="1">
            <a:off x="5410200" y="5562600"/>
            <a:ext cx="15240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2604" name="AutoShape 28"/>
          <p:cNvSpPr>
            <a:spLocks noChangeArrowheads="1"/>
          </p:cNvSpPr>
          <p:nvPr/>
        </p:nvSpPr>
        <p:spPr bwMode="auto">
          <a:xfrm>
            <a:off x="7848600" y="2362200"/>
            <a:ext cx="609600" cy="5334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2605" name="AutoShape 29"/>
          <p:cNvSpPr>
            <a:spLocks noChangeArrowheads="1"/>
          </p:cNvSpPr>
          <p:nvPr/>
        </p:nvSpPr>
        <p:spPr bwMode="auto">
          <a:xfrm>
            <a:off x="3886200" y="2286000"/>
            <a:ext cx="609600" cy="5334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2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52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2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2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2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52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2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2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52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52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52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152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79" grpId="0" animBg="1"/>
      <p:bldP spid="152580" grpId="0" animBg="1"/>
      <p:bldP spid="152581" grpId="0" autoUpdateAnimBg="0"/>
      <p:bldP spid="152582" grpId="0" autoUpdateAnimBg="0"/>
      <p:bldP spid="152592" grpId="0" autoUpdateAnimBg="0"/>
      <p:bldP spid="152594" grpId="0" autoUpdateAnimBg="0"/>
      <p:bldP spid="152595" grpId="0" autoUpdateAnimBg="0"/>
      <p:bldP spid="152598" grpId="0" animBg="1" autoUpdateAnimBg="0"/>
      <p:bldP spid="152599" grpId="0" animBg="1" autoUpdateAnimBg="0"/>
      <p:bldP spid="152604" grpId="0" animBg="1"/>
      <p:bldP spid="15260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746125" y="772319"/>
          <a:ext cx="10644188" cy="1446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1" name="Document" r:id="rId3" imgW="4666615" imgH="639445" progId="Word.Document.8">
                  <p:embed/>
                </p:oleObj>
              </mc:Choice>
              <mc:Fallback>
                <p:oleObj name="Document" r:id="rId3" imgW="4666615" imgH="639445" progId="Word.Document.8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25" y="772319"/>
                        <a:ext cx="10644188" cy="1446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0789" name="Object 4"/>
          <p:cNvGraphicFramePr>
            <a:graphicFrameLocks noChangeAspect="1"/>
          </p:cNvGraphicFramePr>
          <p:nvPr/>
        </p:nvGraphicFramePr>
        <p:xfrm>
          <a:off x="1924050" y="1998730"/>
          <a:ext cx="3736202" cy="956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2" name="Document" r:id="rId5" imgW="1614805" imgH="419100" progId="Word.Document.8">
                  <p:embed/>
                </p:oleObj>
              </mc:Choice>
              <mc:Fallback>
                <p:oleObj name="Document" r:id="rId5" imgW="1614805" imgH="419100" progId="Word.Document.8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1998730"/>
                        <a:ext cx="3736202" cy="9565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758825" y="2771775"/>
          <a:ext cx="10629900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3" name="Document" r:id="rId7" imgW="4737100" imgH="394335" progId="Word.Document.8">
                  <p:embed/>
                </p:oleObj>
              </mc:Choice>
              <mc:Fallback>
                <p:oleObj name="Document" r:id="rId7" imgW="4737100" imgH="394335" progId="Word.Document.8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825" y="2771775"/>
                        <a:ext cx="10629900" cy="88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036763" y="3990975"/>
          <a:ext cx="9167812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4" name="Document" r:id="rId9" imgW="3850005" imgH="357505" progId="Word.Document.8">
                  <p:embed/>
                </p:oleObj>
              </mc:Choice>
              <mc:Fallback>
                <p:oleObj name="Document" r:id="rId9" imgW="3850005" imgH="357505" progId="Word.Document.8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6763" y="3990975"/>
                        <a:ext cx="9167812" cy="842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/>
        </p:nvGraphicFramePr>
        <p:xfrm>
          <a:off x="2841114" y="4642642"/>
          <a:ext cx="2806101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5" name="Document" r:id="rId11" imgW="1217930" imgH="324485" progId="Word.Document.8">
                  <p:embed/>
                </p:oleObj>
              </mc:Choice>
              <mc:Fallback>
                <p:oleObj name="Document" r:id="rId11" imgW="1217930" imgH="324485" progId="Word.Document.8">
                  <p:embed/>
                  <p:pic>
                    <p:nvPicPr>
                      <p:cNvPr id="0" name="图片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1114" y="4642642"/>
                        <a:ext cx="2806101" cy="747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/>
          <p:cNvGraphicFramePr>
            <a:graphicFrameLocks noChangeAspect="1"/>
          </p:cNvGraphicFramePr>
          <p:nvPr/>
        </p:nvGraphicFramePr>
        <p:xfrm>
          <a:off x="5331419" y="4671427"/>
          <a:ext cx="2934847" cy="817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6" name="Document" r:id="rId13" imgW="1276985" imgH="354965" progId="Word.Document.8">
                  <p:embed/>
                </p:oleObj>
              </mc:Choice>
              <mc:Fallback>
                <p:oleObj name="Document" r:id="rId13" imgW="1276985" imgH="354965" progId="Word.Document.8">
                  <p:embed/>
                  <p:pic>
                    <p:nvPicPr>
                      <p:cNvPr id="0" name="图片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1419" y="4671427"/>
                        <a:ext cx="2934847" cy="8179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"/>
          <p:cNvGraphicFramePr>
            <a:graphicFrameLocks noChangeAspect="1"/>
          </p:cNvGraphicFramePr>
          <p:nvPr/>
        </p:nvGraphicFramePr>
        <p:xfrm>
          <a:off x="7007039" y="4671427"/>
          <a:ext cx="2841073" cy="76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7" name="Document" r:id="rId15" imgW="1229995" imgH="328930" progId="Word.Document.8">
                  <p:embed/>
                </p:oleObj>
              </mc:Choice>
              <mc:Fallback>
                <p:oleObj name="Document" r:id="rId15" imgW="1229995" imgH="328930" progId="Word.Document.8">
                  <p:embed/>
                  <p:pic>
                    <p:nvPicPr>
                      <p:cNvPr id="0" name="图片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7039" y="4671427"/>
                        <a:ext cx="2841073" cy="76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"/>
          <p:cNvGraphicFramePr>
            <a:graphicFrameLocks noChangeAspect="1"/>
          </p:cNvGraphicFramePr>
          <p:nvPr/>
        </p:nvGraphicFramePr>
        <p:xfrm>
          <a:off x="4550482" y="2007445"/>
          <a:ext cx="1812997" cy="911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8" name="Document" r:id="rId17" imgW="780415" imgH="391795" progId="Word.Document.8">
                  <p:embed/>
                </p:oleObj>
              </mc:Choice>
              <mc:Fallback>
                <p:oleObj name="Document" r:id="rId17" imgW="780415" imgH="391795" progId="Word.Document.8">
                  <p:embed/>
                  <p:pic>
                    <p:nvPicPr>
                      <p:cNvPr id="0" name="图片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0482" y="2007445"/>
                        <a:ext cx="1812997" cy="9116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"/>
          <p:cNvGraphicFramePr>
            <a:graphicFrameLocks noChangeAspect="1"/>
          </p:cNvGraphicFramePr>
          <p:nvPr/>
        </p:nvGraphicFramePr>
        <p:xfrm>
          <a:off x="6033482" y="2003858"/>
          <a:ext cx="2601538" cy="9839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9" name="Document" r:id="rId19" imgW="1104900" imgH="417830" progId="Word.Document.8">
                  <p:embed/>
                </p:oleObj>
              </mc:Choice>
              <mc:Fallback>
                <p:oleObj name="Document" r:id="rId19" imgW="1104900" imgH="417830" progId="Word.Document.8">
                  <p:embed/>
                  <p:pic>
                    <p:nvPicPr>
                      <p:cNvPr id="0" name="图片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3482" y="2003858"/>
                        <a:ext cx="2601538" cy="9839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4"/>
          <p:cNvGraphicFramePr>
            <a:graphicFrameLocks noChangeAspect="1"/>
          </p:cNvGraphicFramePr>
          <p:nvPr/>
        </p:nvGraphicFramePr>
        <p:xfrm>
          <a:off x="8153869" y="2015153"/>
          <a:ext cx="2683809" cy="860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80" name="Document" r:id="rId21" imgW="1164590" imgH="373380" progId="Word.Document.8">
                  <p:embed/>
                </p:oleObj>
              </mc:Choice>
              <mc:Fallback>
                <p:oleObj name="Document" r:id="rId21" imgW="1164590" imgH="373380" progId="Word.Document.8">
                  <p:embed/>
                  <p:pic>
                    <p:nvPicPr>
                      <p:cNvPr id="0" name="图片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869" y="2015153"/>
                        <a:ext cx="2683809" cy="860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4"/>
          <p:cNvGraphicFramePr>
            <a:graphicFrameLocks noChangeAspect="1"/>
          </p:cNvGraphicFramePr>
          <p:nvPr/>
        </p:nvGraphicFramePr>
        <p:xfrm>
          <a:off x="9959883" y="2030722"/>
          <a:ext cx="230822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81" name="Document" r:id="rId23" imgW="972820" imgH="348615" progId="Word.Document.8">
                  <p:embed/>
                </p:oleObj>
              </mc:Choice>
              <mc:Fallback>
                <p:oleObj name="Document" r:id="rId23" imgW="972820" imgH="348615" progId="Word.Document.8">
                  <p:embed/>
                  <p:pic>
                    <p:nvPicPr>
                      <p:cNvPr id="0" name="图片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9883" y="2030722"/>
                        <a:ext cx="2308225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4"/>
          <p:cNvGraphicFramePr>
            <a:graphicFrameLocks noChangeAspect="1"/>
          </p:cNvGraphicFramePr>
          <p:nvPr/>
        </p:nvGraphicFramePr>
        <p:xfrm>
          <a:off x="1457698" y="1999595"/>
          <a:ext cx="1161303" cy="100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82" name="Document" r:id="rId25" imgW="483235" imgH="415925" progId="Word.Document.8">
                  <p:embed/>
                </p:oleObj>
              </mc:Choice>
              <mc:Fallback>
                <p:oleObj name="Document" r:id="rId25" imgW="483235" imgH="415925" progId="Word.Document.8">
                  <p:embed/>
                  <p:pic>
                    <p:nvPicPr>
                      <p:cNvPr id="0" name="图片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7698" y="1999595"/>
                        <a:ext cx="1161303" cy="100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4"/>
          <p:cNvGraphicFramePr>
            <a:graphicFrameLocks noChangeAspect="1"/>
          </p:cNvGraphicFramePr>
          <p:nvPr/>
        </p:nvGraphicFramePr>
        <p:xfrm>
          <a:off x="1457697" y="3977953"/>
          <a:ext cx="1161303" cy="100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83" name="Document" r:id="rId27" imgW="483235" imgH="415925" progId="Word.Document.8">
                  <p:embed/>
                </p:oleObj>
              </mc:Choice>
              <mc:Fallback>
                <p:oleObj name="Document" r:id="rId27" imgW="483235" imgH="415925" progId="Word.Document.8">
                  <p:embed/>
                  <p:pic>
                    <p:nvPicPr>
                      <p:cNvPr id="0" name="图片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7697" y="3977953"/>
                        <a:ext cx="1161303" cy="100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5"/>
          <p:cNvGraphicFramePr>
            <a:graphicFrameLocks noChangeAspect="1"/>
          </p:cNvGraphicFramePr>
          <p:nvPr/>
        </p:nvGraphicFramePr>
        <p:xfrm>
          <a:off x="746125" y="3412656"/>
          <a:ext cx="2514600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84" name="Document" r:id="rId28" imgW="1125220" imgH="284480" progId="Word.Document.8">
                  <p:embed/>
                </p:oleObj>
              </mc:Choice>
              <mc:Fallback>
                <p:oleObj name="Document" r:id="rId28" imgW="1125220" imgH="284480" progId="Word.Document.8">
                  <p:embed/>
                  <p:pic>
                    <p:nvPicPr>
                      <p:cNvPr id="0" name="图片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25" y="3412656"/>
                        <a:ext cx="2514600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1832348" y="661988"/>
          <a:ext cx="2847228" cy="1023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8" name="Document" r:id="rId3" imgW="1094740" imgH="394335" progId="Word.Document.8">
                  <p:embed/>
                </p:oleObj>
              </mc:Choice>
              <mc:Fallback>
                <p:oleObj name="Document" r:id="rId3" imgW="1094740" imgH="394335" progId="Word.Document.8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2348" y="661988"/>
                        <a:ext cx="2847228" cy="10239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671543" y="1427165"/>
          <a:ext cx="7813115" cy="9046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9" name="Document" r:id="rId5" imgW="3291840" imgH="382270" progId="Word.Document.8">
                  <p:embed/>
                </p:oleObj>
              </mc:Choice>
              <mc:Fallback>
                <p:oleObj name="Document" r:id="rId5" imgW="3291840" imgH="382270" progId="Word.Document.8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1543" y="1427165"/>
                        <a:ext cx="7813115" cy="9046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/>
        </p:nvGraphicFramePr>
        <p:xfrm>
          <a:off x="1431925" y="2211388"/>
          <a:ext cx="100965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0" name="Document" r:id="rId7" imgW="4085590" imgH="351790" progId="Word.Document.8">
                  <p:embed/>
                </p:oleObj>
              </mc:Choice>
              <mc:Fallback>
                <p:oleObj name="Document" r:id="rId7" imgW="4085590" imgH="351790" progId="Word.Document.8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1925" y="2211388"/>
                        <a:ext cx="1009650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/>
        </p:nvGraphicFramePr>
        <p:xfrm>
          <a:off x="1459156" y="2942852"/>
          <a:ext cx="8025502" cy="1727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1" name="Document" r:id="rId9" imgW="3291840" imgH="709930" progId="Word.Document.8">
                  <p:embed/>
                </p:oleObj>
              </mc:Choice>
              <mc:Fallback>
                <p:oleObj name="Document" r:id="rId9" imgW="3291840" imgH="709930" progId="Word.Document.8">
                  <p:embed/>
                  <p:pic>
                    <p:nvPicPr>
                      <p:cNvPr id="0" name="图片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9156" y="2942852"/>
                        <a:ext cx="8025502" cy="17277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/>
          <p:cNvGraphicFramePr>
            <a:graphicFrameLocks noChangeAspect="1"/>
          </p:cNvGraphicFramePr>
          <p:nvPr/>
        </p:nvGraphicFramePr>
        <p:xfrm>
          <a:off x="1444645" y="4338544"/>
          <a:ext cx="8191980" cy="1125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2" name="Document" r:id="rId11" imgW="3291840" imgH="454025" progId="Word.Document.8">
                  <p:embed/>
                </p:oleObj>
              </mc:Choice>
              <mc:Fallback>
                <p:oleObj name="Document" r:id="rId11" imgW="3291840" imgH="454025" progId="Word.Document.8">
                  <p:embed/>
                  <p:pic>
                    <p:nvPicPr>
                      <p:cNvPr id="0" name="图片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4645" y="4338544"/>
                        <a:ext cx="8191980" cy="11254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1063625" y="703263"/>
          <a:ext cx="787869" cy="104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1" name="Document" r:id="rId3" imgW="308610" imgH="407035" progId="Word.Document.8">
                  <p:embed/>
                </p:oleObj>
              </mc:Choice>
              <mc:Fallback>
                <p:oleObj name="Document" r:id="rId3" imgW="308610" imgH="407035" progId="Word.Document.8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625" y="703263"/>
                        <a:ext cx="787869" cy="1049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0789" name="Object 4"/>
          <p:cNvGraphicFramePr>
            <a:graphicFrameLocks noChangeAspect="1"/>
          </p:cNvGraphicFramePr>
          <p:nvPr/>
        </p:nvGraphicFramePr>
        <p:xfrm>
          <a:off x="1750826" y="785906"/>
          <a:ext cx="7977187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2" name="Document" r:id="rId5" imgW="3147060" imgH="351790" progId="Word.Document.8">
                  <p:embed/>
                </p:oleObj>
              </mc:Choice>
              <mc:Fallback>
                <p:oleObj name="Document" r:id="rId5" imgW="3147060" imgH="351790" progId="Word.Document.8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0826" y="785906"/>
                        <a:ext cx="7977187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2097760" y="1461246"/>
          <a:ext cx="7929264" cy="867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3" name="Document" r:id="rId7" imgW="3143885" imgH="344170" progId="Word.Document.8">
                  <p:embed/>
                </p:oleObj>
              </mc:Choice>
              <mc:Fallback>
                <p:oleObj name="Document" r:id="rId7" imgW="3143885" imgH="344170" progId="Word.Document.8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7760" y="1461246"/>
                        <a:ext cx="7929264" cy="8670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1063625" y="2113504"/>
          <a:ext cx="2303462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4" name="Document" r:id="rId9" imgW="978535" imgH="360680" progId="Word.Document.8">
                  <p:embed/>
                </p:oleObj>
              </mc:Choice>
              <mc:Fallback>
                <p:oleObj name="Document" r:id="rId9" imgW="978535" imgH="360680" progId="Word.Document.8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625" y="2113504"/>
                        <a:ext cx="2303462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/>
          <p:cNvGraphicFramePr>
            <a:graphicFrameLocks noChangeAspect="1"/>
          </p:cNvGraphicFramePr>
          <p:nvPr/>
        </p:nvGraphicFramePr>
        <p:xfrm>
          <a:off x="1587500" y="2733675"/>
          <a:ext cx="8437563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5" name="Document" r:id="rId11" imgW="3562985" imgH="467995" progId="Word.Document.8">
                  <p:embed/>
                </p:oleObj>
              </mc:Choice>
              <mc:Fallback>
                <p:oleObj name="Document" r:id="rId11" imgW="3562985" imgH="467995" progId="Word.Document.8">
                  <p:embed/>
                  <p:pic>
                    <p:nvPicPr>
                      <p:cNvPr id="0" name="图片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500" y="2733675"/>
                        <a:ext cx="8437563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/>
          <p:cNvGraphicFramePr>
            <a:graphicFrameLocks noChangeAspect="1"/>
          </p:cNvGraphicFramePr>
          <p:nvPr/>
        </p:nvGraphicFramePr>
        <p:xfrm>
          <a:off x="1589462" y="3412527"/>
          <a:ext cx="6351588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6" name="Document" r:id="rId13" imgW="2700655" imgH="382270" progId="Word.Document.8">
                  <p:embed/>
                </p:oleObj>
              </mc:Choice>
              <mc:Fallback>
                <p:oleObj name="Document" r:id="rId13" imgW="2700655" imgH="382270" progId="Word.Document.8">
                  <p:embed/>
                  <p:pic>
                    <p:nvPicPr>
                      <p:cNvPr id="0" name="图片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9462" y="3412527"/>
                        <a:ext cx="6351588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5"/>
          <p:cNvGraphicFramePr>
            <a:graphicFrameLocks noChangeAspect="1"/>
          </p:cNvGraphicFramePr>
          <p:nvPr/>
        </p:nvGraphicFramePr>
        <p:xfrm>
          <a:off x="1643514" y="4125023"/>
          <a:ext cx="9285287" cy="115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7" name="Document" r:id="rId15" imgW="3917315" imgH="489585" progId="Word.Document.8">
                  <p:embed/>
                </p:oleObj>
              </mc:Choice>
              <mc:Fallback>
                <p:oleObj name="Document" r:id="rId15" imgW="3917315" imgH="489585" progId="Word.Document.8">
                  <p:embed/>
                  <p:pic>
                    <p:nvPicPr>
                      <p:cNvPr id="0" name="图片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514" y="4125023"/>
                        <a:ext cx="9285287" cy="1150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5"/>
          <p:cNvGraphicFramePr>
            <a:graphicFrameLocks noChangeAspect="1"/>
          </p:cNvGraphicFramePr>
          <p:nvPr/>
        </p:nvGraphicFramePr>
        <p:xfrm>
          <a:off x="1643514" y="4812812"/>
          <a:ext cx="11258550" cy="114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8" name="Document" r:id="rId17" imgW="4749165" imgH="486410" progId="Word.Document.8">
                  <p:embed/>
                </p:oleObj>
              </mc:Choice>
              <mc:Fallback>
                <p:oleObj name="Document" r:id="rId17" imgW="4749165" imgH="486410" progId="Word.Document.8">
                  <p:embed/>
                  <p:pic>
                    <p:nvPicPr>
                      <p:cNvPr id="0" name="图片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514" y="4812812"/>
                        <a:ext cx="11258550" cy="1141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1456206" y="810654"/>
          <a:ext cx="9366199" cy="1265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4" name="Document" r:id="rId3" imgW="5130800" imgH="698500" progId="Word.Document.8">
                  <p:embed/>
                </p:oleObj>
              </mc:Choice>
              <mc:Fallback>
                <p:oleObj name="Document" r:id="rId3" imgW="5130800" imgH="698500" progId="Word.Document.8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6206" y="810654"/>
                        <a:ext cx="9366199" cy="12657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0789" name="Object 4"/>
          <p:cNvGraphicFramePr>
            <a:graphicFrameLocks noChangeAspect="1"/>
          </p:cNvGraphicFramePr>
          <p:nvPr/>
        </p:nvGraphicFramePr>
        <p:xfrm>
          <a:off x="1294187" y="1544921"/>
          <a:ext cx="8342150" cy="977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5" name="Document" r:id="rId5" imgW="4445000" imgH="533400" progId="Word.Document.8">
                  <p:embed/>
                </p:oleObj>
              </mc:Choice>
              <mc:Fallback>
                <p:oleObj name="Document" r:id="rId5" imgW="4445000" imgH="533400" progId="Word.Document.8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4187" y="1544921"/>
                        <a:ext cx="8342150" cy="9778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8"/>
          <p:cNvGraphicFramePr>
            <a:graphicFrameLocks noChangeAspect="1"/>
          </p:cNvGraphicFramePr>
          <p:nvPr/>
        </p:nvGraphicFramePr>
        <p:xfrm>
          <a:off x="1289519" y="2191409"/>
          <a:ext cx="6612123" cy="1005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6" name="Document" r:id="rId7" imgW="3505200" imgH="546100" progId="Word.Document.8">
                  <p:embed/>
                </p:oleObj>
              </mc:Choice>
              <mc:Fallback>
                <p:oleObj name="Document" r:id="rId7" imgW="3505200" imgH="546100" progId="Word.Document.8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9519" y="2191409"/>
                        <a:ext cx="6612123" cy="10057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/>
          <p:cNvGraphicFramePr>
            <a:graphicFrameLocks noChangeAspect="1"/>
          </p:cNvGraphicFramePr>
          <p:nvPr/>
        </p:nvGraphicFramePr>
        <p:xfrm>
          <a:off x="1301253" y="2835556"/>
          <a:ext cx="5581493" cy="140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7" name="Document" r:id="rId9" imgW="2984500" imgH="762000" progId="Word.Document.8">
                  <p:embed/>
                </p:oleObj>
              </mc:Choice>
              <mc:Fallback>
                <p:oleObj name="Document" r:id="rId9" imgW="2984500" imgH="762000" progId="Word.Document.8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1253" y="2835556"/>
                        <a:ext cx="5581493" cy="1408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/>
          <p:cNvGraphicFramePr>
            <a:graphicFrameLocks noChangeAspect="1"/>
          </p:cNvGraphicFramePr>
          <p:nvPr/>
        </p:nvGraphicFramePr>
        <p:xfrm>
          <a:off x="1254324" y="4294212"/>
          <a:ext cx="7732481" cy="928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8" name="Document" r:id="rId11" imgW="4483100" imgH="546100" progId="Word.Document.8">
                  <p:embed/>
                </p:oleObj>
              </mc:Choice>
              <mc:Fallback>
                <p:oleObj name="Document" r:id="rId11" imgW="4483100" imgH="546100" progId="Word.Document.8">
                  <p:embed/>
                  <p:pic>
                    <p:nvPicPr>
                      <p:cNvPr id="0" name="图片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324" y="4294212"/>
                        <a:ext cx="7732481" cy="9283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7382344" y="1621764"/>
          <a:ext cx="2927350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9" name="Document" r:id="rId13" imgW="1323975" imgH="339725" progId="Word.Document.8">
                  <p:embed/>
                </p:oleObj>
              </mc:Choice>
              <mc:Fallback>
                <p:oleObj name="Document" r:id="rId13" imgW="1323975" imgH="339725" progId="Word.Document.8">
                  <p:embed/>
                  <p:pic>
                    <p:nvPicPr>
                      <p:cNvPr id="0" name="图片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2344" y="1621764"/>
                        <a:ext cx="2927350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53" name="Object 17"/>
          <p:cNvGraphicFramePr>
            <a:graphicFrameLocks noChangeAspect="1"/>
          </p:cNvGraphicFramePr>
          <p:nvPr/>
        </p:nvGraphicFramePr>
        <p:xfrm>
          <a:off x="7382344" y="2494341"/>
          <a:ext cx="1085523" cy="4106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0" name="Equation" r:id="rId15" imgW="469900" imgH="177800" progId="Equation.DSMT4">
                  <p:embed/>
                </p:oleObj>
              </mc:Choice>
              <mc:Fallback>
                <p:oleObj name="Equation" r:id="rId15" imgW="469900" imgH="177800" progId="Equation.DSMT4">
                  <p:embed/>
                  <p:pic>
                    <p:nvPicPr>
                      <p:cNvPr id="0" name="图片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2344" y="2494341"/>
                        <a:ext cx="1085523" cy="4106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54" name="Object 18"/>
          <p:cNvGraphicFramePr>
            <a:graphicFrameLocks noChangeAspect="1"/>
          </p:cNvGraphicFramePr>
          <p:nvPr/>
        </p:nvGraphicFramePr>
        <p:xfrm>
          <a:off x="7387290" y="4397262"/>
          <a:ext cx="4396815" cy="588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1" name="Equation" r:id="rId17" imgW="1803400" imgH="241300" progId="Equation.DSMT4">
                  <p:embed/>
                </p:oleObj>
              </mc:Choice>
              <mc:Fallback>
                <p:oleObj name="Equation" r:id="rId17" imgW="1803400" imgH="241300" progId="Equation.DSMT4">
                  <p:embed/>
                  <p:pic>
                    <p:nvPicPr>
                      <p:cNvPr id="0" name="图片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7290" y="4397262"/>
                        <a:ext cx="4396815" cy="5883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55" name="Object 19"/>
          <p:cNvGraphicFramePr>
            <a:graphicFrameLocks noChangeAspect="1"/>
          </p:cNvGraphicFramePr>
          <p:nvPr/>
        </p:nvGraphicFramePr>
        <p:xfrm>
          <a:off x="7387290" y="3742299"/>
          <a:ext cx="4454618" cy="553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2" name="Equation" r:id="rId19" imgW="1841500" imgH="228600" progId="Equation.DSMT4">
                  <p:embed/>
                </p:oleObj>
              </mc:Choice>
              <mc:Fallback>
                <p:oleObj name="Equation" r:id="rId19" imgW="1841500" imgH="228600" progId="Equation.DSMT4">
                  <p:embed/>
                  <p:pic>
                    <p:nvPicPr>
                      <p:cNvPr id="0" name="图片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7290" y="3742299"/>
                        <a:ext cx="4454618" cy="5536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56" name="Object 20"/>
          <p:cNvGraphicFramePr>
            <a:graphicFrameLocks noChangeAspect="1"/>
          </p:cNvGraphicFramePr>
          <p:nvPr/>
        </p:nvGraphicFramePr>
        <p:xfrm>
          <a:off x="7387290" y="3051542"/>
          <a:ext cx="3314326" cy="5627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3" name="Equation" r:id="rId21" imgW="1422400" imgH="241300" progId="Equation.DSMT4">
                  <p:embed/>
                </p:oleObj>
              </mc:Choice>
              <mc:Fallback>
                <p:oleObj name="Equation" r:id="rId21" imgW="1422400" imgH="241300" progId="Equation.DSMT4">
                  <p:embed/>
                  <p:pic>
                    <p:nvPicPr>
                      <p:cNvPr id="0" name="图片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7290" y="3051542"/>
                        <a:ext cx="3314326" cy="5627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1"/>
          <p:cNvGraphicFramePr>
            <a:graphicFrameLocks noChangeAspect="1"/>
          </p:cNvGraphicFramePr>
          <p:nvPr/>
        </p:nvGraphicFramePr>
        <p:xfrm>
          <a:off x="1254324" y="3557868"/>
          <a:ext cx="5675349" cy="10469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4" name="Document" r:id="rId23" imgW="3162300" imgH="596900" progId="Word.Document.8">
                  <p:embed/>
                </p:oleObj>
              </mc:Choice>
              <mc:Fallback>
                <p:oleObj name="Document" r:id="rId23" imgW="3162300" imgH="596900" progId="Word.Document.8">
                  <p:embed/>
                  <p:pic>
                    <p:nvPicPr>
                      <p:cNvPr id="0" name="图片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324" y="3557868"/>
                        <a:ext cx="5675349" cy="10469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0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0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70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70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2438401" y="2514601"/>
            <a:ext cx="43211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</a:rPr>
              <a:t>(1)</a:t>
            </a:r>
            <a:r>
              <a:rPr kumimoji="1" lang="zh-CN" altLang="en-US" sz="2800">
                <a:latin typeface="Times New Roman" panose="02020603050405020304" pitchFamily="18" charset="0"/>
              </a:rPr>
              <a:t>没有一个是次品</a:t>
            </a:r>
            <a:r>
              <a:rPr kumimoji="1" lang="en-US" altLang="zh-CN" sz="2800">
                <a:latin typeface="Times New Roman" panose="02020603050405020304" pitchFamily="18" charset="0"/>
              </a:rPr>
              <a:t>;</a:t>
            </a:r>
          </a:p>
        </p:txBody>
      </p:sp>
      <p:sp>
        <p:nvSpPr>
          <p:cNvPr id="45059" name="Rectangle 3"/>
          <p:cNvSpPr>
            <a:spLocks noChangeArrowheads="1"/>
          </p:cNvSpPr>
          <p:nvPr/>
        </p:nvSpPr>
        <p:spPr bwMode="auto">
          <a:xfrm>
            <a:off x="6019800" y="2514601"/>
            <a:ext cx="3576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>
                <a:latin typeface="Times New Roman" panose="02020603050405020304" pitchFamily="18" charset="0"/>
              </a:rPr>
              <a:t>(2)</a:t>
            </a:r>
            <a:r>
              <a:rPr kumimoji="1" lang="zh-CN" altLang="en-US" sz="2800">
                <a:latin typeface="Times New Roman" panose="02020603050405020304" pitchFamily="18" charset="0"/>
              </a:rPr>
              <a:t>至少有一个是次品</a:t>
            </a:r>
            <a:r>
              <a:rPr kumimoji="1" lang="en-US" altLang="zh-CN" sz="2800">
                <a:latin typeface="Times New Roman" panose="02020603050405020304" pitchFamily="18" charset="0"/>
              </a:rPr>
              <a:t>;</a:t>
            </a:r>
          </a:p>
        </p:txBody>
      </p:sp>
      <p:sp>
        <p:nvSpPr>
          <p:cNvPr id="45060" name="Rectangle 4"/>
          <p:cNvSpPr>
            <a:spLocks noChangeArrowheads="1"/>
          </p:cNvSpPr>
          <p:nvPr/>
        </p:nvSpPr>
        <p:spPr bwMode="auto">
          <a:xfrm>
            <a:off x="2438400" y="3200401"/>
            <a:ext cx="3219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>
                <a:latin typeface="Times New Roman" panose="02020603050405020304" pitchFamily="18" charset="0"/>
              </a:rPr>
              <a:t>(3)</a:t>
            </a:r>
            <a:r>
              <a:rPr kumimoji="1" lang="zh-CN" altLang="en-US" sz="2800">
                <a:latin typeface="Times New Roman" panose="02020603050405020304" pitchFamily="18" charset="0"/>
              </a:rPr>
              <a:t>只有一个是次品</a:t>
            </a:r>
            <a:r>
              <a:rPr kumimoji="1" lang="en-US" altLang="zh-CN" sz="2800">
                <a:latin typeface="Times New Roman" panose="02020603050405020304" pitchFamily="18" charset="0"/>
              </a:rPr>
              <a:t>;</a:t>
            </a:r>
          </a:p>
        </p:txBody>
      </p:sp>
      <p:sp>
        <p:nvSpPr>
          <p:cNvPr id="45061" name="Rectangle 5"/>
          <p:cNvSpPr>
            <a:spLocks noChangeArrowheads="1"/>
          </p:cNvSpPr>
          <p:nvPr/>
        </p:nvSpPr>
        <p:spPr bwMode="auto">
          <a:xfrm>
            <a:off x="6019801" y="3200401"/>
            <a:ext cx="3933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>
                <a:latin typeface="Times New Roman" panose="02020603050405020304" pitchFamily="18" charset="0"/>
              </a:rPr>
              <a:t>(4)</a:t>
            </a:r>
            <a:r>
              <a:rPr kumimoji="1" lang="zh-CN" altLang="en-US" sz="2800">
                <a:latin typeface="Times New Roman" panose="02020603050405020304" pitchFamily="18" charset="0"/>
              </a:rPr>
              <a:t>至少有三个不是次品</a:t>
            </a:r>
            <a:r>
              <a:rPr kumimoji="1" lang="en-US" altLang="zh-CN" sz="2800">
                <a:latin typeface="Times New Roman" panose="02020603050405020304" pitchFamily="18" charset="0"/>
              </a:rPr>
              <a:t>;</a:t>
            </a:r>
          </a:p>
        </p:txBody>
      </p:sp>
      <p:sp>
        <p:nvSpPr>
          <p:cNvPr id="45062" name="Rectangle 6"/>
          <p:cNvSpPr>
            <a:spLocks noChangeArrowheads="1"/>
          </p:cNvSpPr>
          <p:nvPr/>
        </p:nvSpPr>
        <p:spPr bwMode="auto">
          <a:xfrm>
            <a:off x="2438400" y="3962401"/>
            <a:ext cx="3576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>
                <a:latin typeface="Times New Roman" panose="02020603050405020304" pitchFamily="18" charset="0"/>
              </a:rPr>
              <a:t>(5)</a:t>
            </a:r>
            <a:r>
              <a:rPr kumimoji="1" lang="zh-CN" altLang="en-US" sz="2800">
                <a:latin typeface="Times New Roman" panose="02020603050405020304" pitchFamily="18" charset="0"/>
              </a:rPr>
              <a:t>恰好有三个是次品</a:t>
            </a:r>
            <a:r>
              <a:rPr kumimoji="1" lang="en-US" altLang="zh-CN" sz="2800">
                <a:latin typeface="Times New Roman" panose="02020603050405020304" pitchFamily="18" charset="0"/>
              </a:rPr>
              <a:t>;</a:t>
            </a:r>
          </a:p>
        </p:txBody>
      </p:sp>
      <p:sp>
        <p:nvSpPr>
          <p:cNvPr id="45063" name="Rectangle 7"/>
          <p:cNvSpPr>
            <a:spLocks noChangeArrowheads="1"/>
          </p:cNvSpPr>
          <p:nvPr/>
        </p:nvSpPr>
        <p:spPr bwMode="auto">
          <a:xfrm>
            <a:off x="6019800" y="3962401"/>
            <a:ext cx="3576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>
                <a:latin typeface="Times New Roman" panose="02020603050405020304" pitchFamily="18" charset="0"/>
              </a:rPr>
              <a:t>(6)</a:t>
            </a:r>
            <a:r>
              <a:rPr kumimoji="1" lang="zh-CN" altLang="en-US" sz="2800">
                <a:latin typeface="Times New Roman" panose="02020603050405020304" pitchFamily="18" charset="0"/>
              </a:rPr>
              <a:t>至多有一个是次品</a:t>
            </a:r>
            <a:r>
              <a:rPr kumimoji="1" lang="en-US" altLang="zh-CN" sz="280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57704" name="Rectangle 8"/>
          <p:cNvSpPr>
            <a:spLocks noChangeArrowheads="1"/>
          </p:cNvSpPr>
          <p:nvPr/>
        </p:nvSpPr>
        <p:spPr bwMode="auto">
          <a:xfrm>
            <a:off x="2438401" y="4953001"/>
            <a:ext cx="542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57705" name="Object 9"/>
          <p:cNvGraphicFramePr>
            <a:graphicFrameLocks noChangeAspect="1"/>
          </p:cNvGraphicFramePr>
          <p:nvPr/>
        </p:nvGraphicFramePr>
        <p:xfrm>
          <a:off x="3263900" y="5029200"/>
          <a:ext cx="2247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1" name="Equation" r:id="rId3" imgW="2247900" imgH="431800" progId="Equation.3">
                  <p:embed/>
                </p:oleObj>
              </mc:Choice>
              <mc:Fallback>
                <p:oleObj name="Equation" r:id="rId3" imgW="2247900" imgH="431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3900" y="5029200"/>
                        <a:ext cx="2247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6" name="Object 10"/>
          <p:cNvGraphicFramePr>
            <a:graphicFrameLocks noChangeAspect="1"/>
          </p:cNvGraphicFramePr>
          <p:nvPr/>
        </p:nvGraphicFramePr>
        <p:xfrm>
          <a:off x="2432050" y="762000"/>
          <a:ext cx="7386638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2" name="Equation" r:id="rId5" imgW="7251700" imgH="1511300" progId="Equation.DSMT4">
                  <p:embed/>
                </p:oleObj>
              </mc:Choice>
              <mc:Fallback>
                <p:oleObj name="Equation" r:id="rId5" imgW="7251700" imgH="15113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050" y="762000"/>
                        <a:ext cx="7386638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7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7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04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 bwMode="auto">
          <a:xfrm>
            <a:off x="2438400" y="1412875"/>
            <a:ext cx="7518400" cy="2527300"/>
            <a:chOff x="576" y="890"/>
            <a:chExt cx="4736" cy="1592"/>
          </a:xfrm>
        </p:grpSpPr>
        <p:graphicFrame>
          <p:nvGraphicFramePr>
            <p:cNvPr id="46087" name="Object 2"/>
            <p:cNvGraphicFramePr>
              <a:graphicFrameLocks noChangeAspect="1"/>
            </p:cNvGraphicFramePr>
            <p:nvPr/>
          </p:nvGraphicFramePr>
          <p:xfrm>
            <a:off x="576" y="890"/>
            <a:ext cx="463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73" name="Equation" r:id="rId3" imgW="7353300" imgH="469900" progId="Equation.3">
                    <p:embed/>
                  </p:oleObj>
                </mc:Choice>
                <mc:Fallback>
                  <p:oleObj name="Equation" r:id="rId3" imgW="7353300" imgH="4699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890"/>
                          <a:ext cx="4632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88" name="Object 3"/>
            <p:cNvGraphicFramePr>
              <a:graphicFrameLocks noChangeAspect="1"/>
            </p:cNvGraphicFramePr>
            <p:nvPr/>
          </p:nvGraphicFramePr>
          <p:xfrm>
            <a:off x="576" y="1322"/>
            <a:ext cx="467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74" name="Equation" r:id="rId5" imgW="7416800" imgH="469900" progId="Equation.3">
                    <p:embed/>
                  </p:oleObj>
                </mc:Choice>
                <mc:Fallback>
                  <p:oleObj name="Equation" r:id="rId5" imgW="7416800" imgH="4699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1322"/>
                          <a:ext cx="4672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89" name="Object 4"/>
            <p:cNvGraphicFramePr>
              <a:graphicFrameLocks noChangeAspect="1"/>
            </p:cNvGraphicFramePr>
            <p:nvPr/>
          </p:nvGraphicFramePr>
          <p:xfrm>
            <a:off x="576" y="1754"/>
            <a:ext cx="2280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75" name="Equation" r:id="rId7" imgW="3619500" imgH="469900" progId="Equation.3">
                    <p:embed/>
                  </p:oleObj>
                </mc:Choice>
                <mc:Fallback>
                  <p:oleObj name="Equation" r:id="rId7" imgW="3619500" imgH="4699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1754"/>
                          <a:ext cx="2280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90" name="Object 5"/>
            <p:cNvGraphicFramePr>
              <a:graphicFrameLocks noChangeAspect="1"/>
            </p:cNvGraphicFramePr>
            <p:nvPr/>
          </p:nvGraphicFramePr>
          <p:xfrm>
            <a:off x="2928" y="1754"/>
            <a:ext cx="2384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76" name="Equation" r:id="rId9" imgW="3784600" imgH="469900" progId="Equation.3">
                    <p:embed/>
                  </p:oleObj>
                </mc:Choice>
                <mc:Fallback>
                  <p:oleObj name="Equation" r:id="rId9" imgW="3784600" imgH="4699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8" y="1754"/>
                          <a:ext cx="2384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91" name="Object 6"/>
            <p:cNvGraphicFramePr>
              <a:graphicFrameLocks noChangeAspect="1"/>
            </p:cNvGraphicFramePr>
            <p:nvPr/>
          </p:nvGraphicFramePr>
          <p:xfrm>
            <a:off x="576" y="2186"/>
            <a:ext cx="2448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77" name="Equation" r:id="rId11" imgW="3886200" imgH="469900" progId="Equation.3">
                    <p:embed/>
                  </p:oleObj>
                </mc:Choice>
                <mc:Fallback>
                  <p:oleObj name="Equation" r:id="rId11" imgW="3886200" imgH="4699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2186"/>
                          <a:ext cx="2448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92" name="Object 7"/>
            <p:cNvGraphicFramePr>
              <a:graphicFrameLocks noChangeAspect="1"/>
            </p:cNvGraphicFramePr>
            <p:nvPr/>
          </p:nvGraphicFramePr>
          <p:xfrm>
            <a:off x="2976" y="2186"/>
            <a:ext cx="1296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78" name="Equation" r:id="rId13" imgW="2057400" imgH="469900" progId="Equation.3">
                    <p:embed/>
                  </p:oleObj>
                </mc:Choice>
                <mc:Fallback>
                  <p:oleObj name="Equation" r:id="rId13" imgW="2057400" imgH="4699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2186"/>
                          <a:ext cx="1296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8728" name="Object 8"/>
          <p:cNvGraphicFramePr>
            <a:graphicFrameLocks noChangeAspect="1"/>
          </p:cNvGraphicFramePr>
          <p:nvPr/>
        </p:nvGraphicFramePr>
        <p:xfrm>
          <a:off x="2438400" y="4156075"/>
          <a:ext cx="2324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9" name="Equation" r:id="rId15" imgW="2324100" imgH="469900" progId="Equation.3">
                  <p:embed/>
                </p:oleObj>
              </mc:Choice>
              <mc:Fallback>
                <p:oleObj name="Equation" r:id="rId15" imgW="2324100" imgH="4699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156075"/>
                        <a:ext cx="2324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9" name="Object 9"/>
          <p:cNvGraphicFramePr>
            <a:graphicFrameLocks noChangeAspect="1"/>
          </p:cNvGraphicFramePr>
          <p:nvPr/>
        </p:nvGraphicFramePr>
        <p:xfrm>
          <a:off x="2438400" y="5335588"/>
          <a:ext cx="7645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0" name="Equation" r:id="rId17" imgW="7645400" imgH="469900" progId="Equation.3">
                  <p:embed/>
                </p:oleObj>
              </mc:Choice>
              <mc:Fallback>
                <p:oleObj name="Equation" r:id="rId17" imgW="7645400" imgH="4699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335588"/>
                        <a:ext cx="7645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5" name="Rectangle 12"/>
          <p:cNvSpPr>
            <a:spLocks noChangeArrowheads="1"/>
          </p:cNvSpPr>
          <p:nvPr/>
        </p:nvSpPr>
        <p:spPr bwMode="auto">
          <a:xfrm>
            <a:off x="4367214" y="749301"/>
            <a:ext cx="3576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>
                <a:latin typeface="Times New Roman" panose="02020603050405020304" pitchFamily="18" charset="0"/>
              </a:rPr>
              <a:t>(2)</a:t>
            </a:r>
            <a:r>
              <a:rPr kumimoji="1" lang="zh-CN" altLang="en-US" sz="2800">
                <a:latin typeface="Times New Roman" panose="02020603050405020304" pitchFamily="18" charset="0"/>
              </a:rPr>
              <a:t>至少有一个是次品</a:t>
            </a:r>
            <a:r>
              <a:rPr kumimoji="1" lang="en-US" altLang="zh-CN" sz="2800">
                <a:latin typeface="Times New Roman" panose="02020603050405020304" pitchFamily="18" charset="0"/>
              </a:rPr>
              <a:t>;</a:t>
            </a:r>
          </a:p>
        </p:txBody>
      </p:sp>
      <p:sp>
        <p:nvSpPr>
          <p:cNvPr id="46086" name="Rectangle 13"/>
          <p:cNvSpPr>
            <a:spLocks noChangeArrowheads="1"/>
          </p:cNvSpPr>
          <p:nvPr/>
        </p:nvSpPr>
        <p:spPr bwMode="auto">
          <a:xfrm>
            <a:off x="4381500" y="4724401"/>
            <a:ext cx="3219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>
                <a:latin typeface="Times New Roman" panose="02020603050405020304" pitchFamily="18" charset="0"/>
              </a:rPr>
              <a:t>(3)</a:t>
            </a:r>
            <a:r>
              <a:rPr kumimoji="1" lang="zh-CN" altLang="en-US" sz="2800">
                <a:latin typeface="Times New Roman" panose="02020603050405020304" pitchFamily="18" charset="0"/>
              </a:rPr>
              <a:t>只有一个是次品</a:t>
            </a:r>
            <a:r>
              <a:rPr kumimoji="1" lang="en-US" altLang="zh-CN" sz="2800">
                <a:latin typeface="Times New Roman" panose="02020603050405020304" pitchFamily="18" charset="0"/>
              </a:rPr>
              <a:t>;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8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8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9746" name="Object 2"/>
          <p:cNvGraphicFramePr>
            <a:graphicFrameLocks noChangeAspect="1"/>
          </p:cNvGraphicFramePr>
          <p:nvPr/>
        </p:nvGraphicFramePr>
        <p:xfrm>
          <a:off x="2438400" y="3192463"/>
          <a:ext cx="59309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5" name="Equation" r:id="rId3" imgW="5930900" imgH="1028700" progId="Equation.3">
                  <p:embed/>
                </p:oleObj>
              </mc:Choice>
              <mc:Fallback>
                <p:oleObj name="Equation" r:id="rId3" imgW="5930900" imgH="10287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192463"/>
                        <a:ext cx="59309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47" name="Object 3"/>
          <p:cNvGraphicFramePr>
            <a:graphicFrameLocks noChangeAspect="1"/>
          </p:cNvGraphicFramePr>
          <p:nvPr/>
        </p:nvGraphicFramePr>
        <p:xfrm>
          <a:off x="2438400" y="5018088"/>
          <a:ext cx="75438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6" name="Equation" r:id="rId5" imgW="7543800" imgH="1003300" progId="Equation.3">
                  <p:embed/>
                </p:oleObj>
              </mc:Choice>
              <mc:Fallback>
                <p:oleObj name="Equation" r:id="rId5" imgW="7543800" imgH="10033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018088"/>
                        <a:ext cx="75438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48" name="Object 4"/>
          <p:cNvGraphicFramePr>
            <a:graphicFrameLocks noChangeAspect="1"/>
          </p:cNvGraphicFramePr>
          <p:nvPr/>
        </p:nvGraphicFramePr>
        <p:xfrm>
          <a:off x="2438400" y="1341438"/>
          <a:ext cx="75438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7" name="Equation" r:id="rId7" imgW="7543800" imgH="1003300" progId="Equation.3">
                  <p:embed/>
                </p:oleObj>
              </mc:Choice>
              <mc:Fallback>
                <p:oleObj name="Equation" r:id="rId7" imgW="7543800" imgH="1003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341438"/>
                        <a:ext cx="75438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49" name="Object 5"/>
          <p:cNvGraphicFramePr>
            <a:graphicFrameLocks noChangeAspect="1"/>
          </p:cNvGraphicFramePr>
          <p:nvPr/>
        </p:nvGraphicFramePr>
        <p:xfrm>
          <a:off x="2438400" y="2008188"/>
          <a:ext cx="1841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8" name="Equation" r:id="rId9" imgW="1841500" imgH="431800" progId="Equation.3">
                  <p:embed/>
                </p:oleObj>
              </mc:Choice>
              <mc:Fallback>
                <p:oleObj name="Equation" r:id="rId9" imgW="1841500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008188"/>
                        <a:ext cx="1841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0" name="Rectangle 6"/>
          <p:cNvSpPr>
            <a:spLocks noChangeArrowheads="1"/>
          </p:cNvSpPr>
          <p:nvPr/>
        </p:nvSpPr>
        <p:spPr bwMode="auto">
          <a:xfrm>
            <a:off x="4079876" y="779463"/>
            <a:ext cx="3933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>
                <a:latin typeface="Times New Roman" panose="02020603050405020304" pitchFamily="18" charset="0"/>
              </a:rPr>
              <a:t>(4)</a:t>
            </a:r>
            <a:r>
              <a:rPr kumimoji="1" lang="zh-CN" altLang="en-US" sz="2800">
                <a:latin typeface="Times New Roman" panose="02020603050405020304" pitchFamily="18" charset="0"/>
              </a:rPr>
              <a:t>至少有三个不是次品</a:t>
            </a:r>
            <a:r>
              <a:rPr kumimoji="1" lang="en-US" altLang="zh-CN" sz="2800">
                <a:latin typeface="Times New Roman" panose="02020603050405020304" pitchFamily="18" charset="0"/>
              </a:rPr>
              <a:t>;</a:t>
            </a:r>
          </a:p>
        </p:txBody>
      </p:sp>
      <p:sp>
        <p:nvSpPr>
          <p:cNvPr id="47111" name="Rectangle 7"/>
          <p:cNvSpPr>
            <a:spLocks noChangeArrowheads="1"/>
          </p:cNvSpPr>
          <p:nvPr/>
        </p:nvSpPr>
        <p:spPr bwMode="auto">
          <a:xfrm>
            <a:off x="4094164" y="2492376"/>
            <a:ext cx="3576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>
                <a:latin typeface="Times New Roman" panose="02020603050405020304" pitchFamily="18" charset="0"/>
              </a:rPr>
              <a:t>(5)</a:t>
            </a:r>
            <a:r>
              <a:rPr kumimoji="1" lang="zh-CN" altLang="en-US" sz="2800">
                <a:latin typeface="Times New Roman" panose="02020603050405020304" pitchFamily="18" charset="0"/>
              </a:rPr>
              <a:t>恰好有三个是次品</a:t>
            </a:r>
            <a:r>
              <a:rPr kumimoji="1" lang="en-US" altLang="zh-CN" sz="2800">
                <a:latin typeface="Times New Roman" panose="02020603050405020304" pitchFamily="18" charset="0"/>
              </a:rPr>
              <a:t>;</a:t>
            </a:r>
          </a:p>
        </p:txBody>
      </p:sp>
      <p:sp>
        <p:nvSpPr>
          <p:cNvPr id="47112" name="Rectangle 8"/>
          <p:cNvSpPr>
            <a:spLocks noChangeArrowheads="1"/>
          </p:cNvSpPr>
          <p:nvPr/>
        </p:nvSpPr>
        <p:spPr bwMode="auto">
          <a:xfrm>
            <a:off x="4079875" y="4349751"/>
            <a:ext cx="3576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>
                <a:latin typeface="Times New Roman" panose="02020603050405020304" pitchFamily="18" charset="0"/>
              </a:rPr>
              <a:t>(6)</a:t>
            </a:r>
            <a:r>
              <a:rPr kumimoji="1" lang="zh-CN" altLang="en-US" sz="2800">
                <a:latin typeface="Times New Roman" panose="02020603050405020304" pitchFamily="18" charset="0"/>
              </a:rPr>
              <a:t>至多有一个是次品</a:t>
            </a:r>
            <a:r>
              <a:rPr kumimoji="1" lang="en-US" altLang="zh-CN" sz="2800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9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9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9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9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Dk5ZWZiYmE1ZDE0Njc4ZjNmMjg3NWEyZGM2YjNkOD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1124</Words>
  <Application>Microsoft Office PowerPoint</Application>
  <PresentationFormat>宽屏</PresentationFormat>
  <Paragraphs>122</Paragraphs>
  <Slides>42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42</vt:i4>
      </vt:variant>
    </vt:vector>
  </HeadingPairs>
  <TitlesOfParts>
    <vt:vector size="56" baseType="lpstr">
      <vt:lpstr>黑体</vt:lpstr>
      <vt:lpstr>华文宋体</vt:lpstr>
      <vt:lpstr>华文中宋</vt:lpstr>
      <vt:lpstr>隶书</vt:lpstr>
      <vt:lpstr>宋体</vt:lpstr>
      <vt:lpstr>微软雅黑</vt:lpstr>
      <vt:lpstr>Arial</vt:lpstr>
      <vt:lpstr>Times New Roman</vt:lpstr>
      <vt:lpstr>Wingdings</vt:lpstr>
      <vt:lpstr>Office 主题​​</vt:lpstr>
      <vt:lpstr>Document</vt:lpstr>
      <vt:lpstr>位图图像</vt:lpstr>
      <vt:lpstr>Equation</vt:lpstr>
      <vt:lpstr>Clip</vt:lpstr>
      <vt:lpstr>PowerPoint 演示文稿</vt:lpstr>
      <vt:lpstr>PowerPoint 演示文稿</vt:lpstr>
      <vt:lpstr>概率论的诞生及应用</vt:lpstr>
      <vt:lpstr>PowerPoint 演示文稿</vt:lpstr>
      <vt:lpstr>第一章   随机事件及其概率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微软雅黑 54号(标题)</dc:title>
  <dc:creator>宁荣健</dc:creator>
  <cp:lastModifiedBy>Administrator</cp:lastModifiedBy>
  <cp:revision>89</cp:revision>
  <dcterms:created xsi:type="dcterms:W3CDTF">2019-06-19T02:08:00Z</dcterms:created>
  <dcterms:modified xsi:type="dcterms:W3CDTF">2024-11-18T00:07:07Z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2052-12.1.0.15933</vt:lpwstr>
  </property>
  <property fmtid="{D5CDD505-2E9C-101B-9397-08002B2CF9AE}" pid="3" name="ICV">
    <vt:lpwstr>E8C0C4A5EE154276BF3A223250391A42_12</vt:lpwstr>
  </property>
</Properties>
</file>