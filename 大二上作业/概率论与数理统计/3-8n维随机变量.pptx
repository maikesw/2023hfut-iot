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85" d="100"/>
          <a:sy n="85" d="100"/>
        </p:scale>
        <p:origin x="84" y="38"/>
      </p:cViewPr>
      <p:guideLst>
        <p:guide orient="horz" pos="2158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Relationship Id="rId4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4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2019/11/26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0013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2019/11/26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94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  <a:prstGeom prst="rect">
            <a:avLst/>
          </a:prstGeo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  <a:prstGeom prst="rect">
            <a:avLst/>
          </a:prstGeo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  <a:t>2019/11/26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  <a:prstGeom prst="rect">
            <a:avLst/>
          </a:prstGeo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  <a:prstGeom prst="rect">
            <a:avLst/>
          </a:prstGeo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92589C0E-C98B-4A6B-B4CF-F71114176CE7}"/>
              </a:ext>
            </a:extLst>
          </p:cNvPr>
          <p:cNvGrpSpPr/>
          <p:nvPr userDrawn="1"/>
        </p:nvGrpSpPr>
        <p:grpSpPr>
          <a:xfrm>
            <a:off x="6600217" y="234834"/>
            <a:ext cx="5491260" cy="461665"/>
            <a:chOff x="6600217" y="234834"/>
            <a:chExt cx="5491260" cy="461665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xmlns="" id="{086E06BA-2668-4C3A-8E45-593AD2CA1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6600217" y="243967"/>
              <a:ext cx="2821020" cy="43794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xmlns="" id="{6561B98C-21BF-43F5-A1B5-5D7BD0822FCB}"/>
                </a:ext>
              </a:extLst>
            </p:cNvPr>
            <p:cNvSpPr txBox="1"/>
            <p:nvPr userDrawn="1"/>
          </p:nvSpPr>
          <p:spPr>
            <a:xfrm>
              <a:off x="9401781" y="234834"/>
              <a:ext cx="268969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00B0F0"/>
                  </a:solidFill>
                  <a:effectLst/>
                </a:rPr>
                <a:t>概率论与数理统计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Microsoft_Word_97_-_2003___2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../embeddings/Microsoft_Word_97_-_2003___1.doc"/><Relationship Id="rId10" Type="http://schemas.openxmlformats.org/officeDocument/2006/relationships/image" Target="../media/image6.emf"/><Relationship Id="rId4" Type="http://schemas.openxmlformats.org/officeDocument/2006/relationships/image" Target="../media/image3.emf"/><Relationship Id="rId9" Type="http://schemas.openxmlformats.org/officeDocument/2006/relationships/oleObject" Target="../embeddings/Microsoft_Word_97_-_2003___3.doc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4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5" Type="http://schemas.openxmlformats.org/officeDocument/2006/relationships/oleObject" Target="../embeddings/Microsoft_Word_97_-_2003___5.doc"/><Relationship Id="rId4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Microsoft_Word_97_-_2003___6.doc"/><Relationship Id="rId7" Type="http://schemas.openxmlformats.org/officeDocument/2006/relationships/oleObject" Target="../embeddings/Microsoft_Word_97_-_2003___8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emf"/><Relationship Id="rId5" Type="http://schemas.openxmlformats.org/officeDocument/2006/relationships/oleObject" Target="../embeddings/Microsoft_Word_97_-_2003___7.doc"/><Relationship Id="rId10" Type="http://schemas.openxmlformats.org/officeDocument/2006/relationships/image" Target="../media/image12.emf"/><Relationship Id="rId4" Type="http://schemas.openxmlformats.org/officeDocument/2006/relationships/image" Target="../media/image9.emf"/><Relationship Id="rId9" Type="http://schemas.openxmlformats.org/officeDocument/2006/relationships/oleObject" Target="../embeddings/Microsoft_Word_97_-_2003___9.doc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10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Microsoft_Word_97_-_2003___11.doc"/><Relationship Id="rId7" Type="http://schemas.openxmlformats.org/officeDocument/2006/relationships/oleObject" Target="../embeddings/Microsoft_Word_97_-_2003___13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emf"/><Relationship Id="rId5" Type="http://schemas.openxmlformats.org/officeDocument/2006/relationships/oleObject" Target="../embeddings/Microsoft_Word_97_-_2003___12.doc"/><Relationship Id="rId4" Type="http://schemas.openxmlformats.org/officeDocument/2006/relationships/image" Target="../media/image1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14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15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841703"/>
              </p:ext>
            </p:extLst>
          </p:nvPr>
        </p:nvGraphicFramePr>
        <p:xfrm>
          <a:off x="1562941" y="832317"/>
          <a:ext cx="838200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Document" r:id="rId3" imgW="3837209" imgH="317442" progId="Word.Document.8">
                  <p:embed/>
                </p:oleObj>
              </mc:Choice>
              <mc:Fallback>
                <p:oleObj name="Document" r:id="rId3" imgW="3837209" imgH="31744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941" y="832317"/>
                        <a:ext cx="838200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572796"/>
              </p:ext>
            </p:extLst>
          </p:nvPr>
        </p:nvGraphicFramePr>
        <p:xfrm>
          <a:off x="1296428" y="1654520"/>
          <a:ext cx="8259948" cy="28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Document" r:id="rId5" imgW="3844194" imgH="1314276" progId="Word.Document.8">
                  <p:embed/>
                </p:oleObj>
              </mc:Choice>
              <mc:Fallback>
                <p:oleObj name="Document" r:id="rId5" imgW="3844194" imgH="131427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428" y="1654520"/>
                        <a:ext cx="8259948" cy="28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553782"/>
              </p:ext>
            </p:extLst>
          </p:nvPr>
        </p:nvGraphicFramePr>
        <p:xfrm>
          <a:off x="753595" y="4234984"/>
          <a:ext cx="10871200" cy="194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Document" r:id="rId7" imgW="5177791" imgH="926752" progId="Word.Document.8">
                  <p:embed/>
                </p:oleObj>
              </mc:Choice>
              <mc:Fallback>
                <p:oleObj name="Document" r:id="rId7" imgW="5177791" imgH="92675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595" y="4234984"/>
                        <a:ext cx="10871200" cy="194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014800"/>
              </p:ext>
            </p:extLst>
          </p:nvPr>
        </p:nvGraphicFramePr>
        <p:xfrm>
          <a:off x="1296428" y="1157305"/>
          <a:ext cx="5180572" cy="789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Document" r:id="rId9" imgW="2133109" imgH="325334" progId="Word.Document.8">
                  <p:embed/>
                </p:oleObj>
              </mc:Choice>
              <mc:Fallback>
                <p:oleObj name="Document" r:id="rId9" imgW="2133109" imgH="32533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428" y="1157305"/>
                        <a:ext cx="5180572" cy="789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3918206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827866"/>
              </p:ext>
            </p:extLst>
          </p:nvPr>
        </p:nvGraphicFramePr>
        <p:xfrm>
          <a:off x="959879" y="1339946"/>
          <a:ext cx="7134225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Document" r:id="rId3" imgW="2788235" imgH="691289" progId="Word.Document.8">
                  <p:embed/>
                </p:oleObj>
              </mc:Choice>
              <mc:Fallback>
                <p:oleObj name="Document" r:id="rId3" imgW="2788235" imgH="6912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9879" y="1339946"/>
                        <a:ext cx="7134225" cy="176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140196"/>
              </p:ext>
            </p:extLst>
          </p:nvPr>
        </p:nvGraphicFramePr>
        <p:xfrm>
          <a:off x="846978" y="2257145"/>
          <a:ext cx="10875963" cy="298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Document" r:id="rId5" imgW="4882553" imgH="1339081" progId="Word.Document.8">
                  <p:embed/>
                </p:oleObj>
              </mc:Choice>
              <mc:Fallback>
                <p:oleObj name="Document" r:id="rId5" imgW="4882553" imgH="133908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978" y="2257145"/>
                        <a:ext cx="10875963" cy="298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922668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582396"/>
              </p:ext>
            </p:extLst>
          </p:nvPr>
        </p:nvGraphicFramePr>
        <p:xfrm>
          <a:off x="1335275" y="918881"/>
          <a:ext cx="10682288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Document" r:id="rId3" imgW="5214785" imgH="708904" progId="Word.Document.8">
                  <p:embed/>
                </p:oleObj>
              </mc:Choice>
              <mc:Fallback>
                <p:oleObj name="Document" r:id="rId3" imgW="5214785" imgH="70890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275" y="918881"/>
                        <a:ext cx="10682288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5726199"/>
              </p:ext>
            </p:extLst>
          </p:nvPr>
        </p:nvGraphicFramePr>
        <p:xfrm>
          <a:off x="1252538" y="2239963"/>
          <a:ext cx="10485437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Document" r:id="rId5" imgW="5117809" imgH="677988" progId="Word.Document.8">
                  <p:embed/>
                </p:oleObj>
              </mc:Choice>
              <mc:Fallback>
                <p:oleObj name="Document" r:id="rId5" imgW="5117809" imgH="67798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538" y="2239963"/>
                        <a:ext cx="10485437" cy="138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24318"/>
              </p:ext>
            </p:extLst>
          </p:nvPr>
        </p:nvGraphicFramePr>
        <p:xfrm>
          <a:off x="1201490" y="3579804"/>
          <a:ext cx="10663238" cy="150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Document" r:id="rId7" imgW="5222687" imgH="743414" progId="Word.Document.8">
                  <p:embed/>
                </p:oleObj>
              </mc:Choice>
              <mc:Fallback>
                <p:oleObj name="Document" r:id="rId7" imgW="5222687" imgH="74341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490" y="3579804"/>
                        <a:ext cx="10663238" cy="150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579826"/>
              </p:ext>
            </p:extLst>
          </p:nvPr>
        </p:nvGraphicFramePr>
        <p:xfrm>
          <a:off x="680291" y="4719825"/>
          <a:ext cx="10885487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Document" r:id="rId9" imgW="5313916" imgH="677988" progId="Word.Document.8">
                  <p:embed/>
                </p:oleObj>
              </mc:Choice>
              <mc:Fallback>
                <p:oleObj name="Document" r:id="rId9" imgW="5313916" imgH="67798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291" y="4719825"/>
                        <a:ext cx="10885487" cy="138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502997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321771"/>
              </p:ext>
            </p:extLst>
          </p:nvPr>
        </p:nvGraphicFramePr>
        <p:xfrm>
          <a:off x="2114550" y="1131888"/>
          <a:ext cx="6880225" cy="170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Document" r:id="rId3" imgW="2788235" imgH="691289" progId="Word.Document.8">
                  <p:embed/>
                </p:oleObj>
              </mc:Choice>
              <mc:Fallback>
                <p:oleObj name="Document" r:id="rId3" imgW="2788235" imgH="6912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550" y="1131888"/>
                        <a:ext cx="6880225" cy="170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274174"/>
              </p:ext>
            </p:extLst>
          </p:nvPr>
        </p:nvGraphicFramePr>
        <p:xfrm>
          <a:off x="2114550" y="1930961"/>
          <a:ext cx="8024812" cy="338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Document" r:id="rId5" imgW="3518949" imgH="1488954" progId="Word.Document.8">
                  <p:embed/>
                </p:oleObj>
              </mc:Choice>
              <mc:Fallback>
                <p:oleObj name="Document" r:id="rId5" imgW="3518949" imgH="148895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550" y="1930961"/>
                        <a:ext cx="8024812" cy="338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114242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915761"/>
              </p:ext>
            </p:extLst>
          </p:nvPr>
        </p:nvGraphicFramePr>
        <p:xfrm>
          <a:off x="919163" y="947738"/>
          <a:ext cx="10909300" cy="199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Document" r:id="rId3" imgW="5043102" imgH="926392" progId="Word.Document.8">
                  <p:embed/>
                </p:oleObj>
              </mc:Choice>
              <mc:Fallback>
                <p:oleObj name="Document" r:id="rId3" imgW="5043102" imgH="92639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3" y="947738"/>
                        <a:ext cx="10909300" cy="199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5964924"/>
              </p:ext>
            </p:extLst>
          </p:nvPr>
        </p:nvGraphicFramePr>
        <p:xfrm>
          <a:off x="1498974" y="2946400"/>
          <a:ext cx="10401300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Document" r:id="rId5" imgW="4807846" imgH="693446" progId="Word.Document.8">
                  <p:embed/>
                </p:oleObj>
              </mc:Choice>
              <mc:Fallback>
                <p:oleObj name="Document" r:id="rId5" imgW="4807846" imgH="69344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974" y="2946400"/>
                        <a:ext cx="10401300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645283"/>
              </p:ext>
            </p:extLst>
          </p:nvPr>
        </p:nvGraphicFramePr>
        <p:xfrm>
          <a:off x="1498974" y="4441825"/>
          <a:ext cx="10575925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Document" r:id="rId7" imgW="4888300" imgH="677629" progId="Word.Document.8">
                  <p:embed/>
                </p:oleObj>
              </mc:Choice>
              <mc:Fallback>
                <p:oleObj name="Document" r:id="rId7" imgW="4888300" imgH="67762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974" y="4441825"/>
                        <a:ext cx="10575925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443976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414629"/>
              </p:ext>
            </p:extLst>
          </p:nvPr>
        </p:nvGraphicFramePr>
        <p:xfrm>
          <a:off x="685987" y="539657"/>
          <a:ext cx="10895013" cy="5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Document" r:id="rId3" imgW="4892969" imgH="2282368" progId="Word.Document.8">
                  <p:embed/>
                </p:oleObj>
              </mc:Choice>
              <mc:Fallback>
                <p:oleObj name="Document" r:id="rId3" imgW="4892969" imgH="228236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987" y="539657"/>
                        <a:ext cx="10895013" cy="508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087098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814636"/>
              </p:ext>
            </p:extLst>
          </p:nvPr>
        </p:nvGraphicFramePr>
        <p:xfrm>
          <a:off x="919163" y="841375"/>
          <a:ext cx="11036300" cy="468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Document" r:id="rId3" imgW="4845200" imgH="2108378" progId="Word.Document.8">
                  <p:embed/>
                </p:oleObj>
              </mc:Choice>
              <mc:Fallback>
                <p:oleObj name="Document" r:id="rId3" imgW="4845200" imgH="21083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3" y="841375"/>
                        <a:ext cx="11036300" cy="468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5487836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0</Words>
  <Application>Microsoft Office PowerPoint</Application>
  <PresentationFormat>宽屏</PresentationFormat>
  <Paragraphs>0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微软雅黑</vt:lpstr>
      <vt:lpstr>Arial</vt:lpstr>
      <vt:lpstr>Office 主题​​</vt:lpstr>
      <vt:lpstr>Document</vt:lpstr>
      <vt:lpstr>Microsoft Word 97 - 2003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微软雅黑 54号(标题)</dc:title>
  <dc:creator>宁荣健</dc:creator>
  <cp:lastModifiedBy>nrjian</cp:lastModifiedBy>
  <cp:revision>44</cp:revision>
  <dcterms:created xsi:type="dcterms:W3CDTF">2019-06-19T02:08:00Z</dcterms:created>
  <dcterms:modified xsi:type="dcterms:W3CDTF">2019-11-26T12:12:29Z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2052-11.1.0.8894</vt:lpwstr>
  </property>
</Properties>
</file>