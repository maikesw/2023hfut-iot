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jpeg" ContentType="image/jpeg"/>
  <Default Extension="JPG" ContentType="image/.jpg"/>
  <Default Extension="emf" ContentType="image/x-emf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260" r:id="rId3"/>
    <p:sldId id="261" r:id="rId4"/>
    <p:sldId id="369" r:id="rId5"/>
    <p:sldId id="370" r:id="rId6"/>
    <p:sldId id="270" r:id="rId7"/>
    <p:sldId id="262" r:id="rId8"/>
    <p:sldId id="263" r:id="rId9"/>
    <p:sldId id="372" r:id="rId10"/>
    <p:sldId id="373" r:id="rId11"/>
    <p:sldId id="264" r:id="rId12"/>
    <p:sldId id="265" r:id="rId13"/>
    <p:sldId id="269" r:id="rId14"/>
    <p:sldId id="385" r:id="rId15"/>
    <p:sldId id="266" r:id="rId16"/>
    <p:sldId id="267" r:id="rId17"/>
    <p:sldId id="268" r:id="rId18"/>
    <p:sldId id="322" r:id="rId19"/>
    <p:sldId id="323" r:id="rId20"/>
    <p:sldId id="324" r:id="rId21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11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552" y="108"/>
      </p:cViewPr>
      <p:guideLst>
        <p:guide orient="horz" pos="2160"/>
        <p:guide pos="389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77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6.emf"/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9" Type="http://schemas.openxmlformats.org/officeDocument/2006/relationships/image" Target="../media/image15.wmf"/><Relationship Id="rId8" Type="http://schemas.openxmlformats.org/officeDocument/2006/relationships/image" Target="../media/image14.wmf"/><Relationship Id="rId7" Type="http://schemas.openxmlformats.org/officeDocument/2006/relationships/image" Target="../media/image13.emf"/><Relationship Id="rId6" Type="http://schemas.openxmlformats.org/officeDocument/2006/relationships/image" Target="../media/image12.emf"/><Relationship Id="rId5" Type="http://schemas.openxmlformats.org/officeDocument/2006/relationships/image" Target="../media/image11.emf"/><Relationship Id="rId4" Type="http://schemas.openxmlformats.org/officeDocument/2006/relationships/image" Target="../media/image10.emf"/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3" Type="http://schemas.openxmlformats.org/officeDocument/2006/relationships/image" Target="../media/image19.wmf"/><Relationship Id="rId12" Type="http://schemas.openxmlformats.org/officeDocument/2006/relationships/image" Target="../media/image18.wmf"/><Relationship Id="rId11" Type="http://schemas.openxmlformats.org/officeDocument/2006/relationships/image" Target="../media/image17.wmf"/><Relationship Id="rId10" Type="http://schemas.openxmlformats.org/officeDocument/2006/relationships/image" Target="../media/image16.wmf"/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4.vml.rels><?xml version="1.0" encoding="UTF-8" standalone="yes"?>
<Relationships xmlns="http://schemas.openxmlformats.org/package/2006/relationships"><Relationship Id="rId9" Type="http://schemas.openxmlformats.org/officeDocument/2006/relationships/image" Target="../media/image29.wmf"/><Relationship Id="rId8" Type="http://schemas.openxmlformats.org/officeDocument/2006/relationships/image" Target="../media/image28.wmf"/><Relationship Id="rId7" Type="http://schemas.openxmlformats.org/officeDocument/2006/relationships/image" Target="../media/image27.wmf"/><Relationship Id="rId6" Type="http://schemas.openxmlformats.org/officeDocument/2006/relationships/image" Target="../media/image26.wmf"/><Relationship Id="rId5" Type="http://schemas.openxmlformats.org/officeDocument/2006/relationships/image" Target="../media/image25.wmf"/><Relationship Id="rId4" Type="http://schemas.openxmlformats.org/officeDocument/2006/relationships/image" Target="../media/image24.wmf"/><Relationship Id="rId3" Type="http://schemas.openxmlformats.org/officeDocument/2006/relationships/image" Target="../media/image23.wmf"/><Relationship Id="rId2" Type="http://schemas.openxmlformats.org/officeDocument/2006/relationships/image" Target="../media/image22.emf"/><Relationship Id="rId10" Type="http://schemas.openxmlformats.org/officeDocument/2006/relationships/image" Target="../media/image30.emf"/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4" Type="http://schemas.openxmlformats.org/officeDocument/2006/relationships/image" Target="../media/image34.emf"/><Relationship Id="rId3" Type="http://schemas.openxmlformats.org/officeDocument/2006/relationships/image" Target="../media/image33.emf"/><Relationship Id="rId2" Type="http://schemas.openxmlformats.org/officeDocument/2006/relationships/image" Target="../media/image32.emf"/><Relationship Id="rId1" Type="http://schemas.openxmlformats.org/officeDocument/2006/relationships/image" Target="../media/image31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image" Target="../media/image36.emf"/><Relationship Id="rId1" Type="http://schemas.openxmlformats.org/officeDocument/2006/relationships/image" Target="../media/image35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46.wmf"/><Relationship Id="rId7" Type="http://schemas.openxmlformats.org/officeDocument/2006/relationships/image" Target="../media/image45.wmf"/><Relationship Id="rId6" Type="http://schemas.openxmlformats.org/officeDocument/2006/relationships/image" Target="../media/image44.wmf"/><Relationship Id="rId5" Type="http://schemas.openxmlformats.org/officeDocument/2006/relationships/image" Target="../media/image43.wmf"/><Relationship Id="rId4" Type="http://schemas.openxmlformats.org/officeDocument/2006/relationships/image" Target="../media/image41.wmf"/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8.vml.rels><?xml version="1.0" encoding="UTF-8" standalone="yes"?>
<Relationships xmlns="http://schemas.openxmlformats.org/package/2006/relationships"><Relationship Id="rId9" Type="http://schemas.openxmlformats.org/officeDocument/2006/relationships/image" Target="../media/image55.wmf"/><Relationship Id="rId8" Type="http://schemas.openxmlformats.org/officeDocument/2006/relationships/image" Target="../media/image54.wmf"/><Relationship Id="rId7" Type="http://schemas.openxmlformats.org/officeDocument/2006/relationships/image" Target="../media/image53.wmf"/><Relationship Id="rId6" Type="http://schemas.openxmlformats.org/officeDocument/2006/relationships/image" Target="../media/image52.wmf"/><Relationship Id="rId5" Type="http://schemas.openxmlformats.org/officeDocument/2006/relationships/image" Target="../media/image51.wmf"/><Relationship Id="rId4" Type="http://schemas.openxmlformats.org/officeDocument/2006/relationships/image" Target="../media/image50.wmf"/><Relationship Id="rId3" Type="http://schemas.openxmlformats.org/officeDocument/2006/relationships/image" Target="../media/image49.wmf"/><Relationship Id="rId2" Type="http://schemas.openxmlformats.org/officeDocument/2006/relationships/image" Target="../media/image48.wmf"/><Relationship Id="rId1" Type="http://schemas.openxmlformats.org/officeDocument/2006/relationships/image" Target="../media/image47.wmf"/></Relationships>
</file>

<file path=ppt/drawings/_rels/vmlDrawing9.vml.rels><?xml version="1.0" encoding="UTF-8" standalone="yes"?>
<Relationships xmlns="http://schemas.openxmlformats.org/package/2006/relationships"><Relationship Id="rId7" Type="http://schemas.openxmlformats.org/officeDocument/2006/relationships/image" Target="../media/image62.emf"/><Relationship Id="rId6" Type="http://schemas.openxmlformats.org/officeDocument/2006/relationships/image" Target="../media/image61.emf"/><Relationship Id="rId5" Type="http://schemas.openxmlformats.org/officeDocument/2006/relationships/image" Target="../media/image60.emf"/><Relationship Id="rId4" Type="http://schemas.openxmlformats.org/officeDocument/2006/relationships/image" Target="../media/image59.emf"/><Relationship Id="rId3" Type="http://schemas.openxmlformats.org/officeDocument/2006/relationships/image" Target="../media/image58.emf"/><Relationship Id="rId2" Type="http://schemas.openxmlformats.org/officeDocument/2006/relationships/image" Target="../media/image57.emf"/><Relationship Id="rId1" Type="http://schemas.openxmlformats.org/officeDocument/2006/relationships/image" Target="../media/image56.emf"/></Relationships>
</file>

<file path=ppt/drawings/_rels/vmlDrawing10.vml.rels><?xml version="1.0" encoding="UTF-8" standalone="yes"?>
<Relationships xmlns="http://schemas.openxmlformats.org/package/2006/relationships"><Relationship Id="rId4" Type="http://schemas.openxmlformats.org/officeDocument/2006/relationships/image" Target="../media/image66.emf"/><Relationship Id="rId3" Type="http://schemas.openxmlformats.org/officeDocument/2006/relationships/image" Target="../media/image65.emf"/><Relationship Id="rId2" Type="http://schemas.openxmlformats.org/officeDocument/2006/relationships/image" Target="../media/image64.emf"/><Relationship Id="rId1" Type="http://schemas.openxmlformats.org/officeDocument/2006/relationships/image" Target="../media/image63.emf"/></Relationships>
</file>

<file path=ppt/drawings/_rels/vmlDrawing11.vml.rels><?xml version="1.0" encoding="UTF-8" standalone="yes"?>
<Relationships xmlns="http://schemas.openxmlformats.org/package/2006/relationships"><Relationship Id="rId5" Type="http://schemas.openxmlformats.org/officeDocument/2006/relationships/image" Target="../media/image72.emf"/><Relationship Id="rId4" Type="http://schemas.openxmlformats.org/officeDocument/2006/relationships/image" Target="../media/image70.emf"/><Relationship Id="rId3" Type="http://schemas.openxmlformats.org/officeDocument/2006/relationships/image" Target="../media/image69.emf"/><Relationship Id="rId2" Type="http://schemas.openxmlformats.org/officeDocument/2006/relationships/image" Target="../media/image68.emf"/><Relationship Id="rId1" Type="http://schemas.openxmlformats.org/officeDocument/2006/relationships/image" Target="../media/image67.emf"/></Relationships>
</file>

<file path=ppt/drawings/_rels/vmlDrawing12.vml.rels><?xml version="1.0" encoding="UTF-8" standalone="yes"?>
<Relationships xmlns="http://schemas.openxmlformats.org/package/2006/relationships"><Relationship Id="rId9" Type="http://schemas.openxmlformats.org/officeDocument/2006/relationships/image" Target="../media/image89.emf"/><Relationship Id="rId8" Type="http://schemas.openxmlformats.org/officeDocument/2006/relationships/image" Target="../media/image88.emf"/><Relationship Id="rId7" Type="http://schemas.openxmlformats.org/officeDocument/2006/relationships/image" Target="../media/image87.emf"/><Relationship Id="rId6" Type="http://schemas.openxmlformats.org/officeDocument/2006/relationships/image" Target="../media/image86.emf"/><Relationship Id="rId5" Type="http://schemas.openxmlformats.org/officeDocument/2006/relationships/image" Target="../media/image85.wmf"/><Relationship Id="rId4" Type="http://schemas.openxmlformats.org/officeDocument/2006/relationships/image" Target="../media/image84.wmf"/><Relationship Id="rId3" Type="http://schemas.openxmlformats.org/officeDocument/2006/relationships/image" Target="../media/image83.wmf"/><Relationship Id="rId2" Type="http://schemas.openxmlformats.org/officeDocument/2006/relationships/image" Target="../media/image82.wmf"/><Relationship Id="rId11" Type="http://schemas.openxmlformats.org/officeDocument/2006/relationships/image" Target="../media/image91.emf"/><Relationship Id="rId10" Type="http://schemas.openxmlformats.org/officeDocument/2006/relationships/image" Target="../media/image90.emf"/><Relationship Id="rId1" Type="http://schemas.openxmlformats.org/officeDocument/2006/relationships/image" Target="../media/image81.e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emf"/><Relationship Id="rId2" Type="http://schemas.openxmlformats.org/officeDocument/2006/relationships/image" Target="../media/image93.emf"/><Relationship Id="rId1" Type="http://schemas.openxmlformats.org/officeDocument/2006/relationships/image" Target="../media/image92.e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6.emf"/><Relationship Id="rId1" Type="http://schemas.openxmlformats.org/officeDocument/2006/relationships/image" Target="../media/image95.emf"/></Relationships>
</file>

<file path=ppt/drawings/_rels/vmlDrawing15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1.wmf"/><Relationship Id="rId4" Type="http://schemas.openxmlformats.org/officeDocument/2006/relationships/image" Target="../media/image100.wmf"/><Relationship Id="rId3" Type="http://schemas.openxmlformats.org/officeDocument/2006/relationships/image" Target="../media/image99.wmf"/><Relationship Id="rId2" Type="http://schemas.openxmlformats.org/officeDocument/2006/relationships/image" Target="../media/image98.wmf"/><Relationship Id="rId1" Type="http://schemas.openxmlformats.org/officeDocument/2006/relationships/image" Target="../media/image97.wmf"/></Relationships>
</file>

<file path=ppt/drawings/_rels/vmlDrawing16.vml.rels><?xml version="1.0" encoding="UTF-8" standalone="yes"?>
<Relationships xmlns="http://schemas.openxmlformats.org/package/2006/relationships"><Relationship Id="rId5" Type="http://schemas.openxmlformats.org/officeDocument/2006/relationships/image" Target="../media/image107.wmf"/><Relationship Id="rId4" Type="http://schemas.openxmlformats.org/officeDocument/2006/relationships/image" Target="../media/image106.wmf"/><Relationship Id="rId3" Type="http://schemas.openxmlformats.org/officeDocument/2006/relationships/image" Target="../media/image105.wmf"/><Relationship Id="rId2" Type="http://schemas.openxmlformats.org/officeDocument/2006/relationships/image" Target="../media/image104.wmf"/><Relationship Id="rId1" Type="http://schemas.openxmlformats.org/officeDocument/2006/relationships/image" Target="../media/image10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charset="-122"/>
                <a:ea typeface="微软雅黑" panose="020B0503020204020204" charset="-122"/>
              </a:rPr>
            </a:fld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1AC49D05-6128-4D0D-A32A-06A5E73B386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fld id="{5849F42C-2DAE-424C-A4B8-3140182C3E9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charset="-122"/>
        <a:ea typeface="微软雅黑" panose="020B050302020402020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0.xml"/><Relationship Id="rId4" Type="http://schemas.openxmlformats.org/officeDocument/2006/relationships/tags" Target="../tags/tag29.xml"/><Relationship Id="rId3" Type="http://schemas.openxmlformats.org/officeDocument/2006/relationships/tags" Target="../tags/tag28.xml"/><Relationship Id="rId2" Type="http://schemas.openxmlformats.org/officeDocument/2006/relationships/tags" Target="../tags/tag2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39.xml"/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48.xml"/><Relationship Id="rId4" Type="http://schemas.openxmlformats.org/officeDocument/2006/relationships/tags" Target="../tags/tag47.xml"/><Relationship Id="rId3" Type="http://schemas.openxmlformats.org/officeDocument/2006/relationships/tags" Target="../tags/tag46.xml"/><Relationship Id="rId2" Type="http://schemas.openxmlformats.org/officeDocument/2006/relationships/tags" Target="../tags/tag4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669882" y="3566160"/>
            <a:ext cx="10852237" cy="950984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3808730"/>
            <a:ext cx="10852237" cy="624845"/>
          </a:xfrm>
          <a:prstGeom prst="rect">
            <a:avLst/>
          </a:prstGeom>
        </p:spPr>
        <p:txBody>
          <a:bodyPr lIns="101600" tIns="38100" rIns="63500" bIns="38100" anchor="t" anchorCtr="0">
            <a:noAutofit/>
          </a:bodyPr>
          <a:lstStyle>
            <a:lvl1pPr>
              <a:defRPr sz="3600" b="0" u="none" strike="noStrike" kern="1200" cap="none" spc="300" normalizeH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69925" y="4511675"/>
            <a:ext cx="10852237" cy="1077985"/>
          </a:xfrm>
          <a:prstGeom prst="rect">
            <a:avLst/>
          </a:prstGeom>
        </p:spPr>
        <p:txBody>
          <a:bodyPr lIns="101600" tIns="38100" rIns="76200" bIns="38100">
            <a:noAutofit/>
          </a:bodyPr>
          <a:lstStyle>
            <a:lvl1pPr marL="0" indent="0" eaLnBrk="1" fontAlgn="auto" latinLnBrk="0" hangingPunct="1">
              <a:buNone/>
              <a:defRPr kumimoji="0" lang="zh-CN" altLang="en-US" sz="1600" b="0" i="0" u="none" strike="noStrike" kern="1200" cap="none" spc="150" normalizeH="0" baseline="0" noProof="1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1296000"/>
            <a:ext cx="5283242" cy="504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1296000"/>
            <a:ext cx="5283242" cy="381003"/>
          </a:xfrm>
          <a:prstGeom prst="rect">
            <a:avLst/>
          </a:prstGeo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789043"/>
            <a:ext cx="5283200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296000"/>
            <a:ext cx="5283242" cy="381003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789043"/>
            <a:ext cx="5283242" cy="4552234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69930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238925" y="1296000"/>
            <a:ext cx="5283242" cy="5040000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669882" y="432000"/>
            <a:ext cx="10852237" cy="648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  <a:prstGeom prst="rect">
            <a:avLst/>
          </a:prstGeo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  <a:prstGeom prst="rect">
            <a:avLst/>
          </a:prstGeo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indent="0" eaLnBrk="1" fontAlgn="auto" latinLnBrk="0" hangingPunct="1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04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669882" y="2588281"/>
            <a:ext cx="10852237" cy="899167"/>
          </a:xfrm>
          <a:prstGeom prst="rect">
            <a:avLst/>
          </a:prstGeo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5400" b="0" i="0" u="none" strike="noStrike" kern="1200" cap="none" spc="600" normalizeH="0" baseline="0" noProof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tags" Target="../tags/tag53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>
            <p:custDataLst>
              <p:tags r:id="rId13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 userDrawn="1"/>
        </p:nvGrpSpPr>
        <p:grpSpPr>
          <a:xfrm>
            <a:off x="6600217" y="234834"/>
            <a:ext cx="5491260" cy="461665"/>
            <a:chOff x="6600217" y="234834"/>
            <a:chExt cx="5491260" cy="461665"/>
          </a:xfrm>
        </p:grpSpPr>
        <p:pic>
          <p:nvPicPr>
            <p:cNvPr id="12" name="图片 11"/>
            <p:cNvPicPr>
              <a:picLocks noChangeAspect="1"/>
            </p:cNvPicPr>
            <p:nvPr userDrawn="1"/>
          </p:nvPicPr>
          <p:blipFill>
            <a:blip r:embed="rId14"/>
            <a:stretch>
              <a:fillRect/>
            </a:stretch>
          </p:blipFill>
          <p:spPr>
            <a:xfrm>
              <a:off x="6600217" y="243967"/>
              <a:ext cx="2821020" cy="437940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 userDrawn="1"/>
          </p:nvSpPr>
          <p:spPr>
            <a:xfrm>
              <a:off x="9401781" y="234834"/>
              <a:ext cx="2689696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l"/>
              <a:r>
                <a:rPr lang="zh-CN" altLang="en-US" sz="2400" b="1" dirty="0">
                  <a:solidFill>
                    <a:srgbClr val="00B0F0"/>
                  </a:solidFill>
                  <a:effectLst/>
                </a:rPr>
                <a:t>概率论与数理统计</a:t>
              </a:r>
              <a:endParaRPr lang="zh-CN" altLang="en-US" sz="2400" b="1" dirty="0">
                <a:solidFill>
                  <a:srgbClr val="00B0F0"/>
                </a:solidFill>
                <a:effectLst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.e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5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4.e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emf"/><Relationship Id="rId10" Type="http://schemas.openxmlformats.org/officeDocument/2006/relationships/vmlDrawing" Target="../drawings/vmlDrawing1.vml"/><Relationship Id="rId1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8.bin"/><Relationship Id="rId8" Type="http://schemas.openxmlformats.org/officeDocument/2006/relationships/image" Target="../media/image10.emf"/><Relationship Id="rId7" Type="http://schemas.openxmlformats.org/officeDocument/2006/relationships/oleObject" Target="../embeddings/oleObject7.bin"/><Relationship Id="rId6" Type="http://schemas.openxmlformats.org/officeDocument/2006/relationships/image" Target="../media/image9.emf"/><Relationship Id="rId5" Type="http://schemas.openxmlformats.org/officeDocument/2006/relationships/oleObject" Target="../embeddings/Document1.doc"/><Relationship Id="rId4" Type="http://schemas.openxmlformats.org/officeDocument/2006/relationships/image" Target="../media/image8.emf"/><Relationship Id="rId3" Type="http://schemas.openxmlformats.org/officeDocument/2006/relationships/oleObject" Target="../embeddings/oleObject6.bin"/><Relationship Id="rId28" Type="http://schemas.openxmlformats.org/officeDocument/2006/relationships/vmlDrawing" Target="../drawings/vmlDrawing2.vml"/><Relationship Id="rId27" Type="http://schemas.openxmlformats.org/officeDocument/2006/relationships/slideLayout" Target="../slideLayouts/slideLayout7.xml"/><Relationship Id="rId26" Type="http://schemas.openxmlformats.org/officeDocument/2006/relationships/image" Target="../media/image19.wmf"/><Relationship Id="rId25" Type="http://schemas.openxmlformats.org/officeDocument/2006/relationships/oleObject" Target="../embeddings/oleObject16.bin"/><Relationship Id="rId24" Type="http://schemas.openxmlformats.org/officeDocument/2006/relationships/image" Target="../media/image18.wmf"/><Relationship Id="rId23" Type="http://schemas.openxmlformats.org/officeDocument/2006/relationships/oleObject" Target="../embeddings/oleObject15.bin"/><Relationship Id="rId22" Type="http://schemas.openxmlformats.org/officeDocument/2006/relationships/image" Target="../media/image17.wmf"/><Relationship Id="rId21" Type="http://schemas.openxmlformats.org/officeDocument/2006/relationships/oleObject" Target="../embeddings/oleObject14.bin"/><Relationship Id="rId20" Type="http://schemas.openxmlformats.org/officeDocument/2006/relationships/image" Target="../media/image16.wmf"/><Relationship Id="rId2" Type="http://schemas.openxmlformats.org/officeDocument/2006/relationships/image" Target="../media/image7.emf"/><Relationship Id="rId19" Type="http://schemas.openxmlformats.org/officeDocument/2006/relationships/oleObject" Target="../embeddings/oleObject13.bin"/><Relationship Id="rId18" Type="http://schemas.openxmlformats.org/officeDocument/2006/relationships/image" Target="../media/image15.wmf"/><Relationship Id="rId17" Type="http://schemas.openxmlformats.org/officeDocument/2006/relationships/oleObject" Target="../embeddings/oleObject12.bin"/><Relationship Id="rId16" Type="http://schemas.openxmlformats.org/officeDocument/2006/relationships/image" Target="../media/image14.wmf"/><Relationship Id="rId15" Type="http://schemas.openxmlformats.org/officeDocument/2006/relationships/oleObject" Target="../embeddings/oleObject11.bin"/><Relationship Id="rId14" Type="http://schemas.openxmlformats.org/officeDocument/2006/relationships/image" Target="../media/image13.emf"/><Relationship Id="rId13" Type="http://schemas.openxmlformats.org/officeDocument/2006/relationships/oleObject" Target="../embeddings/oleObject10.bin"/><Relationship Id="rId12" Type="http://schemas.openxmlformats.org/officeDocument/2006/relationships/image" Target="../media/image12.emf"/><Relationship Id="rId11" Type="http://schemas.openxmlformats.org/officeDocument/2006/relationships/oleObject" Target="../embeddings/oleObject9.bin"/><Relationship Id="rId10" Type="http://schemas.openxmlformats.org/officeDocument/2006/relationships/image" Target="../media/image11.emf"/><Relationship Id="rId1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3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7.bin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22.bin"/><Relationship Id="rId8" Type="http://schemas.openxmlformats.org/officeDocument/2006/relationships/image" Target="../media/image24.wmf"/><Relationship Id="rId7" Type="http://schemas.openxmlformats.org/officeDocument/2006/relationships/oleObject" Target="../embeddings/oleObject21.bin"/><Relationship Id="rId6" Type="http://schemas.openxmlformats.org/officeDocument/2006/relationships/image" Target="../media/image23.wmf"/><Relationship Id="rId5" Type="http://schemas.openxmlformats.org/officeDocument/2006/relationships/oleObject" Target="../embeddings/oleObject20.bin"/><Relationship Id="rId4" Type="http://schemas.openxmlformats.org/officeDocument/2006/relationships/image" Target="../media/image22.emf"/><Relationship Id="rId3" Type="http://schemas.openxmlformats.org/officeDocument/2006/relationships/oleObject" Target="../embeddings/oleObject19.bin"/><Relationship Id="rId25" Type="http://schemas.openxmlformats.org/officeDocument/2006/relationships/vmlDrawing" Target="../drawings/vmlDrawing4.vml"/><Relationship Id="rId24" Type="http://schemas.openxmlformats.org/officeDocument/2006/relationships/slideLayout" Target="../slideLayouts/slideLayout7.xml"/><Relationship Id="rId23" Type="http://schemas.openxmlformats.org/officeDocument/2006/relationships/image" Target="../media/image30.emf"/><Relationship Id="rId22" Type="http://schemas.openxmlformats.org/officeDocument/2006/relationships/oleObject" Target="../embeddings/oleObject30.bin"/><Relationship Id="rId21" Type="http://schemas.openxmlformats.org/officeDocument/2006/relationships/oleObject" Target="../embeddings/oleObject29.bin"/><Relationship Id="rId20" Type="http://schemas.openxmlformats.org/officeDocument/2006/relationships/oleObject" Target="../embeddings/oleObject28.bin"/><Relationship Id="rId2" Type="http://schemas.openxmlformats.org/officeDocument/2006/relationships/image" Target="../media/image7.emf"/><Relationship Id="rId19" Type="http://schemas.openxmlformats.org/officeDocument/2006/relationships/oleObject" Target="../embeddings/oleObject27.bin"/><Relationship Id="rId18" Type="http://schemas.openxmlformats.org/officeDocument/2006/relationships/image" Target="../media/image29.wmf"/><Relationship Id="rId17" Type="http://schemas.openxmlformats.org/officeDocument/2006/relationships/oleObject" Target="../embeddings/oleObject26.bin"/><Relationship Id="rId16" Type="http://schemas.openxmlformats.org/officeDocument/2006/relationships/image" Target="../media/image28.wmf"/><Relationship Id="rId15" Type="http://schemas.openxmlformats.org/officeDocument/2006/relationships/oleObject" Target="../embeddings/oleObject25.bin"/><Relationship Id="rId14" Type="http://schemas.openxmlformats.org/officeDocument/2006/relationships/image" Target="../media/image27.wmf"/><Relationship Id="rId13" Type="http://schemas.openxmlformats.org/officeDocument/2006/relationships/oleObject" Target="../embeddings/oleObject24.bin"/><Relationship Id="rId12" Type="http://schemas.openxmlformats.org/officeDocument/2006/relationships/image" Target="../media/image26.wmf"/><Relationship Id="rId11" Type="http://schemas.openxmlformats.org/officeDocument/2006/relationships/oleObject" Target="../embeddings/oleObject23.bin"/><Relationship Id="rId10" Type="http://schemas.openxmlformats.org/officeDocument/2006/relationships/image" Target="../media/image25.wmf"/><Relationship Id="rId1" Type="http://schemas.openxmlformats.org/officeDocument/2006/relationships/oleObject" Target="../embeddings/oleObject18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34.emf"/><Relationship Id="rId7" Type="http://schemas.openxmlformats.org/officeDocument/2006/relationships/oleObject" Target="../embeddings/oleObject34.bin"/><Relationship Id="rId6" Type="http://schemas.openxmlformats.org/officeDocument/2006/relationships/image" Target="../media/image33.emf"/><Relationship Id="rId5" Type="http://schemas.openxmlformats.org/officeDocument/2006/relationships/oleObject" Target="../embeddings/oleObject33.bin"/><Relationship Id="rId4" Type="http://schemas.openxmlformats.org/officeDocument/2006/relationships/image" Target="../media/image32.emf"/><Relationship Id="rId3" Type="http://schemas.openxmlformats.org/officeDocument/2006/relationships/oleObject" Target="../embeddings/oleObject32.bin"/><Relationship Id="rId2" Type="http://schemas.openxmlformats.org/officeDocument/2006/relationships/image" Target="../media/image31.emf"/><Relationship Id="rId10" Type="http://schemas.openxmlformats.org/officeDocument/2006/relationships/vmlDrawing" Target="../drawings/vmlDrawing5.vml"/><Relationship Id="rId1" Type="http://schemas.openxmlformats.org/officeDocument/2006/relationships/oleObject" Target="../embeddings/oleObject31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6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37.e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36.emf"/><Relationship Id="rId3" Type="http://schemas.openxmlformats.org/officeDocument/2006/relationships/oleObject" Target="../embeddings/oleObject36.bin"/><Relationship Id="rId2" Type="http://schemas.openxmlformats.org/officeDocument/2006/relationships/image" Target="../media/image35.emf"/><Relationship Id="rId1" Type="http://schemas.openxmlformats.org/officeDocument/2006/relationships/oleObject" Target="../embeddings/oleObject35.bin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wmf"/><Relationship Id="rId8" Type="http://schemas.openxmlformats.org/officeDocument/2006/relationships/image" Target="../media/image41.wmf"/><Relationship Id="rId7" Type="http://schemas.openxmlformats.org/officeDocument/2006/relationships/oleObject" Target="../embeddings/oleObject41.bin"/><Relationship Id="rId6" Type="http://schemas.openxmlformats.org/officeDocument/2006/relationships/image" Target="../media/image40.wmf"/><Relationship Id="rId5" Type="http://schemas.openxmlformats.org/officeDocument/2006/relationships/oleObject" Target="../embeddings/oleObject40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39.bin"/><Relationship Id="rId2" Type="http://schemas.openxmlformats.org/officeDocument/2006/relationships/image" Target="../media/image38.wmf"/><Relationship Id="rId19" Type="http://schemas.openxmlformats.org/officeDocument/2006/relationships/vmlDrawing" Target="../drawings/vmlDrawing7.vml"/><Relationship Id="rId18" Type="http://schemas.openxmlformats.org/officeDocument/2006/relationships/slideLayout" Target="../slideLayouts/slideLayout7.xml"/><Relationship Id="rId17" Type="http://schemas.openxmlformats.org/officeDocument/2006/relationships/image" Target="../media/image46.wmf"/><Relationship Id="rId16" Type="http://schemas.openxmlformats.org/officeDocument/2006/relationships/oleObject" Target="../embeddings/oleObject45.bin"/><Relationship Id="rId15" Type="http://schemas.openxmlformats.org/officeDocument/2006/relationships/image" Target="../media/image45.wmf"/><Relationship Id="rId14" Type="http://schemas.openxmlformats.org/officeDocument/2006/relationships/oleObject" Target="../embeddings/oleObject44.bin"/><Relationship Id="rId13" Type="http://schemas.openxmlformats.org/officeDocument/2006/relationships/image" Target="../media/image44.wmf"/><Relationship Id="rId12" Type="http://schemas.openxmlformats.org/officeDocument/2006/relationships/oleObject" Target="../embeddings/oleObject43.bin"/><Relationship Id="rId11" Type="http://schemas.openxmlformats.org/officeDocument/2006/relationships/image" Target="../media/image43.wmf"/><Relationship Id="rId10" Type="http://schemas.openxmlformats.org/officeDocument/2006/relationships/oleObject" Target="../embeddings/oleObject42.bin"/><Relationship Id="rId1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0.bin"/><Relationship Id="rId8" Type="http://schemas.openxmlformats.org/officeDocument/2006/relationships/image" Target="../media/image50.wmf"/><Relationship Id="rId7" Type="http://schemas.openxmlformats.org/officeDocument/2006/relationships/oleObject" Target="../embeddings/oleObject49.bin"/><Relationship Id="rId6" Type="http://schemas.openxmlformats.org/officeDocument/2006/relationships/image" Target="../media/image49.wmf"/><Relationship Id="rId5" Type="http://schemas.openxmlformats.org/officeDocument/2006/relationships/oleObject" Target="../embeddings/oleObject48.bin"/><Relationship Id="rId4" Type="http://schemas.openxmlformats.org/officeDocument/2006/relationships/image" Target="../media/image48.wmf"/><Relationship Id="rId3" Type="http://schemas.openxmlformats.org/officeDocument/2006/relationships/oleObject" Target="../embeddings/oleObject47.bin"/><Relationship Id="rId20" Type="http://schemas.openxmlformats.org/officeDocument/2006/relationships/vmlDrawing" Target="../drawings/vmlDrawing8.vml"/><Relationship Id="rId2" Type="http://schemas.openxmlformats.org/officeDocument/2006/relationships/image" Target="../media/image47.wmf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55.wmf"/><Relationship Id="rId17" Type="http://schemas.openxmlformats.org/officeDocument/2006/relationships/oleObject" Target="../embeddings/oleObject54.bin"/><Relationship Id="rId16" Type="http://schemas.openxmlformats.org/officeDocument/2006/relationships/image" Target="../media/image54.wmf"/><Relationship Id="rId15" Type="http://schemas.openxmlformats.org/officeDocument/2006/relationships/oleObject" Target="../embeddings/oleObject53.bin"/><Relationship Id="rId14" Type="http://schemas.openxmlformats.org/officeDocument/2006/relationships/image" Target="../media/image53.wmf"/><Relationship Id="rId13" Type="http://schemas.openxmlformats.org/officeDocument/2006/relationships/oleObject" Target="../embeddings/oleObject52.bin"/><Relationship Id="rId12" Type="http://schemas.openxmlformats.org/officeDocument/2006/relationships/image" Target="../media/image52.wmf"/><Relationship Id="rId11" Type="http://schemas.openxmlformats.org/officeDocument/2006/relationships/oleObject" Target="../embeddings/oleObject51.bin"/><Relationship Id="rId10" Type="http://schemas.openxmlformats.org/officeDocument/2006/relationships/image" Target="../media/image51.wmf"/><Relationship Id="rId1" Type="http://schemas.openxmlformats.org/officeDocument/2006/relationships/oleObject" Target="../embeddings/oleObject46.bin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9.bin"/><Relationship Id="rId8" Type="http://schemas.openxmlformats.org/officeDocument/2006/relationships/image" Target="../media/image59.emf"/><Relationship Id="rId7" Type="http://schemas.openxmlformats.org/officeDocument/2006/relationships/oleObject" Target="../embeddings/oleObject58.bin"/><Relationship Id="rId6" Type="http://schemas.openxmlformats.org/officeDocument/2006/relationships/image" Target="../media/image58.emf"/><Relationship Id="rId5" Type="http://schemas.openxmlformats.org/officeDocument/2006/relationships/oleObject" Target="../embeddings/oleObject57.bin"/><Relationship Id="rId4" Type="http://schemas.openxmlformats.org/officeDocument/2006/relationships/image" Target="../media/image57.emf"/><Relationship Id="rId3" Type="http://schemas.openxmlformats.org/officeDocument/2006/relationships/oleObject" Target="../embeddings/oleObject56.bin"/><Relationship Id="rId2" Type="http://schemas.openxmlformats.org/officeDocument/2006/relationships/image" Target="../media/image56.emf"/><Relationship Id="rId16" Type="http://schemas.openxmlformats.org/officeDocument/2006/relationships/vmlDrawing" Target="../drawings/vmlDrawing9.vml"/><Relationship Id="rId15" Type="http://schemas.openxmlformats.org/officeDocument/2006/relationships/slideLayout" Target="../slideLayouts/slideLayout7.xml"/><Relationship Id="rId14" Type="http://schemas.openxmlformats.org/officeDocument/2006/relationships/image" Target="../media/image62.emf"/><Relationship Id="rId13" Type="http://schemas.openxmlformats.org/officeDocument/2006/relationships/oleObject" Target="../embeddings/oleObject61.bin"/><Relationship Id="rId12" Type="http://schemas.openxmlformats.org/officeDocument/2006/relationships/image" Target="../media/image61.emf"/><Relationship Id="rId11" Type="http://schemas.openxmlformats.org/officeDocument/2006/relationships/oleObject" Target="../embeddings/oleObject60.bin"/><Relationship Id="rId10" Type="http://schemas.openxmlformats.org/officeDocument/2006/relationships/image" Target="../media/image60.emf"/><Relationship Id="rId1" Type="http://schemas.openxmlformats.org/officeDocument/2006/relationships/oleObject" Target="../embeddings/oleObject55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66.emf"/><Relationship Id="rId7" Type="http://schemas.openxmlformats.org/officeDocument/2006/relationships/oleObject" Target="../embeddings/oleObject65.bin"/><Relationship Id="rId6" Type="http://schemas.openxmlformats.org/officeDocument/2006/relationships/image" Target="../media/image65.emf"/><Relationship Id="rId5" Type="http://schemas.openxmlformats.org/officeDocument/2006/relationships/oleObject" Target="../embeddings/oleObject64.bin"/><Relationship Id="rId4" Type="http://schemas.openxmlformats.org/officeDocument/2006/relationships/image" Target="../media/image64.emf"/><Relationship Id="rId3" Type="http://schemas.openxmlformats.org/officeDocument/2006/relationships/oleObject" Target="../embeddings/oleObject63.bin"/><Relationship Id="rId2" Type="http://schemas.openxmlformats.org/officeDocument/2006/relationships/image" Target="../media/image63.emf"/><Relationship Id="rId10" Type="http://schemas.openxmlformats.org/officeDocument/2006/relationships/vmlDrawing" Target="../drawings/vmlDrawing10.vml"/><Relationship Id="rId1" Type="http://schemas.openxmlformats.org/officeDocument/2006/relationships/oleObject" Target="../embeddings/oleObject62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png"/><Relationship Id="rId8" Type="http://schemas.openxmlformats.org/officeDocument/2006/relationships/image" Target="../media/image70.emf"/><Relationship Id="rId7" Type="http://schemas.openxmlformats.org/officeDocument/2006/relationships/oleObject" Target="../embeddings/oleObject69.bin"/><Relationship Id="rId6" Type="http://schemas.openxmlformats.org/officeDocument/2006/relationships/image" Target="../media/image69.e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68.emf"/><Relationship Id="rId3" Type="http://schemas.openxmlformats.org/officeDocument/2006/relationships/oleObject" Target="../embeddings/oleObject67.bin"/><Relationship Id="rId2" Type="http://schemas.openxmlformats.org/officeDocument/2006/relationships/image" Target="../media/image67.emf"/><Relationship Id="rId13" Type="http://schemas.openxmlformats.org/officeDocument/2006/relationships/vmlDrawing" Target="../drawings/vmlDrawing11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72.emf"/><Relationship Id="rId10" Type="http://schemas.openxmlformats.org/officeDocument/2006/relationships/oleObject" Target="../embeddings/oleObject70.bin"/><Relationship Id="rId1" Type="http://schemas.openxmlformats.org/officeDocument/2006/relationships/oleObject" Target="../embeddings/oleObject66.bin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2" Type="http://schemas.openxmlformats.org/officeDocument/2006/relationships/slideLayout" Target="../slideLayouts/slideLayout7.xml"/><Relationship Id="rId31" Type="http://schemas.openxmlformats.org/officeDocument/2006/relationships/image" Target="../media/image80.png"/><Relationship Id="rId30" Type="http://schemas.openxmlformats.org/officeDocument/2006/relationships/tags" Target="../tags/tag76.xml"/><Relationship Id="rId3" Type="http://schemas.openxmlformats.org/officeDocument/2006/relationships/tags" Target="../tags/tag55.xml"/><Relationship Id="rId29" Type="http://schemas.openxmlformats.org/officeDocument/2006/relationships/tags" Target="../tags/tag75.xml"/><Relationship Id="rId28" Type="http://schemas.openxmlformats.org/officeDocument/2006/relationships/image" Target="../media/image79.png"/><Relationship Id="rId27" Type="http://schemas.openxmlformats.org/officeDocument/2006/relationships/tags" Target="../tags/tag74.xml"/><Relationship Id="rId26" Type="http://schemas.openxmlformats.org/officeDocument/2006/relationships/tags" Target="../tags/tag73.xml"/><Relationship Id="rId25" Type="http://schemas.openxmlformats.org/officeDocument/2006/relationships/image" Target="../media/image78.png"/><Relationship Id="rId24" Type="http://schemas.openxmlformats.org/officeDocument/2006/relationships/tags" Target="../tags/tag72.xml"/><Relationship Id="rId23" Type="http://schemas.openxmlformats.org/officeDocument/2006/relationships/tags" Target="../tags/tag71.xml"/><Relationship Id="rId22" Type="http://schemas.openxmlformats.org/officeDocument/2006/relationships/image" Target="../media/image77.png"/><Relationship Id="rId21" Type="http://schemas.openxmlformats.org/officeDocument/2006/relationships/tags" Target="../tags/tag70.xml"/><Relationship Id="rId20" Type="http://schemas.openxmlformats.org/officeDocument/2006/relationships/tags" Target="../tags/tag69.xml"/><Relationship Id="rId2" Type="http://schemas.openxmlformats.org/officeDocument/2006/relationships/image" Target="../media/image73.jpeg"/><Relationship Id="rId19" Type="http://schemas.openxmlformats.org/officeDocument/2006/relationships/image" Target="../media/image76.png"/><Relationship Id="rId18" Type="http://schemas.openxmlformats.org/officeDocument/2006/relationships/tags" Target="../tags/tag68.xml"/><Relationship Id="rId17" Type="http://schemas.openxmlformats.org/officeDocument/2006/relationships/tags" Target="../tags/tag67.xml"/><Relationship Id="rId16" Type="http://schemas.openxmlformats.org/officeDocument/2006/relationships/tags" Target="../tags/tag66.xml"/><Relationship Id="rId15" Type="http://schemas.openxmlformats.org/officeDocument/2006/relationships/image" Target="../media/image75.png"/><Relationship Id="rId14" Type="http://schemas.openxmlformats.org/officeDocument/2006/relationships/tags" Target="../tags/tag65.xml"/><Relationship Id="rId13" Type="http://schemas.openxmlformats.org/officeDocument/2006/relationships/tags" Target="../tags/tag64.xml"/><Relationship Id="rId12" Type="http://schemas.openxmlformats.org/officeDocument/2006/relationships/image" Target="../media/image74.png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4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5.bin"/><Relationship Id="rId8" Type="http://schemas.openxmlformats.org/officeDocument/2006/relationships/image" Target="../media/image84.wmf"/><Relationship Id="rId7" Type="http://schemas.openxmlformats.org/officeDocument/2006/relationships/oleObject" Target="../embeddings/oleObject74.bin"/><Relationship Id="rId6" Type="http://schemas.openxmlformats.org/officeDocument/2006/relationships/image" Target="../media/image83.wmf"/><Relationship Id="rId5" Type="http://schemas.openxmlformats.org/officeDocument/2006/relationships/oleObject" Target="../embeddings/oleObject73.bin"/><Relationship Id="rId4" Type="http://schemas.openxmlformats.org/officeDocument/2006/relationships/image" Target="../media/image82.wmf"/><Relationship Id="rId3" Type="http://schemas.openxmlformats.org/officeDocument/2006/relationships/oleObject" Target="../embeddings/oleObject72.bin"/><Relationship Id="rId24" Type="http://schemas.openxmlformats.org/officeDocument/2006/relationships/vmlDrawing" Target="../drawings/vmlDrawing12.v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91.emf"/><Relationship Id="rId21" Type="http://schemas.openxmlformats.org/officeDocument/2006/relationships/oleObject" Target="../embeddings/oleObject81.bin"/><Relationship Id="rId20" Type="http://schemas.openxmlformats.org/officeDocument/2006/relationships/image" Target="../media/image90.emf"/><Relationship Id="rId2" Type="http://schemas.openxmlformats.org/officeDocument/2006/relationships/image" Target="../media/image81.emf"/><Relationship Id="rId19" Type="http://schemas.openxmlformats.org/officeDocument/2006/relationships/oleObject" Target="../embeddings/oleObject80.bin"/><Relationship Id="rId18" Type="http://schemas.openxmlformats.org/officeDocument/2006/relationships/image" Target="../media/image89.emf"/><Relationship Id="rId17" Type="http://schemas.openxmlformats.org/officeDocument/2006/relationships/oleObject" Target="../embeddings/oleObject79.bin"/><Relationship Id="rId16" Type="http://schemas.openxmlformats.org/officeDocument/2006/relationships/image" Target="../media/image88.emf"/><Relationship Id="rId15" Type="http://schemas.openxmlformats.org/officeDocument/2006/relationships/oleObject" Target="../embeddings/oleObject78.bin"/><Relationship Id="rId14" Type="http://schemas.openxmlformats.org/officeDocument/2006/relationships/image" Target="../media/image87.emf"/><Relationship Id="rId13" Type="http://schemas.openxmlformats.org/officeDocument/2006/relationships/oleObject" Target="../embeddings/oleObject77.bin"/><Relationship Id="rId12" Type="http://schemas.openxmlformats.org/officeDocument/2006/relationships/image" Target="../media/image86.emf"/><Relationship Id="rId11" Type="http://schemas.openxmlformats.org/officeDocument/2006/relationships/oleObject" Target="../embeddings/oleObject76.bin"/><Relationship Id="rId10" Type="http://schemas.openxmlformats.org/officeDocument/2006/relationships/image" Target="../media/image85.wmf"/><Relationship Id="rId1" Type="http://schemas.openxmlformats.org/officeDocument/2006/relationships/oleObject" Target="../embeddings/oleObject71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3.vml"/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94.emf"/><Relationship Id="rId5" Type="http://schemas.openxmlformats.org/officeDocument/2006/relationships/oleObject" Target="../embeddings/oleObject84.bin"/><Relationship Id="rId4" Type="http://schemas.openxmlformats.org/officeDocument/2006/relationships/image" Target="../media/image93.emf"/><Relationship Id="rId3" Type="http://schemas.openxmlformats.org/officeDocument/2006/relationships/oleObject" Target="../embeddings/oleObject83.bin"/><Relationship Id="rId2" Type="http://schemas.openxmlformats.org/officeDocument/2006/relationships/image" Target="../media/image92.emf"/><Relationship Id="rId1" Type="http://schemas.openxmlformats.org/officeDocument/2006/relationships/oleObject" Target="../embeddings/oleObject82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14.v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96.emf"/><Relationship Id="rId3" Type="http://schemas.openxmlformats.org/officeDocument/2006/relationships/oleObject" Target="../embeddings/oleObject86.bin"/><Relationship Id="rId2" Type="http://schemas.openxmlformats.org/officeDocument/2006/relationships/image" Target="../media/image95.emf"/><Relationship Id="rId1" Type="http://schemas.openxmlformats.org/officeDocument/2006/relationships/oleObject" Target="../embeddings/oleObject85.bin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1.bin"/><Relationship Id="rId8" Type="http://schemas.openxmlformats.org/officeDocument/2006/relationships/image" Target="../media/image100.wmf"/><Relationship Id="rId7" Type="http://schemas.openxmlformats.org/officeDocument/2006/relationships/oleObject" Target="../embeddings/oleObject90.bin"/><Relationship Id="rId6" Type="http://schemas.openxmlformats.org/officeDocument/2006/relationships/image" Target="../media/image99.wmf"/><Relationship Id="rId5" Type="http://schemas.openxmlformats.org/officeDocument/2006/relationships/oleObject" Target="../embeddings/oleObject89.bin"/><Relationship Id="rId4" Type="http://schemas.openxmlformats.org/officeDocument/2006/relationships/image" Target="../media/image98.wmf"/><Relationship Id="rId3" Type="http://schemas.openxmlformats.org/officeDocument/2006/relationships/oleObject" Target="../embeddings/oleObject88.bin"/><Relationship Id="rId2" Type="http://schemas.openxmlformats.org/officeDocument/2006/relationships/image" Target="../media/image97.wmf"/><Relationship Id="rId13" Type="http://schemas.openxmlformats.org/officeDocument/2006/relationships/vmlDrawing" Target="../drawings/vmlDrawing15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02.wmf"/><Relationship Id="rId10" Type="http://schemas.openxmlformats.org/officeDocument/2006/relationships/image" Target="../media/image101.wmf"/><Relationship Id="rId1" Type="http://schemas.openxmlformats.org/officeDocument/2006/relationships/oleObject" Target="../embeddings/oleObject87.bin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96.bin"/><Relationship Id="rId8" Type="http://schemas.openxmlformats.org/officeDocument/2006/relationships/image" Target="../media/image106.wmf"/><Relationship Id="rId7" Type="http://schemas.openxmlformats.org/officeDocument/2006/relationships/oleObject" Target="../embeddings/oleObject95.bin"/><Relationship Id="rId6" Type="http://schemas.openxmlformats.org/officeDocument/2006/relationships/image" Target="../media/image105.wmf"/><Relationship Id="rId5" Type="http://schemas.openxmlformats.org/officeDocument/2006/relationships/oleObject" Target="../embeddings/oleObject94.bin"/><Relationship Id="rId4" Type="http://schemas.openxmlformats.org/officeDocument/2006/relationships/image" Target="../media/image104.wmf"/><Relationship Id="rId3" Type="http://schemas.openxmlformats.org/officeDocument/2006/relationships/oleObject" Target="../embeddings/oleObject93.bin"/><Relationship Id="rId2" Type="http://schemas.openxmlformats.org/officeDocument/2006/relationships/image" Target="../media/image103.wmf"/><Relationship Id="rId12" Type="http://schemas.openxmlformats.org/officeDocument/2006/relationships/vmlDrawing" Target="../drawings/vmlDrawing16.vml"/><Relationship Id="rId11" Type="http://schemas.openxmlformats.org/officeDocument/2006/relationships/slideLayout" Target="../slideLayouts/slideLayout7.xml"/><Relationship Id="rId10" Type="http://schemas.openxmlformats.org/officeDocument/2006/relationships/image" Target="../media/image107.wmf"/><Relationship Id="rId1" Type="http://schemas.openxmlformats.org/officeDocument/2006/relationships/oleObject" Target="../embeddings/oleObject92.bin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738126" y="609602"/>
          <a:ext cx="8280400" cy="830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8" name="Document" r:id="rId1" imgW="5232400" imgH="546100" progId="Word.Document.8">
                  <p:embed/>
                </p:oleObj>
              </mc:Choice>
              <mc:Fallback>
                <p:oleObj name="Document" r:id="rId1" imgW="5232400" imgH="546100" progId="Word.Document.8">
                  <p:embed/>
                  <p:pic>
                    <p:nvPicPr>
                      <p:cNvPr id="0" name="图片 1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126" y="609602"/>
                        <a:ext cx="8280400" cy="830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680756" y="2188416"/>
          <a:ext cx="7176391" cy="346130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19" name="Document" r:id="rId3" imgW="3214370" imgH="1550670" progId="Word.Document.8">
                  <p:embed/>
                </p:oleObj>
              </mc:Choice>
              <mc:Fallback>
                <p:oleObj name="Document" r:id="rId3" imgW="3214370" imgH="1550670" progId="Word.Document.8">
                  <p:embed/>
                  <p:pic>
                    <p:nvPicPr>
                      <p:cNvPr id="0" name="图片 1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756" y="2188416"/>
                        <a:ext cx="7176391" cy="346130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1406432" y="1385515"/>
          <a:ext cx="8280400" cy="677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0" name="Document" r:id="rId5" imgW="5232400" imgH="444500" progId="Word.Document.8">
                  <p:embed/>
                </p:oleObj>
              </mc:Choice>
              <mc:Fallback>
                <p:oleObj name="Document" r:id="rId5" imgW="5232400" imgH="444500" progId="Word.Document.8">
                  <p:embed/>
                  <p:pic>
                    <p:nvPicPr>
                      <p:cNvPr id="0" name="图片 1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6432" y="1385515"/>
                        <a:ext cx="8280400" cy="677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7899680" y="2428409"/>
          <a:ext cx="3967162" cy="298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1" name="Document" r:id="rId7" imgW="1932940" imgH="1455420" progId="Word.Document.8">
                  <p:embed/>
                </p:oleObj>
              </mc:Choice>
              <mc:Fallback>
                <p:oleObj name="Document" r:id="rId7" imgW="1932940" imgH="1455420" progId="Word.Document.8">
                  <p:embed/>
                  <p:pic>
                    <p:nvPicPr>
                      <p:cNvPr id="0" name="图片 1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9680" y="2428409"/>
                        <a:ext cx="3967162" cy="298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44538" y="881063"/>
          <a:ext cx="10837862" cy="253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1" name="Document" r:id="rId1" imgW="4883785" imgH="1146810" progId="Word.Document.8">
                  <p:embed/>
                </p:oleObj>
              </mc:Choice>
              <mc:Fallback>
                <p:oleObj name="Document" r:id="rId1" imgW="4883785" imgH="1146810" progId="Word.Document.8">
                  <p:embed/>
                  <p:pic>
                    <p:nvPicPr>
                      <p:cNvPr id="0" name="图片 22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881063"/>
                        <a:ext cx="10837862" cy="253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3"/>
          <p:cNvGraphicFramePr>
            <a:graphicFrameLocks noChangeAspect="1"/>
          </p:cNvGraphicFramePr>
          <p:nvPr/>
        </p:nvGraphicFramePr>
        <p:xfrm>
          <a:off x="744538" y="3541713"/>
          <a:ext cx="2497137" cy="66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2" name="Document" r:id="rId3" imgW="1146810" imgH="306070" progId="Word.Document.8">
                  <p:embed/>
                </p:oleObj>
              </mc:Choice>
              <mc:Fallback>
                <p:oleObj name="Document" r:id="rId3" imgW="1146810" imgH="306070" progId="Word.Document.8">
                  <p:embed/>
                  <p:pic>
                    <p:nvPicPr>
                      <p:cNvPr id="0" name="图片 22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3541713"/>
                        <a:ext cx="2497137" cy="661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3"/>
          <p:cNvGraphicFramePr>
            <a:graphicFrameLocks noChangeAspect="1"/>
          </p:cNvGraphicFramePr>
          <p:nvPr/>
        </p:nvGraphicFramePr>
        <p:xfrm>
          <a:off x="2783915" y="3576615"/>
          <a:ext cx="1532591" cy="627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3" name="Document" r:id="rId5" imgW="587375" imgH="281305" progId="Word.Document.8">
                  <p:embed/>
                </p:oleObj>
              </mc:Choice>
              <mc:Fallback>
                <p:oleObj name="Document" r:id="rId5" imgW="587375" imgH="281305" progId="Word.Document.8">
                  <p:embed/>
                  <p:pic>
                    <p:nvPicPr>
                      <p:cNvPr id="0" name="图片 22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915" y="3576615"/>
                        <a:ext cx="1532591" cy="62708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3"/>
          <p:cNvGraphicFramePr>
            <a:graphicFrameLocks noChangeAspect="1"/>
          </p:cNvGraphicFramePr>
          <p:nvPr/>
        </p:nvGraphicFramePr>
        <p:xfrm>
          <a:off x="4316506" y="3576615"/>
          <a:ext cx="4597400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4" name="Document" r:id="rId7" imgW="2098040" imgH="339725" progId="Word.Document.8">
                  <p:embed/>
                </p:oleObj>
              </mc:Choice>
              <mc:Fallback>
                <p:oleObj name="Document" r:id="rId7" imgW="2098040" imgH="339725" progId="Word.Document.8">
                  <p:embed/>
                  <p:pic>
                    <p:nvPicPr>
                      <p:cNvPr id="0" name="图片 22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6506" y="3576615"/>
                        <a:ext cx="4597400" cy="73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3"/>
          <p:cNvGraphicFramePr>
            <a:graphicFrameLocks noChangeAspect="1"/>
          </p:cNvGraphicFramePr>
          <p:nvPr/>
        </p:nvGraphicFramePr>
        <p:xfrm>
          <a:off x="2783915" y="4203700"/>
          <a:ext cx="4713287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5" name="Document" r:id="rId9" imgW="2153285" imgH="397510" progId="Word.Document.8">
                  <p:embed/>
                </p:oleObj>
              </mc:Choice>
              <mc:Fallback>
                <p:oleObj name="Document" r:id="rId9" imgW="2153285" imgH="397510" progId="Word.Document.8">
                  <p:embed/>
                  <p:pic>
                    <p:nvPicPr>
                      <p:cNvPr id="0" name="图片 22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915" y="4203700"/>
                        <a:ext cx="4713287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/>
          <p:cNvGraphicFramePr>
            <a:graphicFrameLocks noChangeAspect="1"/>
          </p:cNvGraphicFramePr>
          <p:nvPr/>
        </p:nvGraphicFramePr>
        <p:xfrm>
          <a:off x="2783915" y="4693678"/>
          <a:ext cx="2081212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6" name="Document" r:id="rId11" imgW="789305" imgH="495300" progId="Word.Document.8">
                  <p:embed/>
                </p:oleObj>
              </mc:Choice>
              <mc:Fallback>
                <p:oleObj name="Document" r:id="rId11" imgW="789305" imgH="495300" progId="Word.Document.8">
                  <p:embed/>
                  <p:pic>
                    <p:nvPicPr>
                      <p:cNvPr id="0" name="图片 226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3915" y="4693678"/>
                        <a:ext cx="2081212" cy="108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4818997" y="4693678"/>
          <a:ext cx="3246437" cy="108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7" name="Document" r:id="rId13" imgW="1483360" imgH="495300" progId="Word.Document.8">
                  <p:embed/>
                </p:oleObj>
              </mc:Choice>
              <mc:Fallback>
                <p:oleObj name="Document" r:id="rId13" imgW="1483360" imgH="495300" progId="Word.Document.8">
                  <p:embed/>
                  <p:pic>
                    <p:nvPicPr>
                      <p:cNvPr id="0" name="图片 22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8997" y="4693678"/>
                        <a:ext cx="3246437" cy="1084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7"/>
          <p:cNvSpPr>
            <a:spLocks noChangeArrowheads="1"/>
          </p:cNvSpPr>
          <p:nvPr/>
        </p:nvSpPr>
        <p:spPr bwMode="auto">
          <a:xfrm>
            <a:off x="8065434" y="4131043"/>
            <a:ext cx="3810000" cy="1828800"/>
          </a:xfrm>
          <a:prstGeom prst="rect">
            <a:avLst/>
          </a:prstGeom>
          <a:solidFill>
            <a:srgbClr val="9966FF"/>
          </a:solidFill>
          <a:ln w="28575" cap="sq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2" name="Oval 8"/>
          <p:cNvSpPr>
            <a:spLocks noChangeArrowheads="1"/>
          </p:cNvSpPr>
          <p:nvPr/>
        </p:nvSpPr>
        <p:spPr bwMode="auto">
          <a:xfrm>
            <a:off x="9132234" y="4359643"/>
            <a:ext cx="1828800" cy="1219200"/>
          </a:xfrm>
          <a:prstGeom prst="ellipse">
            <a:avLst/>
          </a:prstGeom>
          <a:solidFill>
            <a:srgbClr val="CCCCFF"/>
          </a:solidFill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13" name="Freeform 9"/>
          <p:cNvSpPr/>
          <p:nvPr/>
        </p:nvSpPr>
        <p:spPr bwMode="auto">
          <a:xfrm>
            <a:off x="10237134" y="4131043"/>
            <a:ext cx="1638300" cy="914400"/>
          </a:xfrm>
          <a:custGeom>
            <a:avLst/>
            <a:gdLst>
              <a:gd name="T0" fmla="*/ 2147483647 w 1032"/>
              <a:gd name="T1" fmla="*/ 0 h 576"/>
              <a:gd name="T2" fmla="*/ 2147483647 w 1032"/>
              <a:gd name="T3" fmla="*/ 2147483647 h 576"/>
              <a:gd name="T4" fmla="*/ 2147483647 w 1032"/>
              <a:gd name="T5" fmla="*/ 2147483647 h 576"/>
              <a:gd name="T6" fmla="*/ 0 60000 65536"/>
              <a:gd name="T7" fmla="*/ 0 60000 65536"/>
              <a:gd name="T8" fmla="*/ 0 60000 65536"/>
              <a:gd name="T9" fmla="*/ 0 w 1032"/>
              <a:gd name="T10" fmla="*/ 0 h 576"/>
              <a:gd name="T11" fmla="*/ 1032 w 1032"/>
              <a:gd name="T12" fmla="*/ 576 h 57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32" h="576">
                <a:moveTo>
                  <a:pt x="24" y="0"/>
                </a:moveTo>
                <a:cubicBezTo>
                  <a:pt x="12" y="192"/>
                  <a:pt x="0" y="384"/>
                  <a:pt x="168" y="480"/>
                </a:cubicBezTo>
                <a:cubicBezTo>
                  <a:pt x="336" y="576"/>
                  <a:pt x="888" y="560"/>
                  <a:pt x="1032" y="576"/>
                </a:cubicBez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4" name="Freeform 10"/>
          <p:cNvSpPr/>
          <p:nvPr/>
        </p:nvSpPr>
        <p:spPr bwMode="auto">
          <a:xfrm>
            <a:off x="8065434" y="4512043"/>
            <a:ext cx="2362200" cy="901700"/>
          </a:xfrm>
          <a:custGeom>
            <a:avLst/>
            <a:gdLst>
              <a:gd name="T0" fmla="*/ 2147483647 w 1488"/>
              <a:gd name="T1" fmla="*/ 2147483647 h 568"/>
              <a:gd name="T2" fmla="*/ 2147483647 w 1488"/>
              <a:gd name="T3" fmla="*/ 2147483647 h 568"/>
              <a:gd name="T4" fmla="*/ 0 w 1488"/>
              <a:gd name="T5" fmla="*/ 0 h 568"/>
              <a:gd name="T6" fmla="*/ 0 60000 65536"/>
              <a:gd name="T7" fmla="*/ 0 60000 65536"/>
              <a:gd name="T8" fmla="*/ 0 60000 65536"/>
              <a:gd name="T9" fmla="*/ 0 w 1488"/>
              <a:gd name="T10" fmla="*/ 0 h 568"/>
              <a:gd name="T11" fmla="*/ 1488 w 1488"/>
              <a:gd name="T12" fmla="*/ 568 h 56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88" h="568">
                <a:moveTo>
                  <a:pt x="1488" y="240"/>
                </a:moveTo>
                <a:cubicBezTo>
                  <a:pt x="1324" y="404"/>
                  <a:pt x="1160" y="568"/>
                  <a:pt x="912" y="528"/>
                </a:cubicBezTo>
                <a:cubicBezTo>
                  <a:pt x="664" y="488"/>
                  <a:pt x="152" y="88"/>
                  <a:pt x="0" y="0"/>
                </a:cubicBez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15" name="Freeform 11"/>
          <p:cNvSpPr/>
          <p:nvPr/>
        </p:nvSpPr>
        <p:spPr bwMode="auto">
          <a:xfrm>
            <a:off x="9741834" y="5350243"/>
            <a:ext cx="165100" cy="609600"/>
          </a:xfrm>
          <a:custGeom>
            <a:avLst/>
            <a:gdLst>
              <a:gd name="T0" fmla="*/ 0 w 104"/>
              <a:gd name="T1" fmla="*/ 0 h 384"/>
              <a:gd name="T2" fmla="*/ 2147483647 w 104"/>
              <a:gd name="T3" fmla="*/ 2147483647 h 384"/>
              <a:gd name="T4" fmla="*/ 2147483647 w 104"/>
              <a:gd name="T5" fmla="*/ 2147483647 h 384"/>
              <a:gd name="T6" fmla="*/ 0 60000 65536"/>
              <a:gd name="T7" fmla="*/ 0 60000 65536"/>
              <a:gd name="T8" fmla="*/ 0 60000 65536"/>
              <a:gd name="T9" fmla="*/ 0 w 104"/>
              <a:gd name="T10" fmla="*/ 0 h 384"/>
              <a:gd name="T11" fmla="*/ 104 w 104"/>
              <a:gd name="T12" fmla="*/ 384 h 38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4" h="384">
                <a:moveTo>
                  <a:pt x="0" y="0"/>
                </a:moveTo>
                <a:cubicBezTo>
                  <a:pt x="44" y="64"/>
                  <a:pt x="88" y="128"/>
                  <a:pt x="96" y="192"/>
                </a:cubicBezTo>
                <a:cubicBezTo>
                  <a:pt x="104" y="256"/>
                  <a:pt x="56" y="352"/>
                  <a:pt x="48" y="384"/>
                </a:cubicBez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2" name="Freeform 12"/>
          <p:cNvSpPr/>
          <p:nvPr/>
        </p:nvSpPr>
        <p:spPr bwMode="auto">
          <a:xfrm>
            <a:off x="10770534" y="4969243"/>
            <a:ext cx="419100" cy="990600"/>
          </a:xfrm>
          <a:custGeom>
            <a:avLst/>
            <a:gdLst>
              <a:gd name="T0" fmla="*/ 2147483647 w 168"/>
              <a:gd name="T1" fmla="*/ 0 h 624"/>
              <a:gd name="T2" fmla="*/ 2147483647 w 168"/>
              <a:gd name="T3" fmla="*/ 2147483647 h 624"/>
              <a:gd name="T4" fmla="*/ 2147483647 w 168"/>
              <a:gd name="T5" fmla="*/ 2147483647 h 624"/>
              <a:gd name="T6" fmla="*/ 0 60000 65536"/>
              <a:gd name="T7" fmla="*/ 0 60000 65536"/>
              <a:gd name="T8" fmla="*/ 0 60000 65536"/>
              <a:gd name="T9" fmla="*/ 0 w 168"/>
              <a:gd name="T10" fmla="*/ 0 h 624"/>
              <a:gd name="T11" fmla="*/ 168 w 168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624">
                <a:moveTo>
                  <a:pt x="24" y="0"/>
                </a:moveTo>
                <a:cubicBezTo>
                  <a:pt x="12" y="140"/>
                  <a:pt x="0" y="280"/>
                  <a:pt x="24" y="384"/>
                </a:cubicBezTo>
                <a:cubicBezTo>
                  <a:pt x="48" y="488"/>
                  <a:pt x="144" y="584"/>
                  <a:pt x="168" y="624"/>
                </a:cubicBez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  <p:graphicFrame>
        <p:nvGraphicFramePr>
          <p:cNvPr id="23" name="Object 13"/>
          <p:cNvGraphicFramePr>
            <a:graphicFrameLocks noChangeAspect="1"/>
          </p:cNvGraphicFramePr>
          <p:nvPr/>
        </p:nvGraphicFramePr>
        <p:xfrm>
          <a:off x="9633070" y="4664443"/>
          <a:ext cx="432614" cy="47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" name="Equation" r:id="rId15" imgW="3048000" imgH="3352800" progId="Equation.DSMT4">
                  <p:embed/>
                </p:oleObj>
              </mc:Choice>
              <mc:Fallback>
                <p:oleObj name="Equation" r:id="rId15" imgW="3048000" imgH="3352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33070" y="4664443"/>
                        <a:ext cx="432614" cy="47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14"/>
          <p:cNvGraphicFramePr>
            <a:graphicFrameLocks noChangeAspect="1"/>
          </p:cNvGraphicFramePr>
          <p:nvPr/>
        </p:nvGraphicFramePr>
        <p:xfrm>
          <a:off x="11018322" y="4269045"/>
          <a:ext cx="342624" cy="467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9" name="Equation" r:id="rId17" imgW="3352800" imgH="4572000" progId="Equation.DSMT4">
                  <p:embed/>
                </p:oleObj>
              </mc:Choice>
              <mc:Fallback>
                <p:oleObj name="Equation" r:id="rId17" imgW="3352800" imgH="45720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8322" y="4269045"/>
                        <a:ext cx="342624" cy="46721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15"/>
          <p:cNvGraphicFramePr>
            <a:graphicFrameLocks noChangeAspect="1"/>
          </p:cNvGraphicFramePr>
          <p:nvPr/>
        </p:nvGraphicFramePr>
        <p:xfrm>
          <a:off x="8530944" y="4197866"/>
          <a:ext cx="447021" cy="609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0" name="Equation" r:id="rId19" imgW="3352800" imgH="4572000" progId="Equation.DSMT4">
                  <p:embed/>
                </p:oleObj>
              </mc:Choice>
              <mc:Fallback>
                <p:oleObj name="Equation" r:id="rId19" imgW="3352800" imgH="45720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0944" y="4197866"/>
                        <a:ext cx="447021" cy="60957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6"/>
          <p:cNvGraphicFramePr>
            <a:graphicFrameLocks noChangeAspect="1"/>
          </p:cNvGraphicFramePr>
          <p:nvPr/>
        </p:nvGraphicFramePr>
        <p:xfrm>
          <a:off x="8392060" y="5220983"/>
          <a:ext cx="341594" cy="465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1" name="Equation" r:id="rId21" imgW="3352800" imgH="4572000" progId="Equation.DSMT4">
                  <p:embed/>
                </p:oleObj>
              </mc:Choice>
              <mc:Fallback>
                <p:oleObj name="Equation" r:id="rId21" imgW="3352800" imgH="45720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92060" y="5220983"/>
                        <a:ext cx="341594" cy="4658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7"/>
          <p:cNvGraphicFramePr>
            <a:graphicFrameLocks noChangeAspect="1"/>
          </p:cNvGraphicFramePr>
          <p:nvPr/>
        </p:nvGraphicFramePr>
        <p:xfrm>
          <a:off x="9977506" y="5564710"/>
          <a:ext cx="818973" cy="372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2" name="Equation" r:id="rId23" imgW="10972800" imgH="4572000" progId="Equation.DSMT4">
                  <p:embed/>
                </p:oleObj>
              </mc:Choice>
              <mc:Fallback>
                <p:oleObj name="Equation" r:id="rId23" imgW="10972800" imgH="45720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77506" y="5564710"/>
                        <a:ext cx="818973" cy="3722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Object 18"/>
          <p:cNvGraphicFramePr>
            <a:graphicFrameLocks noChangeAspect="1"/>
          </p:cNvGraphicFramePr>
          <p:nvPr/>
        </p:nvGraphicFramePr>
        <p:xfrm>
          <a:off x="11096173" y="5103265"/>
          <a:ext cx="518060" cy="64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3" name="Equation" r:id="rId25" imgW="3657600" imgH="4572000" progId="Equation.DSMT4">
                  <p:embed/>
                </p:oleObj>
              </mc:Choice>
              <mc:Fallback>
                <p:oleObj name="Equation" r:id="rId25" imgW="3657600" imgH="45720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96173" y="5103265"/>
                        <a:ext cx="518060" cy="64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AutoShape 23"/>
          <p:cNvSpPr>
            <a:spLocks noChangeArrowheads="1"/>
          </p:cNvSpPr>
          <p:nvPr/>
        </p:nvSpPr>
        <p:spPr bwMode="auto">
          <a:xfrm>
            <a:off x="9056034" y="2544936"/>
            <a:ext cx="2362200" cy="1143000"/>
          </a:xfrm>
          <a:prstGeom prst="wedgeRoundRectCallout">
            <a:avLst>
              <a:gd name="adj1" fmla="val -33205"/>
              <a:gd name="adj2" fmla="val 79144"/>
              <a:gd name="adj3" fmla="val 16667"/>
            </a:avLst>
          </a:prstGeom>
          <a:solidFill>
            <a:srgbClr val="66FFFF"/>
          </a:solidFill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2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化整为零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  <a:p>
            <a:pPr algn="ctr" eaLnBrk="1" hangingPunct="1">
              <a:spcBef>
                <a:spcPct val="2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各个击破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>
        <p:nvSpPr>
          <p:cNvPr id="30" name="Freeform 24"/>
          <p:cNvSpPr/>
          <p:nvPr/>
        </p:nvSpPr>
        <p:spPr bwMode="auto">
          <a:xfrm rot="2363306">
            <a:off x="10351434" y="4969243"/>
            <a:ext cx="419100" cy="990600"/>
          </a:xfrm>
          <a:custGeom>
            <a:avLst/>
            <a:gdLst>
              <a:gd name="T0" fmla="*/ 2147483647 w 168"/>
              <a:gd name="T1" fmla="*/ 0 h 624"/>
              <a:gd name="T2" fmla="*/ 2147483647 w 168"/>
              <a:gd name="T3" fmla="*/ 2147483647 h 624"/>
              <a:gd name="T4" fmla="*/ 2147483647 w 168"/>
              <a:gd name="T5" fmla="*/ 2147483647 h 624"/>
              <a:gd name="T6" fmla="*/ 0 60000 65536"/>
              <a:gd name="T7" fmla="*/ 0 60000 65536"/>
              <a:gd name="T8" fmla="*/ 0 60000 65536"/>
              <a:gd name="T9" fmla="*/ 0 w 168"/>
              <a:gd name="T10" fmla="*/ 0 h 624"/>
              <a:gd name="T11" fmla="*/ 168 w 168"/>
              <a:gd name="T12" fmla="*/ 624 h 62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8" h="624">
                <a:moveTo>
                  <a:pt x="24" y="0"/>
                </a:moveTo>
                <a:cubicBezTo>
                  <a:pt x="12" y="140"/>
                  <a:pt x="0" y="280"/>
                  <a:pt x="24" y="384"/>
                </a:cubicBezTo>
                <a:cubicBezTo>
                  <a:pt x="48" y="488"/>
                  <a:pt x="144" y="584"/>
                  <a:pt x="168" y="624"/>
                </a:cubicBezTo>
              </a:path>
            </a:pathLst>
          </a:custGeom>
          <a:noFill/>
          <a:ln w="28575" cap="sq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/>
          <a:lstStyle/>
          <a:p>
            <a:endParaRPr lang="zh-CN" altLang="en-US"/>
          </a:p>
        </p:txBody>
      </p:sp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2500"/>
                            </p:stCondLst>
                            <p:childTnLst>
                              <p:par>
                                <p:cTn id="6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000"/>
                            </p:stCondLst>
                            <p:childTnLst>
                              <p:par>
                                <p:cTn id="6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3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4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500"/>
                            </p:stCondLst>
                            <p:childTnLst>
                              <p:par>
                                <p:cTn id="8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6000"/>
                            </p:stCondLst>
                            <p:childTnLst>
                              <p:par>
                                <p:cTn id="8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6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9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8" name="Rectangle 4"/>
          <p:cNvSpPr>
            <a:spLocks noChangeArrowheads="1"/>
          </p:cNvSpPr>
          <p:nvPr/>
        </p:nvSpPr>
        <p:spPr bwMode="auto">
          <a:xfrm>
            <a:off x="1257053" y="1627981"/>
            <a:ext cx="8062912" cy="1073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15000"/>
              </a:lnSpc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 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某一事件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B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的发生有各种可能的原因，如果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B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是由原因</a:t>
            </a:r>
            <a:r>
              <a:rPr kumimoji="1" lang="en-US" altLang="zh-CN" sz="28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2800" i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i 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(</a:t>
            </a:r>
            <a:r>
              <a:rPr kumimoji="1" lang="en-US" altLang="zh-CN" sz="2800" i="1" dirty="0" err="1">
                <a:latin typeface="Times New Roman" panose="02020603050405020304" pitchFamily="18" charset="0"/>
              </a:rPr>
              <a:t>i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=1,2,…,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n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)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所引起，则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B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发生的概率是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  <p:graphicFrame>
        <p:nvGraphicFramePr>
          <p:cNvPr id="19459" name="Object 5"/>
          <p:cNvGraphicFramePr>
            <a:graphicFrameLocks noChangeAspect="1"/>
          </p:cNvGraphicFramePr>
          <p:nvPr/>
        </p:nvGraphicFramePr>
        <p:xfrm>
          <a:off x="5965826" y="3784601"/>
          <a:ext cx="112713" cy="214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3" name="公式" r:id="rId1" imgW="114300" imgH="215900" progId="Equation.3">
                  <p:embed/>
                </p:oleObj>
              </mc:Choice>
              <mc:Fallback>
                <p:oleObj name="公式" r:id="rId1" imgW="114300" imgH="2159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5826" y="3784601"/>
                        <a:ext cx="112713" cy="214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750" name="Text Box 6"/>
          <p:cNvSpPr txBox="1">
            <a:spLocks noChangeArrowheads="1"/>
          </p:cNvSpPr>
          <p:nvPr/>
        </p:nvSpPr>
        <p:spPr bwMode="auto">
          <a:xfrm>
            <a:off x="1132514" y="3789364"/>
            <a:ext cx="7051049" cy="1563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5000"/>
              </a:lnSpc>
              <a:spcBef>
                <a:spcPct val="10000"/>
              </a:spcBef>
            </a:pPr>
            <a:r>
              <a:rPr kumimoji="1" lang="en-US" altLang="zh-CN" sz="2800" dirty="0">
                <a:latin typeface="Times New Roman" panose="02020603050405020304" pitchFamily="18" charset="0"/>
              </a:rPr>
              <a:t>    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每一原因都可能导致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B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发生，故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B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发生的概率是各原因引起</a:t>
            </a:r>
            <a:r>
              <a:rPr kumimoji="1" lang="en-US" altLang="zh-CN" sz="2800" i="1" dirty="0">
                <a:latin typeface="Times New Roman" panose="02020603050405020304" pitchFamily="18" charset="0"/>
              </a:rPr>
              <a:t>B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发生概率的总和，即全概率公式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.</a:t>
            </a:r>
            <a:endParaRPr kumimoji="1" lang="en-US" altLang="zh-CN" sz="2800" dirty="0">
              <a:latin typeface="Times New Roman" panose="02020603050405020304" pitchFamily="18" charset="0"/>
            </a:endParaRPr>
          </a:p>
        </p:txBody>
      </p:sp>
      <p:sp>
        <p:nvSpPr>
          <p:cNvPr id="159751" name="Rectangle 7"/>
          <p:cNvSpPr>
            <a:spLocks noChangeArrowheads="1"/>
          </p:cNvSpPr>
          <p:nvPr/>
        </p:nvSpPr>
        <p:spPr bwMode="auto">
          <a:xfrm>
            <a:off x="3775075" y="2994025"/>
            <a:ext cx="4121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3200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3200" i="1" baseline="-25000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)=</a:t>
            </a:r>
            <a:r>
              <a:rPr kumimoji="1"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3200" i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r>
              <a:rPr kumimoji="1"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(</a:t>
            </a:r>
            <a:r>
              <a:rPr kumimoji="1"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B</a:t>
            </a:r>
            <a:r>
              <a:rPr kumimoji="1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 |</a:t>
            </a:r>
            <a:r>
              <a:rPr kumimoji="1" lang="en-US" altLang="zh-CN" sz="3200" i="1" dirty="0">
                <a:solidFill>
                  <a:schemeClr val="tx2"/>
                </a:solidFill>
                <a:latin typeface="Times New Roman" panose="02020603050405020304" pitchFamily="18" charset="0"/>
              </a:rPr>
              <a:t>A</a:t>
            </a:r>
            <a:r>
              <a:rPr kumimoji="1" lang="en-US" altLang="zh-CN" sz="3200" i="1" baseline="-25000" dirty="0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3200" dirty="0">
                <a:solidFill>
                  <a:schemeClr val="tx2"/>
                </a:solidFill>
                <a:latin typeface="Times New Roman" panose="02020603050405020304" pitchFamily="18" charset="0"/>
              </a:rPr>
              <a:t>)</a:t>
            </a:r>
            <a:endParaRPr kumimoji="1" lang="en-US" altLang="zh-CN" sz="3200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159752" name="Picture 8" descr="TALK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2639" y="2924176"/>
            <a:ext cx="1438275" cy="275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9753" name="Rectangle 9"/>
          <p:cNvSpPr>
            <a:spLocks noChangeArrowheads="1"/>
          </p:cNvSpPr>
          <p:nvPr/>
        </p:nvSpPr>
        <p:spPr bwMode="auto">
          <a:xfrm>
            <a:off x="6862269" y="925511"/>
            <a:ext cx="23256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3200" dirty="0">
                <a:solidFill>
                  <a:schemeClr val="accent2"/>
                </a:solidFill>
                <a:latin typeface="Times New Roman" panose="02020603050405020304" pitchFamily="18" charset="0"/>
              </a:rPr>
              <a:t>全概率公式</a:t>
            </a:r>
            <a:r>
              <a:rPr kumimoji="1" lang="en-US" altLang="zh-CN" sz="3200" dirty="0">
                <a:solidFill>
                  <a:schemeClr val="accent2"/>
                </a:solidFill>
                <a:latin typeface="Times New Roman" panose="02020603050405020304" pitchFamily="18" charset="0"/>
              </a:rPr>
              <a:t>.</a:t>
            </a:r>
            <a:endParaRPr kumimoji="1" lang="en-US" altLang="zh-CN" sz="3200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4" name="Rectangle 10"/>
          <p:cNvSpPr>
            <a:spLocks noChangeArrowheads="1"/>
          </p:cNvSpPr>
          <p:nvPr/>
        </p:nvSpPr>
        <p:spPr bwMode="auto">
          <a:xfrm>
            <a:off x="1786812" y="938213"/>
            <a:ext cx="51847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1" lang="zh-CN" altLang="en-US" sz="2800" dirty="0">
                <a:latin typeface="Times New Roman" panose="02020603050405020304" pitchFamily="18" charset="0"/>
              </a:rPr>
              <a:t>我们还可以从另一个角度去理解</a:t>
            </a:r>
            <a:endParaRPr kumimoji="1" lang="zh-CN" altLang="en-US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97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97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97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97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9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9748" grpId="0" autoUpdateAnimBg="0"/>
      <p:bldP spid="159750" grpId="0" autoUpdateAnimBg="0"/>
      <p:bldP spid="159751" grpId="0" autoUpdateAnimBg="0"/>
      <p:bldP spid="15975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1003067" y="3517901"/>
            <a:ext cx="9785174" cy="1630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50000"/>
              </a:spcBef>
            </a:pPr>
            <a:r>
              <a:rPr kumimoji="1" lang="zh-CN" altLang="en-US" sz="28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说明</a:t>
            </a:r>
            <a:r>
              <a:rPr kumimoji="1"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全概率公式的主要用处在于它可以将一个复杂事件的概率计算问题</a:t>
            </a:r>
            <a:r>
              <a:rPr kumimoji="1"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kumimoji="1"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分解为若干个简单事件的概率计算问题</a:t>
            </a:r>
            <a:r>
              <a:rPr kumimoji="1"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, </a:t>
            </a:r>
            <a:r>
              <a:rPr kumimoji="1"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最后应用概率的可加性求出最终结果</a:t>
            </a:r>
            <a:r>
              <a:rPr kumimoji="1"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kumimoji="1"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17460" name="Rectangle 52"/>
          <p:cNvSpPr>
            <a:spLocks noChangeArrowheads="1"/>
          </p:cNvSpPr>
          <p:nvPr/>
        </p:nvSpPr>
        <p:spPr bwMode="auto">
          <a:xfrm>
            <a:off x="939566" y="1100139"/>
            <a:ext cx="984867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0000"/>
              </a:lnSpc>
            </a:pPr>
            <a:r>
              <a:rPr kumimoji="1"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 </a:t>
            </a:r>
            <a:r>
              <a:rPr kumimoji="1"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由此可以形象地把</a:t>
            </a:r>
            <a:r>
              <a:rPr kumimoji="1" lang="zh-CN" altLang="en-US" sz="2800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全概率公式</a:t>
            </a:r>
            <a:r>
              <a:rPr kumimoji="1"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看成为“</a:t>
            </a:r>
            <a:r>
              <a:rPr kumimoji="1" lang="zh-CN" altLang="en-US" sz="2800" dirty="0">
                <a:solidFill>
                  <a:schemeClr val="accent2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由原因推结果</a:t>
            </a:r>
            <a:r>
              <a:rPr kumimoji="1"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”，每个原因对结果的发生有一定的“作用”，即结果发生的可能性与各种原因的“作用”大小有关</a:t>
            </a:r>
            <a:r>
              <a:rPr kumimoji="1"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. </a:t>
            </a:r>
            <a:r>
              <a:rPr kumimoji="1" lang="zh-CN" altLang="en-US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全概率公式表达了它们之间的关系 </a:t>
            </a:r>
            <a:r>
              <a:rPr kumimoji="1" lang="en-US" altLang="zh-CN" sz="2800" dirty="0">
                <a:latin typeface="华文中宋" panose="02010600040101010101" pitchFamily="2" charset="-122"/>
                <a:ea typeface="华文中宋" panose="02010600040101010101" pitchFamily="2" charset="-122"/>
              </a:rPr>
              <a:t>.</a:t>
            </a:r>
            <a:endParaRPr kumimoji="1" lang="en-US" altLang="zh-CN" sz="2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5" grpId="0"/>
      <p:bldP spid="17460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44538" y="881063"/>
          <a:ext cx="10837862" cy="2535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0" name="Document" r:id="rId1" imgW="4883785" imgH="1146810" progId="Word.Document.8">
                  <p:embed/>
                </p:oleObj>
              </mc:Choice>
              <mc:Fallback>
                <p:oleObj name="Document" r:id="rId1" imgW="4883785" imgH="1146810" progId="Word.Document.8">
                  <p:embed/>
                  <p:pic>
                    <p:nvPicPr>
                      <p:cNvPr id="0" name="图片 114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538" y="881063"/>
                        <a:ext cx="10837862" cy="2535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777034" y="2988889"/>
          <a:ext cx="4905375" cy="3097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1" name="Document" r:id="rId3" imgW="2189480" imgH="1382395" progId="Word.Document.8">
                  <p:embed/>
                </p:oleObj>
              </mc:Choice>
              <mc:Fallback>
                <p:oleObj name="Document" r:id="rId3" imgW="2189480" imgH="1382395" progId="Word.Document.8">
                  <p:embed/>
                  <p:pic>
                    <p:nvPicPr>
                      <p:cNvPr id="0" name="图片 1150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034" y="2988889"/>
                        <a:ext cx="4905375" cy="3097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3" name="Object 5"/>
          <p:cNvGraphicFramePr>
            <a:graphicFrameLocks noChangeAspect="1"/>
          </p:cNvGraphicFramePr>
          <p:nvPr/>
        </p:nvGraphicFramePr>
        <p:xfrm>
          <a:off x="6451694" y="2765052"/>
          <a:ext cx="94615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2" name="Equation" r:id="rId5" imgW="393700" imgH="228600" progId="Equation.DSMT4">
                  <p:embed/>
                </p:oleObj>
              </mc:Choice>
              <mc:Fallback>
                <p:oleObj name="Equation" r:id="rId5" imgW="393700" imgH="228600" progId="Equation.DSMT4">
                  <p:embed/>
                  <p:pic>
                    <p:nvPicPr>
                      <p:cNvPr id="0" name="图片 115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51694" y="2765052"/>
                        <a:ext cx="94615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4" name="Object 6"/>
          <p:cNvGraphicFramePr>
            <a:graphicFrameLocks noChangeAspect="1"/>
          </p:cNvGraphicFramePr>
          <p:nvPr/>
        </p:nvGraphicFramePr>
        <p:xfrm>
          <a:off x="6435819" y="3341315"/>
          <a:ext cx="9779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3" name="Equation" r:id="rId7" imgW="406400" imgH="228600" progId="Equation.DSMT4">
                  <p:embed/>
                </p:oleObj>
              </mc:Choice>
              <mc:Fallback>
                <p:oleObj name="Equation" r:id="rId7" imgW="406400" imgH="228600" progId="Equation.DSMT4">
                  <p:embed/>
                  <p:pic>
                    <p:nvPicPr>
                      <p:cNvPr id="0" name="图片 1150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819" y="3341315"/>
                        <a:ext cx="977900" cy="54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5" name="Object 7"/>
          <p:cNvGraphicFramePr>
            <a:graphicFrameLocks noChangeAspect="1"/>
          </p:cNvGraphicFramePr>
          <p:nvPr/>
        </p:nvGraphicFramePr>
        <p:xfrm>
          <a:off x="6435819" y="4323977"/>
          <a:ext cx="9779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4" name="Equation" r:id="rId9" imgW="406400" imgH="228600" progId="Equation.DSMT4">
                  <p:embed/>
                </p:oleObj>
              </mc:Choice>
              <mc:Fallback>
                <p:oleObj name="Equation" r:id="rId9" imgW="406400" imgH="228600" progId="Equation.DSMT4">
                  <p:embed/>
                  <p:pic>
                    <p:nvPicPr>
                      <p:cNvPr id="0" name="图片 115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35819" y="4323977"/>
                        <a:ext cx="977900" cy="54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6" name="Object 8"/>
          <p:cNvGraphicFramePr>
            <a:graphicFrameLocks noChangeAspect="1"/>
          </p:cNvGraphicFramePr>
          <p:nvPr/>
        </p:nvGraphicFramePr>
        <p:xfrm>
          <a:off x="9099644" y="2784103"/>
          <a:ext cx="1319212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5" name="Equation" r:id="rId11" imgW="545465" imgH="254000" progId="Equation.DSMT4">
                  <p:embed/>
                </p:oleObj>
              </mc:Choice>
              <mc:Fallback>
                <p:oleObj name="Equation" r:id="rId11" imgW="545465" imgH="254000" progId="Equation.DSMT4">
                  <p:embed/>
                  <p:pic>
                    <p:nvPicPr>
                      <p:cNvPr id="0" name="图片 115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9644" y="2784103"/>
                        <a:ext cx="1319212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7" name="Object 9"/>
          <p:cNvGraphicFramePr>
            <a:graphicFrameLocks noChangeAspect="1"/>
          </p:cNvGraphicFramePr>
          <p:nvPr/>
        </p:nvGraphicFramePr>
        <p:xfrm>
          <a:off x="9117107" y="3347665"/>
          <a:ext cx="1350963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6" name="Equation" r:id="rId13" imgW="558800" imgH="254000" progId="Equation.DSMT4">
                  <p:embed/>
                </p:oleObj>
              </mc:Choice>
              <mc:Fallback>
                <p:oleObj name="Equation" r:id="rId13" imgW="558800" imgH="254000" progId="Equation.DSMT4">
                  <p:embed/>
                  <p:pic>
                    <p:nvPicPr>
                      <p:cNvPr id="0" name="图片 115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17107" y="3347665"/>
                        <a:ext cx="1350963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578" name="Object 10"/>
          <p:cNvGraphicFramePr>
            <a:graphicFrameLocks noChangeAspect="1"/>
          </p:cNvGraphicFramePr>
          <p:nvPr/>
        </p:nvGraphicFramePr>
        <p:xfrm>
          <a:off x="9099645" y="4230315"/>
          <a:ext cx="1349375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7" name="Equation" r:id="rId15" imgW="558800" imgH="254000" progId="Equation.DSMT4">
                  <p:embed/>
                </p:oleObj>
              </mc:Choice>
              <mc:Fallback>
                <p:oleObj name="Equation" r:id="rId15" imgW="558800" imgH="254000" progId="Equation.DSMT4">
                  <p:embed/>
                  <p:pic>
                    <p:nvPicPr>
                      <p:cNvPr id="0" name="图片 115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99645" y="4230315"/>
                        <a:ext cx="1349375" cy="614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6889844" y="3887415"/>
          <a:ext cx="1841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8" name="Equation" r:id="rId17" imgW="76200" imgH="177165" progId="Equation.DSMT4">
                  <p:embed/>
                </p:oleObj>
              </mc:Choice>
              <mc:Fallback>
                <p:oleObj name="Equation" r:id="rId17" imgW="76200" imgH="177165" progId="Equation.DSMT4">
                  <p:embed/>
                  <p:pic>
                    <p:nvPicPr>
                      <p:cNvPr id="0" name="图片 1150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9844" y="3887415"/>
                        <a:ext cx="1841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/>
        </p:nvGraphicFramePr>
        <p:xfrm>
          <a:off x="6832694" y="4797053"/>
          <a:ext cx="1841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09" name="Equation" r:id="rId19" imgW="76200" imgH="177165" progId="Equation.DSMT4">
                  <p:embed/>
                </p:oleObj>
              </mc:Choice>
              <mc:Fallback>
                <p:oleObj name="Equation" r:id="rId19" imgW="76200" imgH="177165" progId="Equation.DSMT4">
                  <p:embed/>
                  <p:pic>
                    <p:nvPicPr>
                      <p:cNvPr id="0" name="图片 1150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32694" y="4797053"/>
                        <a:ext cx="18415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0"/>
          <p:cNvGraphicFramePr>
            <a:graphicFrameLocks noChangeAspect="1"/>
          </p:cNvGraphicFramePr>
          <p:nvPr/>
        </p:nvGraphicFramePr>
        <p:xfrm>
          <a:off x="9699719" y="3887415"/>
          <a:ext cx="1841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0" name="Equation" r:id="rId20" imgW="76200" imgH="177165" progId="Equation.DSMT4">
                  <p:embed/>
                </p:oleObj>
              </mc:Choice>
              <mc:Fallback>
                <p:oleObj name="Equation" r:id="rId20" imgW="76200" imgH="177165" progId="Equation.DSMT4">
                  <p:embed/>
                  <p:pic>
                    <p:nvPicPr>
                      <p:cNvPr id="0" name="图片 1150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719" y="3887415"/>
                        <a:ext cx="1841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0"/>
          <p:cNvGraphicFramePr>
            <a:graphicFrameLocks noChangeAspect="1"/>
          </p:cNvGraphicFramePr>
          <p:nvPr/>
        </p:nvGraphicFramePr>
        <p:xfrm>
          <a:off x="9699719" y="4755778"/>
          <a:ext cx="1841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1" name="Equation" r:id="rId21" imgW="76200" imgH="177165" progId="Equation.DSMT4">
                  <p:embed/>
                </p:oleObj>
              </mc:Choice>
              <mc:Fallback>
                <p:oleObj name="Equation" r:id="rId21" imgW="76200" imgH="177165" progId="Equation.DSMT4">
                  <p:embed/>
                  <p:pic>
                    <p:nvPicPr>
                      <p:cNvPr id="0" name="图片 115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719" y="4755778"/>
                        <a:ext cx="18415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5858904" y="2503815"/>
          <a:ext cx="5313362" cy="355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512" name="Document" r:id="rId22" imgW="2369820" imgH="1587500" progId="Word.Document.8">
                  <p:embed/>
                </p:oleObj>
              </mc:Choice>
              <mc:Fallback>
                <p:oleObj name="Document" r:id="rId22" imgW="2369820" imgH="1587500" progId="Word.Document.8">
                  <p:embed/>
                  <p:pic>
                    <p:nvPicPr>
                      <p:cNvPr id="0" name="图片 115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8904" y="2503815"/>
                        <a:ext cx="5313362" cy="355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9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9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9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1335088" y="2387226"/>
          <a:ext cx="9449453" cy="128931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9" name="Document" r:id="rId1" imgW="4434205" imgH="608330" progId="Word.Document.8">
                  <p:embed/>
                </p:oleObj>
              </mc:Choice>
              <mc:Fallback>
                <p:oleObj name="Document" r:id="rId1" imgW="4434205" imgH="608330" progId="Word.Document.8">
                  <p:embed/>
                  <p:pic>
                    <p:nvPicPr>
                      <p:cNvPr id="0" name="图片 3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088" y="2387226"/>
                        <a:ext cx="9449453" cy="128931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722687" y="3676537"/>
          <a:ext cx="11095037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0" name="Document" r:id="rId3" imgW="5024755" imgH="525780" progId="Word.Document.8">
                  <p:embed/>
                </p:oleObj>
              </mc:Choice>
              <mc:Fallback>
                <p:oleObj name="Document" r:id="rId3" imgW="5024755" imgH="525780" progId="Word.Document.8">
                  <p:embed/>
                  <p:pic>
                    <p:nvPicPr>
                      <p:cNvPr id="0" name="图片 31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687" y="3676537"/>
                        <a:ext cx="11095037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5"/>
          <p:cNvGraphicFramePr>
            <a:graphicFrameLocks noChangeAspect="1"/>
          </p:cNvGraphicFramePr>
          <p:nvPr/>
        </p:nvGraphicFramePr>
        <p:xfrm>
          <a:off x="692150" y="4630738"/>
          <a:ext cx="10914063" cy="1479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1" name="Document" r:id="rId5" imgW="4865370" imgH="663575" progId="Word.Document.8">
                  <p:embed/>
                </p:oleObj>
              </mc:Choice>
              <mc:Fallback>
                <p:oleObj name="Document" r:id="rId5" imgW="4865370" imgH="663575" progId="Word.Document.8">
                  <p:embed/>
                  <p:pic>
                    <p:nvPicPr>
                      <p:cNvPr id="0" name="图片 31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150" y="4630738"/>
                        <a:ext cx="10914063" cy="1479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6"/>
          <p:cNvGraphicFramePr>
            <a:graphicFrameLocks noChangeAspect="1"/>
          </p:cNvGraphicFramePr>
          <p:nvPr/>
        </p:nvGraphicFramePr>
        <p:xfrm>
          <a:off x="691311" y="616604"/>
          <a:ext cx="10748962" cy="200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72" name="Document" r:id="rId7" imgW="4987925" imgH="935990" progId="Word.Document.8">
                  <p:embed/>
                </p:oleObj>
              </mc:Choice>
              <mc:Fallback>
                <p:oleObj name="Document" r:id="rId7" imgW="4987925" imgH="935990" progId="Word.Document.8">
                  <p:embed/>
                  <p:pic>
                    <p:nvPicPr>
                      <p:cNvPr id="0" name="图片 31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1311" y="616604"/>
                        <a:ext cx="10748962" cy="200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623888" y="814294"/>
          <a:ext cx="11041062" cy="1601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7" name="Document" r:id="rId1" imgW="5064125" imgH="737235" progId="Word.Document.8">
                  <p:embed/>
                </p:oleObj>
              </mc:Choice>
              <mc:Fallback>
                <p:oleObj name="Document" r:id="rId1" imgW="5064125" imgH="737235" progId="Word.Document.8">
                  <p:embed/>
                  <p:pic>
                    <p:nvPicPr>
                      <p:cNvPr id="0" name="图片 41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814294"/>
                        <a:ext cx="11041062" cy="1601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609600" y="2239963"/>
          <a:ext cx="7561263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8" name="Document" r:id="rId3" imgW="3510915" imgH="419100" progId="Word.Document.8">
                  <p:embed/>
                </p:oleObj>
              </mc:Choice>
              <mc:Fallback>
                <p:oleObj name="Document" r:id="rId3" imgW="3510915" imgH="419100" progId="Word.Document.8">
                  <p:embed/>
                  <p:pic>
                    <p:nvPicPr>
                      <p:cNvPr id="0" name="图片 416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" y="2239963"/>
                        <a:ext cx="7561263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68338" y="2771775"/>
          <a:ext cx="11029950" cy="3392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" name="Document" r:id="rId5" imgW="5119370" imgH="1577975" progId="Word.Document.8">
                  <p:embed/>
                </p:oleObj>
              </mc:Choice>
              <mc:Fallback>
                <p:oleObj name="Document" r:id="rId5" imgW="5119370" imgH="1577975" progId="Word.Document.8">
                  <p:embed/>
                  <p:pic>
                    <p:nvPicPr>
                      <p:cNvPr id="0" name="图片 41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338" y="2771775"/>
                        <a:ext cx="11029950" cy="3392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2"/>
          <p:cNvSpPr txBox="1">
            <a:spLocks noChangeArrowheads="1"/>
          </p:cNvSpPr>
          <p:nvPr/>
        </p:nvSpPr>
        <p:spPr bwMode="auto">
          <a:xfrm>
            <a:off x="2063750" y="1176339"/>
            <a:ext cx="6477000" cy="1520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5000"/>
              </a:lnSpc>
              <a:spcBef>
                <a:spcPct val="10000"/>
              </a:spcBef>
            </a:pPr>
            <a:r>
              <a:rPr kumimoji="1" lang="zh-CN" altLang="en-US" sz="2800" dirty="0">
                <a:latin typeface="黑体" panose="02010609060101010101" pitchFamily="49" charset="-122"/>
                <a:ea typeface="黑体" panose="02010609060101010101" pitchFamily="49" charset="-122"/>
              </a:rPr>
              <a:t>例</a:t>
            </a:r>
            <a:r>
              <a:rPr kumimoji="1"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五个阄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 </a:t>
            </a:r>
            <a:r>
              <a:rPr kumimoji="1" lang="zh-CN" altLang="en-US" sz="2800" dirty="0">
                <a:latin typeface="Times New Roman" panose="02020603050405020304" pitchFamily="18" charset="0"/>
              </a:rPr>
              <a:t>其中两个阄内写着“有”</a:t>
            </a:r>
            <a:endParaRPr kumimoji="1"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spcBef>
                <a:spcPct val="1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字， 三个阄内不写字 ，五人依次抓取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,</a:t>
            </a:r>
            <a:endParaRPr kumimoji="1"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105000"/>
              </a:lnSpc>
              <a:spcBef>
                <a:spcPct val="10000"/>
              </a:spcBef>
            </a:pPr>
            <a:r>
              <a:rPr kumimoji="1" lang="zh-CN" altLang="en-US" sz="2800" dirty="0">
                <a:latin typeface="Times New Roman" panose="02020603050405020304" pitchFamily="18" charset="0"/>
              </a:rPr>
              <a:t>问各人抓到“有”字阄的概率是否相同</a:t>
            </a:r>
            <a:r>
              <a:rPr kumimoji="1" lang="en-US" altLang="zh-CN" sz="2800" dirty="0">
                <a:latin typeface="Times New Roman" panose="02020603050405020304" pitchFamily="18" charset="0"/>
              </a:rPr>
              <a:t>?</a:t>
            </a:r>
            <a:endParaRPr kumimoji="1" lang="en-US" altLang="zh-CN" sz="2800" dirty="0">
              <a:latin typeface="Times New Roman" panose="02020603050405020304" pitchFamily="18" charset="0"/>
            </a:endParaRPr>
          </a:p>
        </p:txBody>
      </p:sp>
      <p:grpSp>
        <p:nvGrpSpPr>
          <p:cNvPr id="2" name="Group 3"/>
          <p:cNvGrpSpPr/>
          <p:nvPr/>
        </p:nvGrpSpPr>
        <p:grpSpPr bwMode="auto">
          <a:xfrm>
            <a:off x="2351088" y="3238500"/>
            <a:ext cx="2501900" cy="838200"/>
            <a:chOff x="762" y="2176"/>
            <a:chExt cx="1576" cy="528"/>
          </a:xfrm>
        </p:grpSpPr>
        <p:sp>
          <p:nvSpPr>
            <p:cNvPr id="21520" name="Text Box 4"/>
            <p:cNvSpPr txBox="1">
              <a:spLocks noChangeArrowheads="1"/>
            </p:cNvSpPr>
            <p:nvPr/>
          </p:nvSpPr>
          <p:spPr bwMode="auto">
            <a:xfrm>
              <a:off x="762" y="2249"/>
              <a:ext cx="571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20000"/>
                </a:spcBef>
              </a:pPr>
              <a:r>
                <a:rPr kumimoji="1" lang="zh-CN" altLang="en-US" sz="2800">
                  <a:latin typeface="Times New Roman" panose="02020603050405020304" pitchFamily="18" charset="0"/>
                </a:rPr>
                <a:t>则有</a:t>
              </a:r>
              <a:endParaRPr kumimoji="1" lang="zh-CN" altLang="en-US" sz="280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21521" name="Object 5"/>
            <p:cNvGraphicFramePr>
              <a:graphicFrameLocks noChangeAspect="1"/>
            </p:cNvGraphicFramePr>
            <p:nvPr/>
          </p:nvGraphicFramePr>
          <p:xfrm>
            <a:off x="1338" y="2176"/>
            <a:ext cx="1000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4" name="Equation" r:id="rId1" imgW="1587500" imgH="838200" progId="Equation.3">
                    <p:embed/>
                  </p:oleObj>
                </mc:Choice>
                <mc:Fallback>
                  <p:oleObj name="Equation" r:id="rId1" imgW="1587500" imgH="8382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8" y="2176"/>
                          <a:ext cx="1000" cy="5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5894" name="Object 6"/>
          <p:cNvGraphicFramePr>
            <a:graphicFrameLocks noChangeAspect="1"/>
          </p:cNvGraphicFramePr>
          <p:nvPr/>
        </p:nvGraphicFramePr>
        <p:xfrm>
          <a:off x="2231457" y="4126706"/>
          <a:ext cx="7032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5" name="Equation" r:id="rId3" imgW="7620000" imgH="4572000" progId="Equation.DSMT4">
                  <p:embed/>
                </p:oleObj>
              </mc:Choice>
              <mc:Fallback>
                <p:oleObj name="Equation" r:id="rId3" imgW="7620000" imgH="4572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1457" y="4126706"/>
                        <a:ext cx="7032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Rectangle 8"/>
          <p:cNvSpPr>
            <a:spLocks noChangeArrowheads="1"/>
          </p:cNvSpPr>
          <p:nvPr/>
        </p:nvSpPr>
        <p:spPr bwMode="auto">
          <a:xfrm>
            <a:off x="2438400" y="628650"/>
            <a:ext cx="370005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抓阄是否与次序有关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?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 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pSp>
        <p:nvGrpSpPr>
          <p:cNvPr id="3" name="Group 9"/>
          <p:cNvGrpSpPr/>
          <p:nvPr/>
        </p:nvGrpSpPr>
        <p:grpSpPr bwMode="auto">
          <a:xfrm>
            <a:off x="2135189" y="2781301"/>
            <a:ext cx="6624637" cy="511175"/>
            <a:chOff x="385" y="1842"/>
            <a:chExt cx="4173" cy="322"/>
          </a:xfrm>
        </p:grpSpPr>
        <p:graphicFrame>
          <p:nvGraphicFramePr>
            <p:cNvPr id="21518" name="Object 10"/>
            <p:cNvGraphicFramePr>
              <a:graphicFrameLocks noChangeAspect="1"/>
            </p:cNvGraphicFramePr>
            <p:nvPr/>
          </p:nvGraphicFramePr>
          <p:xfrm>
            <a:off x="3538" y="1888"/>
            <a:ext cx="102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6" name="Equation" r:id="rId5" imgW="1841500" imgH="368300" progId="Equation.3">
                    <p:embed/>
                  </p:oleObj>
                </mc:Choice>
                <mc:Fallback>
                  <p:oleObj name="Equation" r:id="rId5" imgW="1841500" imgH="368300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38" y="1888"/>
                          <a:ext cx="1020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19" name="Object 11"/>
            <p:cNvGraphicFramePr>
              <a:graphicFrameLocks noChangeAspect="1"/>
            </p:cNvGraphicFramePr>
            <p:nvPr/>
          </p:nvGraphicFramePr>
          <p:xfrm>
            <a:off x="385" y="1842"/>
            <a:ext cx="3085" cy="3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47" name="公式" r:id="rId7" imgW="2197100" imgH="228600" progId="Equation.3">
                    <p:embed/>
                  </p:oleObj>
                </mc:Choice>
                <mc:Fallback>
                  <p:oleObj name="公式" r:id="rId7" imgW="2197100" imgH="228600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5" y="1842"/>
                          <a:ext cx="3085" cy="3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1512" name="Picture 12" descr="PE02097_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0" y="908050"/>
            <a:ext cx="1981200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65901" name="Object 13"/>
          <p:cNvGraphicFramePr>
            <a:graphicFrameLocks noChangeAspect="1"/>
          </p:cNvGraphicFramePr>
          <p:nvPr/>
        </p:nvGraphicFramePr>
        <p:xfrm>
          <a:off x="3103622" y="5213349"/>
          <a:ext cx="2044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8" name="Equation" r:id="rId10" imgW="2044700" imgH="838200" progId="Equation.3">
                  <p:embed/>
                </p:oleObj>
              </mc:Choice>
              <mc:Fallback>
                <p:oleObj name="Equation" r:id="rId10" imgW="2044700" imgH="8382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3622" y="5213349"/>
                        <a:ext cx="2044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2" name="Object 14"/>
          <p:cNvGraphicFramePr>
            <a:graphicFrameLocks noChangeAspect="1"/>
          </p:cNvGraphicFramePr>
          <p:nvPr/>
        </p:nvGraphicFramePr>
        <p:xfrm>
          <a:off x="5302250" y="5251951"/>
          <a:ext cx="647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9" name="Equation" r:id="rId12" imgW="647700" imgH="838200" progId="Equation.3">
                  <p:embed/>
                </p:oleObj>
              </mc:Choice>
              <mc:Fallback>
                <p:oleObj name="Equation" r:id="rId12" imgW="647700" imgH="838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02250" y="5251951"/>
                        <a:ext cx="647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3" name="Object 15"/>
          <p:cNvGraphicFramePr>
            <a:graphicFrameLocks noChangeAspect="1"/>
          </p:cNvGraphicFramePr>
          <p:nvPr/>
        </p:nvGraphicFramePr>
        <p:xfrm>
          <a:off x="3008313" y="4672013"/>
          <a:ext cx="49784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0" name="Equation" r:id="rId14" imgW="4978400" imgH="469900" progId="Equation.DSMT4">
                  <p:embed/>
                </p:oleObj>
              </mc:Choice>
              <mc:Fallback>
                <p:oleObj name="Equation" r:id="rId14" imgW="4978400" imgH="4699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313" y="4672013"/>
                        <a:ext cx="49784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905" name="Object 17"/>
          <p:cNvGraphicFramePr>
            <a:graphicFrameLocks noChangeAspect="1"/>
          </p:cNvGraphicFramePr>
          <p:nvPr/>
        </p:nvGraphicFramePr>
        <p:xfrm>
          <a:off x="3008313" y="4090311"/>
          <a:ext cx="30988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1" name="Equation" r:id="rId16" imgW="3098800" imgH="457200" progId="Equation.3">
                  <p:embed/>
                </p:oleObj>
              </mc:Choice>
              <mc:Fallback>
                <p:oleObj name="Equation" r:id="rId16" imgW="3098800" imgH="457200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8313" y="4090311"/>
                        <a:ext cx="30988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5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5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5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5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5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65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0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6914" name="Object 2"/>
          <p:cNvGraphicFramePr>
            <a:graphicFrameLocks noChangeAspect="1"/>
          </p:cNvGraphicFramePr>
          <p:nvPr/>
        </p:nvGraphicFramePr>
        <p:xfrm>
          <a:off x="1612899" y="1735602"/>
          <a:ext cx="88265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8" name="Equation" r:id="rId1" imgW="7620000" imgH="4572000" progId="Equation.DSMT4">
                  <p:embed/>
                </p:oleObj>
              </mc:Choice>
              <mc:Fallback>
                <p:oleObj name="Equation" r:id="rId1" imgW="7620000" imgH="4572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899" y="1735602"/>
                        <a:ext cx="88265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5" name="Object 3"/>
          <p:cNvGraphicFramePr>
            <a:graphicFrameLocks noChangeAspect="1"/>
          </p:cNvGraphicFramePr>
          <p:nvPr/>
        </p:nvGraphicFramePr>
        <p:xfrm>
          <a:off x="2676525" y="1681163"/>
          <a:ext cx="78105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9" name="Equation" r:id="rId3" imgW="7810500" imgH="495300" progId="Equation.DSMT4">
                  <p:embed/>
                </p:oleObj>
              </mc:Choice>
              <mc:Fallback>
                <p:oleObj name="Equation" r:id="rId3" imgW="7810500" imgH="4953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76525" y="1681163"/>
                        <a:ext cx="7810500" cy="495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6" name="Object 4"/>
          <p:cNvGraphicFramePr>
            <a:graphicFrameLocks noChangeAspect="1"/>
          </p:cNvGraphicFramePr>
          <p:nvPr/>
        </p:nvGraphicFramePr>
        <p:xfrm>
          <a:off x="2667001" y="2319339"/>
          <a:ext cx="35671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0" name="Equation" r:id="rId5" imgW="4152900" imgH="520700" progId="Equation.3">
                  <p:embed/>
                </p:oleObj>
              </mc:Choice>
              <mc:Fallback>
                <p:oleObj name="Equation" r:id="rId5" imgW="4152900" imgH="5207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319339"/>
                        <a:ext cx="35671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7" name="Object 5"/>
          <p:cNvGraphicFramePr>
            <a:graphicFrameLocks noChangeAspect="1"/>
          </p:cNvGraphicFramePr>
          <p:nvPr/>
        </p:nvGraphicFramePr>
        <p:xfrm>
          <a:off x="6310313" y="2319338"/>
          <a:ext cx="365125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1" name="公式" r:id="rId7" imgW="4114800" imgH="482600" progId="Equation.3">
                  <p:embed/>
                </p:oleObj>
              </mc:Choice>
              <mc:Fallback>
                <p:oleObj name="公式" r:id="rId7" imgW="41148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0313" y="2319338"/>
                        <a:ext cx="365125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8" name="Object 6"/>
          <p:cNvGraphicFramePr>
            <a:graphicFrameLocks noChangeAspect="1"/>
          </p:cNvGraphicFramePr>
          <p:nvPr/>
        </p:nvGraphicFramePr>
        <p:xfrm>
          <a:off x="2667001" y="2930526"/>
          <a:ext cx="4113213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2" name="Equation" r:id="rId9" imgW="4292600" imgH="520700" progId="Equation.3">
                  <p:embed/>
                </p:oleObj>
              </mc:Choice>
              <mc:Fallback>
                <p:oleObj name="Equation" r:id="rId9" imgW="4292600" imgH="520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930526"/>
                        <a:ext cx="4113213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19" name="Object 7"/>
          <p:cNvGraphicFramePr>
            <a:graphicFrameLocks noChangeAspect="1"/>
          </p:cNvGraphicFramePr>
          <p:nvPr/>
        </p:nvGraphicFramePr>
        <p:xfrm>
          <a:off x="2595563" y="3527425"/>
          <a:ext cx="4635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3" name="Equation" r:id="rId11" imgW="4635500" imgH="838200" progId="Equation.3">
                  <p:embed/>
                </p:oleObj>
              </mc:Choice>
              <mc:Fallback>
                <p:oleObj name="Equation" r:id="rId11" imgW="4635500" imgH="838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3527425"/>
                        <a:ext cx="4635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920" name="Object 8"/>
          <p:cNvGraphicFramePr>
            <a:graphicFrameLocks noChangeAspect="1"/>
          </p:cNvGraphicFramePr>
          <p:nvPr/>
        </p:nvGraphicFramePr>
        <p:xfrm>
          <a:off x="7310438" y="3527425"/>
          <a:ext cx="647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4" name="Equation" r:id="rId13" imgW="647700" imgH="838200" progId="Equation.3">
                  <p:embed/>
                </p:oleObj>
              </mc:Choice>
              <mc:Fallback>
                <p:oleObj name="Equation" r:id="rId13" imgW="647700" imgH="838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0438" y="3527425"/>
                        <a:ext cx="6477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1" name="Text Box 9"/>
          <p:cNvSpPr txBox="1">
            <a:spLocks noChangeArrowheads="1"/>
          </p:cNvSpPr>
          <p:nvPr/>
        </p:nvSpPr>
        <p:spPr bwMode="auto">
          <a:xfrm>
            <a:off x="2263776" y="4735513"/>
            <a:ext cx="162736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>
                <a:latin typeface="Times New Roman" panose="02020603050405020304" pitchFamily="18" charset="0"/>
              </a:rPr>
              <a:t>依此类推</a:t>
            </a:r>
            <a:endParaRPr kumimoji="1" lang="zh-CN" altLang="en-US" sz="2800">
              <a:latin typeface="Times New Roman" panose="02020603050405020304" pitchFamily="18" charset="0"/>
            </a:endParaRPr>
          </a:p>
        </p:txBody>
      </p:sp>
      <p:graphicFrame>
        <p:nvGraphicFramePr>
          <p:cNvPr id="166922" name="Object 10"/>
          <p:cNvGraphicFramePr>
            <a:graphicFrameLocks noChangeAspect="1"/>
          </p:cNvGraphicFramePr>
          <p:nvPr/>
        </p:nvGraphicFramePr>
        <p:xfrm>
          <a:off x="3940175" y="4583113"/>
          <a:ext cx="28448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5" name="Equation" r:id="rId15" imgW="2844800" imgH="838200" progId="Equation.3">
                  <p:embed/>
                </p:oleObj>
              </mc:Choice>
              <mc:Fallback>
                <p:oleObj name="Equation" r:id="rId15" imgW="2844800" imgH="838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175" y="4583113"/>
                        <a:ext cx="28448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6923" name="Rectangle 11"/>
          <p:cNvSpPr>
            <a:spLocks noChangeArrowheads="1"/>
          </p:cNvSpPr>
          <p:nvPr/>
        </p:nvSpPr>
        <p:spPr bwMode="auto">
          <a:xfrm>
            <a:off x="6861176" y="5573713"/>
            <a:ext cx="315983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故抓阄与次序无关</a:t>
            </a:r>
            <a:r>
              <a:rPr kumimoji="1"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.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sp useBgFill="1">
        <p:nvSpPr>
          <p:cNvPr id="13" name="矩形 12"/>
          <p:cNvSpPr>
            <a:spLocks noChangeArrowheads="1"/>
          </p:cNvSpPr>
          <p:nvPr/>
        </p:nvSpPr>
        <p:spPr bwMode="auto">
          <a:xfrm>
            <a:off x="8223250" y="1052513"/>
            <a:ext cx="357188" cy="36933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 useBgFill="1">
        <p:nvSpPr>
          <p:cNvPr id="15" name="矩形 14"/>
          <p:cNvSpPr>
            <a:spLocks noChangeArrowheads="1"/>
          </p:cNvSpPr>
          <p:nvPr/>
        </p:nvSpPr>
        <p:spPr bwMode="auto">
          <a:xfrm>
            <a:off x="8882064" y="1643063"/>
            <a:ext cx="1785937" cy="369332"/>
          </a:xfrm>
          <a:prstGeom prst="rect">
            <a:avLst/>
          </a:prstGeo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16" name="Object 13"/>
          <p:cNvGraphicFramePr>
            <a:graphicFrameLocks noChangeAspect="1"/>
          </p:cNvGraphicFramePr>
          <p:nvPr/>
        </p:nvGraphicFramePr>
        <p:xfrm>
          <a:off x="8934450" y="1771650"/>
          <a:ext cx="8255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76" name="Equation" r:id="rId17" imgW="825500" imgH="393700" progId="Equation.DSMT4">
                  <p:embed/>
                </p:oleObj>
              </mc:Choice>
              <mc:Fallback>
                <p:oleObj name="Equation" r:id="rId17" imgW="825500" imgH="3937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34450" y="1771650"/>
                        <a:ext cx="8255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6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6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6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166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66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166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669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166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0" dur="500"/>
                                        <p:tgtEl>
                                          <p:spTgt spid="166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166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6921" grpId="0"/>
      <p:bldP spid="166923" grpId="0"/>
      <p:bldP spid="13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95" name="Object 3"/>
          <p:cNvGraphicFramePr>
            <a:graphicFrameLocks noChangeAspect="1"/>
          </p:cNvGraphicFramePr>
          <p:nvPr/>
        </p:nvGraphicFramePr>
        <p:xfrm>
          <a:off x="1250647" y="838198"/>
          <a:ext cx="7988300" cy="685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5" name="Document" r:id="rId1" imgW="5232400" imgH="457200" progId="Word.Document.8">
                  <p:embed/>
                </p:oleObj>
              </mc:Choice>
              <mc:Fallback>
                <p:oleObj name="Document" r:id="rId1" imgW="5232400" imgH="457200" progId="Word.Document.8">
                  <p:embed/>
                  <p:pic>
                    <p:nvPicPr>
                      <p:cNvPr id="0" name="图片 528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647" y="838198"/>
                        <a:ext cx="7988300" cy="685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590550" y="1431925"/>
          <a:ext cx="10464800" cy="193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6" name="Document" r:id="rId3" imgW="4975860" imgH="923290" progId="Word.Document.8">
                  <p:embed/>
                </p:oleObj>
              </mc:Choice>
              <mc:Fallback>
                <p:oleObj name="Document" r:id="rId3" imgW="4975860" imgH="923290" progId="Word.Document.8">
                  <p:embed/>
                  <p:pic>
                    <p:nvPicPr>
                      <p:cNvPr id="0" name="图片 528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550" y="1431925"/>
                        <a:ext cx="10464800" cy="193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1250647" y="3704224"/>
          <a:ext cx="963637" cy="7844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7" name="Document" r:id="rId5" imgW="437515" imgH="354965" progId="Word.Document.8">
                  <p:embed/>
                </p:oleObj>
              </mc:Choice>
              <mc:Fallback>
                <p:oleObj name="Document" r:id="rId5" imgW="437515" imgH="354965" progId="Word.Document.8">
                  <p:embed/>
                  <p:pic>
                    <p:nvPicPr>
                      <p:cNvPr id="0" name="图片 52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647" y="3704224"/>
                        <a:ext cx="963637" cy="7844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4"/>
          <p:cNvGraphicFramePr>
            <a:graphicFrameLocks noChangeAspect="1"/>
          </p:cNvGraphicFramePr>
          <p:nvPr/>
        </p:nvGraphicFramePr>
        <p:xfrm>
          <a:off x="1735643" y="3482278"/>
          <a:ext cx="2976563" cy="1055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8" name="Document" r:id="rId7" imgW="1192530" imgH="504825" progId="Word.Document.8">
                  <p:embed/>
                </p:oleObj>
              </mc:Choice>
              <mc:Fallback>
                <p:oleObj name="Document" r:id="rId7" imgW="1192530" imgH="504825" progId="Word.Document.8">
                  <p:embed/>
                  <p:pic>
                    <p:nvPicPr>
                      <p:cNvPr id="0" name="图片 52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5643" y="3482278"/>
                        <a:ext cx="2976563" cy="1055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4641513" y="3442495"/>
          <a:ext cx="2733675" cy="104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89" name="Document" r:id="rId9" imgW="1067435" imgH="498475" progId="Word.Document.8">
                  <p:embed/>
                </p:oleObj>
              </mc:Choice>
              <mc:Fallback>
                <p:oleObj name="Document" r:id="rId9" imgW="1067435" imgH="498475" progId="Word.Document.8">
                  <p:embed/>
                  <p:pic>
                    <p:nvPicPr>
                      <p:cNvPr id="0" name="图片 52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1513" y="3442495"/>
                        <a:ext cx="2733675" cy="1046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7375188" y="3678381"/>
          <a:ext cx="3109913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0" name="Document" r:id="rId11" imgW="1483360" imgH="367030" progId="Word.Document.8">
                  <p:embed/>
                </p:oleObj>
              </mc:Choice>
              <mc:Fallback>
                <p:oleObj name="Document" r:id="rId11" imgW="1483360" imgH="367030" progId="Word.Document.8">
                  <p:embed/>
                  <p:pic>
                    <p:nvPicPr>
                      <p:cNvPr id="0" name="图片 52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75188" y="3678381"/>
                        <a:ext cx="3109913" cy="765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250647" y="4488658"/>
          <a:ext cx="7081837" cy="1563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" name="Document" r:id="rId13" imgW="3345815" imgH="742950" progId="Word.Document.8">
                  <p:embed/>
                </p:oleObj>
              </mc:Choice>
              <mc:Fallback>
                <p:oleObj name="Document" r:id="rId13" imgW="3345815" imgH="742950" progId="Word.Document.8">
                  <p:embed/>
                  <p:pic>
                    <p:nvPicPr>
                      <p:cNvPr id="0" name="图片 52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0647" y="4488658"/>
                        <a:ext cx="7081837" cy="1563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21006" y="946150"/>
          <a:ext cx="10396537" cy="272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3" name="Document" r:id="rId1" imgW="4688205" imgH="1229360" progId="Word.Document.8">
                  <p:embed/>
                </p:oleObj>
              </mc:Choice>
              <mc:Fallback>
                <p:oleObj name="Document" r:id="rId1" imgW="4688205" imgH="1229360" progId="Word.Document.8">
                  <p:embed/>
                  <p:pic>
                    <p:nvPicPr>
                      <p:cNvPr id="0" name="图片 62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1006" y="946150"/>
                        <a:ext cx="10396537" cy="272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4"/>
          <p:cNvGraphicFramePr>
            <a:graphicFrameLocks noChangeAspect="1"/>
          </p:cNvGraphicFramePr>
          <p:nvPr/>
        </p:nvGraphicFramePr>
        <p:xfrm>
          <a:off x="836613" y="3594100"/>
          <a:ext cx="5292725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4" name="Document" r:id="rId3" imgW="2428240" imgH="403860" progId="Word.Document.8">
                  <p:embed/>
                </p:oleObj>
              </mc:Choice>
              <mc:Fallback>
                <p:oleObj name="Document" r:id="rId3" imgW="2428240" imgH="403860" progId="Word.Document.8">
                  <p:embed/>
                  <p:pic>
                    <p:nvPicPr>
                      <p:cNvPr id="0" name="图片 62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6613" y="3594100"/>
                        <a:ext cx="5292725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/>
          <p:cNvGraphicFramePr>
            <a:graphicFrameLocks noChangeAspect="1"/>
          </p:cNvGraphicFramePr>
          <p:nvPr/>
        </p:nvGraphicFramePr>
        <p:xfrm>
          <a:off x="6014945" y="3594100"/>
          <a:ext cx="487680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5" name="Document" r:id="rId5" imgW="2226310" imgH="471170" progId="Word.Document.8">
                  <p:embed/>
                </p:oleObj>
              </mc:Choice>
              <mc:Fallback>
                <p:oleObj name="Document" r:id="rId5" imgW="2226310" imgH="471170" progId="Word.Document.8">
                  <p:embed/>
                  <p:pic>
                    <p:nvPicPr>
                      <p:cNvPr id="0" name="图片 62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4945" y="3594100"/>
                        <a:ext cx="4876800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2241177" y="4470400"/>
          <a:ext cx="7159625" cy="928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46" name="Document" r:id="rId7" imgW="3266440" imgH="427990" progId="Word.Document.8">
                  <p:embed/>
                </p:oleObj>
              </mc:Choice>
              <mc:Fallback>
                <p:oleObj name="Document" r:id="rId7" imgW="3266440" imgH="427990" progId="Word.Document.8">
                  <p:embed/>
                  <p:pic>
                    <p:nvPicPr>
                      <p:cNvPr id="0" name="图片 62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1177" y="4470400"/>
                        <a:ext cx="7159625" cy="928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4"/>
          <p:cNvGraphicFramePr>
            <a:graphicFrameLocks noChangeAspect="1"/>
          </p:cNvGraphicFramePr>
          <p:nvPr/>
        </p:nvGraphicFramePr>
        <p:xfrm>
          <a:off x="1189318" y="2176369"/>
          <a:ext cx="4973917" cy="6833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5" name="Document" r:id="rId1" imgW="2159000" imgH="299720" progId="Word.Document.8">
                  <p:embed/>
                </p:oleObj>
              </mc:Choice>
              <mc:Fallback>
                <p:oleObj name="Document" r:id="rId1" imgW="2159000" imgH="299720" progId="Word.Document.8">
                  <p:embed/>
                  <p:pic>
                    <p:nvPicPr>
                      <p:cNvPr id="0" name="图片 103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318" y="2176369"/>
                        <a:ext cx="4973917" cy="68339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4"/>
          <p:cNvGraphicFramePr>
            <a:graphicFrameLocks noChangeAspect="1"/>
          </p:cNvGraphicFramePr>
          <p:nvPr/>
        </p:nvGraphicFramePr>
        <p:xfrm>
          <a:off x="607545" y="2683200"/>
          <a:ext cx="8752418" cy="9609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6" name="Document" r:id="rId3" imgW="3919855" imgH="433070" progId="Word.Document.8">
                  <p:embed/>
                </p:oleObj>
              </mc:Choice>
              <mc:Fallback>
                <p:oleObj name="Document" r:id="rId3" imgW="3919855" imgH="433070" progId="Word.Document.8">
                  <p:embed/>
                  <p:pic>
                    <p:nvPicPr>
                      <p:cNvPr id="0" name="图片 103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45" y="2683200"/>
                        <a:ext cx="8752418" cy="96095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1189318" y="3634556"/>
          <a:ext cx="9212670" cy="659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7" name="Document" r:id="rId5" imgW="4107180" imgH="298450" progId="Word.Document.8">
                  <p:embed/>
                </p:oleObj>
              </mc:Choice>
              <mc:Fallback>
                <p:oleObj name="Document" r:id="rId5" imgW="4107180" imgH="298450" progId="Word.Document.8">
                  <p:embed/>
                  <p:pic>
                    <p:nvPicPr>
                      <p:cNvPr id="0" name="图片 103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9318" y="3634556"/>
                        <a:ext cx="9212670" cy="659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/>
        </p:nvGraphicFramePr>
        <p:xfrm>
          <a:off x="607545" y="4210191"/>
          <a:ext cx="8597842" cy="12448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8" name="Document" r:id="rId7" imgW="3923665" imgH="572135" progId="Word.Document.8">
                  <p:embed/>
                </p:oleObj>
              </mc:Choice>
              <mc:Fallback>
                <p:oleObj name="Document" r:id="rId7" imgW="3923665" imgH="572135" progId="Word.Document.8">
                  <p:embed/>
                  <p:pic>
                    <p:nvPicPr>
                      <p:cNvPr id="0" name="图片 103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7545" y="4210191"/>
                        <a:ext cx="8597842" cy="124483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4" name="图片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5932" y="1589762"/>
            <a:ext cx="2932112" cy="162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Object 4"/>
          <p:cNvGraphicFramePr>
            <a:graphicFrameLocks noChangeAspect="1"/>
          </p:cNvGraphicFramePr>
          <p:nvPr/>
        </p:nvGraphicFramePr>
        <p:xfrm>
          <a:off x="930182" y="1059703"/>
          <a:ext cx="8461375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49" name="Document" r:id="rId10" imgW="4046220" imgH="599440" progId="Word.Document.8">
                  <p:embed/>
                </p:oleObj>
              </mc:Choice>
              <mc:Fallback>
                <p:oleObj name="Document" r:id="rId10" imgW="4046220" imgH="599440" progId="Word.Document.8">
                  <p:embed/>
                  <p:pic>
                    <p:nvPicPr>
                      <p:cNvPr id="0" name="图片 103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0182" y="1059703"/>
                        <a:ext cx="8461375" cy="1247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 descr="烽火戏诸侯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018030" y="3034030"/>
            <a:ext cx="3986530" cy="3263900"/>
          </a:xfrm>
          <a:prstGeom prst="rect">
            <a:avLst/>
          </a:prstGeom>
        </p:spPr>
      </p:pic>
      <p:sp>
        <p:nvSpPr>
          <p:cNvPr id="14" name="圆角矩形 13"/>
          <p:cNvSpPr/>
          <p:nvPr>
            <p:custDataLst>
              <p:tags r:id="rId3"/>
            </p:custDataLst>
          </p:nvPr>
        </p:nvSpPr>
        <p:spPr>
          <a:xfrm>
            <a:off x="996950" y="1254760"/>
            <a:ext cx="5300980" cy="5267325"/>
          </a:xfrm>
          <a:prstGeom prst="roundRect">
            <a:avLst>
              <a:gd name="adj" fmla="val 9751"/>
            </a:avLst>
          </a:prstGeom>
          <a:noFill/>
          <a:ln>
            <a:solidFill>
              <a:srgbClr val="494949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4"/>
            </p:custDataLst>
          </p:nvPr>
        </p:nvSpPr>
        <p:spPr>
          <a:xfrm>
            <a:off x="1092200" y="1590675"/>
            <a:ext cx="5086985" cy="1200329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褒姒不好笑，幽王欲其笑万方，故不笑。幽王为烽燧大鼓，有寇至则举烽火。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0" name="矩形: 圆角 15"/>
          <p:cNvSpPr/>
          <p:nvPr>
            <p:custDataLst>
              <p:tags r:id="rId5"/>
            </p:custDataLst>
          </p:nvPr>
        </p:nvSpPr>
        <p:spPr>
          <a:xfrm>
            <a:off x="2018030" y="1008380"/>
            <a:ext cx="3398520" cy="475615"/>
          </a:xfrm>
          <a:prstGeom prst="roundRect">
            <a:avLst>
              <a:gd name="adj" fmla="val 31934"/>
            </a:avLst>
          </a:prstGeom>
          <a:solidFill>
            <a:srgbClr val="C6283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dirty="0">
                <a:latin typeface="思源黑体" panose="020B0500000000000000" pitchFamily="34" charset="-122"/>
                <a:ea typeface="思源黑体" panose="020B0500000000000000" pitchFamily="34" charset="-122"/>
                <a:sym typeface="思源黑体" panose="020B0500000000000000" pitchFamily="34" charset="-122"/>
              </a:rPr>
              <a:t>《烽火戏诸侯》</a:t>
            </a:r>
            <a:endParaRPr lang="zh-CN" altLang="en-US" sz="2400" dirty="0">
              <a:latin typeface="思源黑体" panose="020B0500000000000000" pitchFamily="34" charset="-122"/>
              <a:ea typeface="思源黑体" panose="020B0500000000000000" pitchFamily="34" charset="-122"/>
              <a:sym typeface="思源黑体" panose="020B0500000000000000" pitchFamily="3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1109131" y="2302917"/>
            <a:ext cx="5086985" cy="830997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诸侯悉至</a:t>
            </a:r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，至而无寇，褒姒乃大笑。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7"/>
            </p:custDataLst>
          </p:nvPr>
        </p:nvSpPr>
        <p:spPr>
          <a:xfrm>
            <a:off x="1113989" y="2672249"/>
            <a:ext cx="5086985" cy="829945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p>
            <a:pPr algn="l"/>
            <a:r>
              <a:rPr lang="zh-CN" altLang="en-US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      幽王说之，</a:t>
            </a:r>
            <a:r>
              <a:rPr lang="zh-CN" altLang="en-US" sz="2400" dirty="0">
                <a:solidFill>
                  <a:srgbClr val="C00000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数举烽火。其后不信，诸侯益不至</a:t>
            </a:r>
            <a:r>
              <a:rPr lang="en-US" altLang="zh-CN" sz="2400" dirty="0"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</a:rPr>
              <a:t>...</a:t>
            </a:r>
            <a:endParaRPr lang="zh-CN" altLang="en-US" sz="2400" dirty="0">
              <a:latin typeface="楷体" panose="02010609060101010101" pitchFamily="49" charset="-122"/>
              <a:ea typeface="楷体" panose="02010609060101010101" pitchFamily="49" charset="-122"/>
              <a:cs typeface="楷体" panose="02010609060101010101" pitchFamily="49" charset="-122"/>
            </a:endParaRPr>
          </a:p>
        </p:txBody>
      </p:sp>
      <p:sp>
        <p:nvSpPr>
          <p:cNvPr id="50" name="文本框 5"/>
          <p:cNvSpPr txBox="1"/>
          <p:nvPr>
            <p:custDataLst>
              <p:tags r:id="rId8"/>
            </p:custDataLst>
          </p:nvPr>
        </p:nvSpPr>
        <p:spPr>
          <a:xfrm>
            <a:off x="7839781" y="1992685"/>
            <a:ext cx="2070735" cy="508000"/>
          </a:xfrm>
          <a:prstGeom prst="rect">
            <a:avLst/>
          </a:prstGeom>
          <a:solidFill>
            <a:srgbClr val="FFC000"/>
          </a:solidFill>
        </p:spPr>
        <p:txBody>
          <a:bodyPr wrap="square" lIns="68580" tIns="34290" rIns="68580" bIns="34290" rtlCol="0">
            <a:noAutofit/>
          </a:bodyPr>
          <a:p>
            <a:pPr>
              <a:lnSpc>
                <a:spcPct val="120000"/>
              </a:lnSpc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9"/>
            </p:custDataLst>
          </p:nvPr>
        </p:nvSpPr>
        <p:spPr>
          <a:xfrm>
            <a:off x="6689090" y="1254760"/>
            <a:ext cx="938530" cy="487680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诸</a:t>
            </a:r>
            <a:r>
              <a:rPr lang="en-US" altLang="zh-CN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侯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5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7774376" y="1231320"/>
                <a:ext cx="2471420" cy="511175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spAutoFit/>
              </a:bodyPr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sym typeface="+mn-ea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cs typeface="Cambria Math" panose="02040503050406030204" pitchFamily="18" charset="0"/>
                            <a:sym typeface="+mn-ea"/>
                          </a:rPr>
                          <m:t>𝐴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微软雅黑" panose="020B0503020204020204" charset="-122"/>
                            <a:sym typeface="+mn-ea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charset="-122"/>
                        <a:sym typeface="+mn-ea"/>
                      </a:rPr>
                      <m:t>: </m:t>
                    </m:r>
                  </m:oMath>
                </a14:m>
                <a:r>
                  <a:rPr lang="zh-CN" altLang="en-US" sz="2400">
                    <a:latin typeface="Cambria Math" panose="02040503050406030204" pitchFamily="18" charset="0"/>
                    <a:ea typeface="微软雅黑" panose="020B0503020204020204" charset="-122"/>
                    <a:sym typeface="+mn-ea"/>
                  </a:rPr>
                  <a:t>幽</a:t>
                </a:r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王可信</a:t>
                </a:r>
                <a:endParaRPr lang="zh-CN" altLang="en-US" sz="2400" dirty="0"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25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>
              <a:xfrm>
                <a:off x="7774376" y="1231320"/>
                <a:ext cx="2471420" cy="511175"/>
              </a:xfrm>
              <a:prstGeom prst="rect">
                <a:avLst/>
              </a:prstGeom>
              <a:blipFill rotWithShape="1">
                <a:blip r:embed="rId12"/>
                <a:stretch>
                  <a:fillRect l="-3" t="-11" r="3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5"/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7924871" y="2003480"/>
                <a:ext cx="1899920" cy="495300"/>
              </a:xfrm>
              <a:prstGeom prst="rect">
                <a:avLst/>
              </a:prstGeom>
              <a:noFill/>
            </p:spPr>
            <p:txBody>
              <a:bodyPr wrap="square" lIns="68580" tIns="34290" rIns="68580" bIns="34290" rtlCol="0">
                <a:noAutofit/>
              </a:bodyPr>
              <a:p>
                <a:pPr>
                  <a:lnSpc>
                    <a:spcPct val="120000"/>
                  </a:lnSpc>
                </a:pP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微软雅黑" panose="020B0503020204020204" charset="-122"/>
                        <a:sym typeface="+mn-ea"/>
                      </a:rPr>
                      <m:t>𝐵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微软雅黑" panose="020B0503020204020204" charset="-122"/>
                        <a:sym typeface="+mn-ea"/>
                      </a:rPr>
                      <m:t>: </m:t>
                    </m:r>
                  </m:oMath>
                </a14:m>
                <a:r>
                  <a:rPr lang="zh-CN" altLang="en-US" sz="2400" dirty="0">
                    <a:solidFill>
                      <a:srgbClr val="002060"/>
                    </a:solidFill>
                    <a:latin typeface="微软雅黑" panose="020B0503020204020204" charset="-122"/>
                    <a:ea typeface="微软雅黑" panose="020B0503020204020204" charset="-122"/>
                    <a:sym typeface="+mn-ea"/>
                  </a:rPr>
                  <a:t>幽王说谎</a:t>
                </a:r>
                <a:endParaRPr lang="zh-CN" altLang="en-US" sz="2400" dirty="0">
                  <a:solidFill>
                    <a:srgbClr val="00206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endParaRPr>
              </a:p>
            </p:txBody>
          </p:sp>
        </mc:Choice>
        <mc:Fallback>
          <p:sp>
            <p:nvSpPr>
              <p:cNvPr id="27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>
              <a:xfrm>
                <a:off x="7924871" y="2003480"/>
                <a:ext cx="1899920" cy="495300"/>
              </a:xfrm>
              <a:prstGeom prst="rect">
                <a:avLst/>
              </a:prstGeom>
              <a:blipFill rotWithShape="1">
                <a:blip r:embed="rId15"/>
                <a:stretch>
                  <a:fillRect l="-4" t="-11" r="4" b="1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圆角矩形 15"/>
          <p:cNvSpPr/>
          <p:nvPr>
            <p:custDataLst>
              <p:tags r:id="rId16"/>
            </p:custDataLst>
          </p:nvPr>
        </p:nvSpPr>
        <p:spPr>
          <a:xfrm>
            <a:off x="6688911" y="1992685"/>
            <a:ext cx="938530" cy="487680"/>
          </a:xfrm>
          <a:prstGeom prst="roundRect">
            <a:avLst/>
          </a:prstGeom>
          <a:noFill/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2400" b="1" dirty="0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幽 王</a:t>
            </a:r>
            <a:endParaRPr lang="zh-CN" altLang="en-US" sz="2400" b="1" dirty="0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8" name="文本框 8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6849744" y="2864983"/>
                <a:ext cx="1631950" cy="563245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txBody>
              <a:bodyPr wrap="square" lIns="68580" tIns="34290" rIns="68580" bIns="34290" rtlCol="0">
                <a:noAutofit/>
              </a:bodyPr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/>
                          <a:ea typeface="宋体" panose="02010600030101010101" pitchFamily="2" charset="-122"/>
                          <a:sym typeface="+mn-ea"/>
                        </a:rPr>
                        <m:t>  </m:t>
                      </m:r>
                      <m:r>
                        <a:rPr lang="en-US" altLang="zh-CN" sz="2400" b="1" i="1" smtClean="0">
                          <a:solidFill>
                            <a:schemeClr val="bg1"/>
                          </a:solidFill>
                          <a:latin typeface="Cambria Math" panose="02040503050406030204"/>
                          <a:ea typeface="宋体" panose="02010600030101010101" pitchFamily="2" charset="-122"/>
                          <a:sym typeface="+mn-ea"/>
                        </a:rPr>
                        <m:t>𝑷</m:t>
                      </m:r>
                      <m:d>
                        <m:dPr>
                          <m:ctrlP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宋体" panose="02010600030101010101" pitchFamily="2" charset="-122"/>
                              <a:sym typeface="+mn-ea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  <m:t>𝑨</m:t>
                              </m:r>
                            </m:e>
                            <m:sub>
                              <m:r>
                                <a:rPr lang="en-US" altLang="zh-CN" sz="2400" b="1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  <m:t>𝟏</m:t>
                              </m:r>
                            </m:sub>
                          </m:sSub>
                        </m:e>
                        <m:e>
                          <m:r>
                            <a:rPr lang="en-US" altLang="zh-CN" sz="2400" b="1" i="1">
                              <a:solidFill>
                                <a:schemeClr val="bg1"/>
                              </a:solidFill>
                              <a:latin typeface="Cambria Math" panose="02040503050406030204"/>
                              <a:ea typeface="宋体" panose="02010600030101010101" pitchFamily="2" charset="-122"/>
                              <a:sym typeface="+mn-ea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lang="zh-CN" altLang="en-US" sz="2400" b="1" dirty="0"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mc:Choice>
        <mc:Fallback>
          <p:sp>
            <p:nvSpPr>
              <p:cNvPr id="38" name="文本框 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6849744" y="2864983"/>
                <a:ext cx="1631950" cy="563245"/>
              </a:xfrm>
              <a:prstGeom prst="rect">
                <a:avLst/>
              </a:prstGeom>
              <a:blipFill rotWithShape="1">
                <a:blip r:embed="rId19"/>
                <a:stretch>
                  <a:fillRect l="-39" t="-88" r="39" b="8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矩形: 圆角 18"/>
              <p:cNvSpPr/>
              <p:nvPr>
                <p:custDataLst>
                  <p:tags r:id="rId20"/>
                </p:custDataLst>
              </p:nvPr>
            </p:nvSpPr>
            <p:spPr>
              <a:xfrm>
                <a:off x="6637476" y="3688189"/>
                <a:ext cx="2523988" cy="487681"/>
              </a:xfrm>
              <a:prstGeom prst="roundRect">
                <a:avLst>
                  <a:gd name="adj" fmla="val 31934"/>
                </a:avLst>
              </a:prstGeom>
              <a:solidFill>
                <a:srgbClr val="4949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charset="-122"/>
                        </a:rPr>
                        <m:t>    </m:t>
                      </m:r>
                      <m:r>
                        <a:rPr lang="en-US" altLang="zh-CN" sz="2400" i="1" smtClean="0">
                          <a:latin typeface="Cambria Math" panose="02040503050406030204"/>
                          <a:ea typeface="微软雅黑" panose="020B0503020204020204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zh-CN" altLang="en-US" sz="24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</a:rPr>
                        <m:t>0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</a:rPr>
                        <m:t>9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charset="-122"/>
                        </a:rPr>
                        <m:t> </m:t>
                      </m:r>
                    </m:oMath>
                  </m:oMathPara>
                </a14:m>
                <a:endParaRPr lang="zh-CN" altLang="en-US" sz="2400" b="1"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</mc:Choice>
        <mc:Fallback>
          <p:sp>
            <p:nvSpPr>
              <p:cNvPr id="2" name="矩形: 圆角 1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6637476" y="3688189"/>
                <a:ext cx="2523988" cy="487681"/>
              </a:xfrm>
              <a:prstGeom prst="roundRect">
                <a:avLst>
                  <a:gd name="adj" fmla="val 31934"/>
                </a:avLst>
              </a:prstGeom>
              <a:blipFill rotWithShape="1">
                <a:blip r:embed="rId22"/>
                <a:stretch>
                  <a:fillRect l="-18" t="-22" r="13" b="23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矩形: 圆角 18"/>
              <p:cNvSpPr/>
              <p:nvPr>
                <p:custDataLst>
                  <p:tags r:id="rId23"/>
                </p:custDataLst>
              </p:nvPr>
            </p:nvSpPr>
            <p:spPr>
              <a:xfrm>
                <a:off x="6637649" y="4409604"/>
                <a:ext cx="2523815" cy="475615"/>
              </a:xfrm>
              <a:prstGeom prst="roundRect">
                <a:avLst>
                  <a:gd name="adj" fmla="val 31934"/>
                </a:avLst>
              </a:prstGeom>
              <a:solidFill>
                <a:srgbClr val="4949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/>
                          <a:ea typeface="微软雅黑" panose="020B0503020204020204" charset="-122"/>
                          <a:sym typeface="+mn-ea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charset="-122"/>
                              <a:sym typeface="+mn-ea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/>
                              <a:ea typeface="微软雅黑" panose="020B0503020204020204" charset="-122"/>
                              <a:sym typeface="+mn-ea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  <a:sym typeface="+mn-ea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  <a:sym typeface="+mn-ea"/>
                        </a:rPr>
                        <m:t>0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  <a:sym typeface="+mn-ea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  <a:sym typeface="+mn-ea"/>
                        </a:rPr>
                        <m:t>05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charset="-122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sz="2400"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</mc:Choice>
        <mc:Fallback>
          <p:sp>
            <p:nvSpPr>
              <p:cNvPr id="31" name="矩形: 圆角 1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6637649" y="4409604"/>
                <a:ext cx="2523815" cy="475615"/>
              </a:xfrm>
              <a:prstGeom prst="roundRect">
                <a:avLst>
                  <a:gd name="adj" fmla="val 31934"/>
                </a:avLst>
              </a:prstGeom>
              <a:blipFill rotWithShape="1">
                <a:blip r:embed="rId25"/>
                <a:stretch>
                  <a:fillRect l="-25" t="-34" r="13" b="34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矩形: 圆角 18"/>
              <p:cNvSpPr/>
              <p:nvPr>
                <p:custDataLst>
                  <p:tags r:id="rId26"/>
                </p:custDataLst>
              </p:nvPr>
            </p:nvSpPr>
            <p:spPr>
              <a:xfrm>
                <a:off x="9271573" y="3669322"/>
                <a:ext cx="2523988" cy="487681"/>
              </a:xfrm>
              <a:prstGeom prst="roundRect">
                <a:avLst>
                  <a:gd name="adj" fmla="val 31934"/>
                </a:avLst>
              </a:prstGeom>
              <a:solidFill>
                <a:srgbClr val="4949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charset="-122"/>
                        </a:rPr>
                        <m:t>    </m:t>
                      </m:r>
                      <m:r>
                        <a:rPr lang="en-US" altLang="zh-CN" sz="2400" i="1" smtClean="0">
                          <a:latin typeface="Cambria Math" panose="02040503050406030204"/>
                          <a:ea typeface="微软雅黑" panose="020B0503020204020204" charset="-122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charset="-122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zh-CN" altLang="en-US" sz="2400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微软雅黑" panose="020B0503020204020204" charset="-122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</a:rPr>
                        <m:t>0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</a:rPr>
                        <m:t>.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charset="-122"/>
                        </a:rPr>
                        <m:t>1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charset="-122"/>
                        </a:rPr>
                        <m:t> </m:t>
                      </m:r>
                    </m:oMath>
                  </m:oMathPara>
                </a14:m>
                <a:endParaRPr lang="zh-CN" altLang="en-US" sz="2400" b="1"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</mc:Choice>
        <mc:Fallback>
          <p:sp>
            <p:nvSpPr>
              <p:cNvPr id="6" name="矩形: 圆角 1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9271573" y="3669322"/>
                <a:ext cx="2523988" cy="487681"/>
              </a:xfrm>
              <a:prstGeom prst="roundRect">
                <a:avLst>
                  <a:gd name="adj" fmla="val 31934"/>
                </a:avLst>
              </a:prstGeom>
              <a:blipFill rotWithShape="1">
                <a:blip r:embed="rId28"/>
                <a:stretch>
                  <a:fillRect l="-23" t="-60" r="17" b="60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矩形: 圆角 18"/>
              <p:cNvSpPr/>
              <p:nvPr>
                <p:custDataLst>
                  <p:tags r:id="rId29"/>
                </p:custDataLst>
              </p:nvPr>
            </p:nvSpPr>
            <p:spPr>
              <a:xfrm>
                <a:off x="9271573" y="4404335"/>
                <a:ext cx="2523815" cy="475615"/>
              </a:xfrm>
              <a:prstGeom prst="roundRect">
                <a:avLst>
                  <a:gd name="adj" fmla="val 31934"/>
                </a:avLst>
              </a:prstGeom>
              <a:solidFill>
                <a:srgbClr val="49494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/>
                          <a:ea typeface="微软雅黑" panose="020B0503020204020204" charset="-122"/>
                          <a:sym typeface="+mn-ea"/>
                        </a:rPr>
                        <m:t>𝑃</m:t>
                      </m:r>
                      <m:d>
                        <m:d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微软雅黑" panose="020B0503020204020204" charset="-122"/>
                              <a:sym typeface="+mn-ea"/>
                            </a:rPr>
                          </m:ctrlPr>
                        </m:dPr>
                        <m:e>
                          <m:r>
                            <a:rPr lang="en-US" altLang="zh-CN" sz="2400" i="1">
                              <a:latin typeface="Cambria Math" panose="02040503050406030204"/>
                              <a:ea typeface="微软雅黑" panose="020B0503020204020204" charset="-122"/>
                              <a:sym typeface="+mn-ea"/>
                            </a:rPr>
                            <m:t>𝐵</m:t>
                          </m:r>
                        </m:e>
                        <m:e>
                          <m:sSub>
                            <m:sSub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微软雅黑" panose="020B0503020204020204" charset="-122"/>
                                  <a:sym typeface="+mn-ea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  <a:sym typeface="+mn-ea"/>
                        </a:rPr>
                        <m:t>=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  <a:sym typeface="+mn-ea"/>
                        </a:rPr>
                        <m:t>0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  <a:sym typeface="+mn-ea"/>
                        </a:rPr>
                        <m:t>.</m:t>
                      </m:r>
                      <m:r>
                        <a:rPr lang="en-US" altLang="zh-CN" sz="2400" i="1">
                          <a:latin typeface="Cambria Math" panose="02040503050406030204"/>
                          <a:ea typeface="微软雅黑" panose="020B0503020204020204" charset="-122"/>
                          <a:sym typeface="+mn-ea"/>
                        </a:rPr>
                        <m:t>5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微软雅黑" panose="020B0503020204020204" charset="-122"/>
                          <a:sym typeface="+mn-ea"/>
                        </a:rPr>
                        <m:t> </m:t>
                      </m:r>
                    </m:oMath>
                  </m:oMathPara>
                </a14:m>
                <a:endParaRPr lang="zh-CN" altLang="en-US" sz="2400" dirty="0">
                  <a:latin typeface="思源黑体" panose="020B0500000000000000" pitchFamily="34" charset="-122"/>
                  <a:ea typeface="思源黑体" panose="020B0500000000000000" pitchFamily="34" charset="-122"/>
                  <a:sym typeface="思源黑体" panose="020B0500000000000000" pitchFamily="34" charset="-122"/>
                </a:endParaRPr>
              </a:p>
            </p:txBody>
          </p:sp>
        </mc:Choice>
        <mc:Fallback>
          <p:sp>
            <p:nvSpPr>
              <p:cNvPr id="8" name="矩形: 圆角 1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30"/>
                </p:custDataLst>
              </p:nvPr>
            </p:nvSpPr>
            <p:spPr>
              <a:xfrm>
                <a:off x="9271573" y="4404335"/>
                <a:ext cx="2523815" cy="475615"/>
              </a:xfrm>
              <a:prstGeom prst="roundRect">
                <a:avLst>
                  <a:gd name="adj" fmla="val 31934"/>
                </a:avLst>
              </a:prstGeom>
              <a:blipFill rotWithShape="1">
                <a:blip r:embed="rId31"/>
                <a:stretch>
                  <a:fillRect l="-23" t="-128" r="10" b="128"/>
                </a:stretch>
              </a:blip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1"/>
      <p:bldP spid="17" grpId="1"/>
      <p:bldP spid="18" grpId="1"/>
      <p:bldP spid="2" grpId="0" bldLvl="0" animBg="1"/>
      <p:bldP spid="31" grpId="0" bldLvl="0" animBg="1"/>
      <p:bldP spid="6" grpId="0" bldLvl="0" animBg="1"/>
      <p:bldP spid="8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65175" y="909721"/>
          <a:ext cx="10715625" cy="202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0" name="Document" r:id="rId1" imgW="5128895" imgH="969645" progId="Word.Document.8">
                  <p:embed/>
                </p:oleObj>
              </mc:Choice>
              <mc:Fallback>
                <p:oleObj name="Document" r:id="rId1" imgW="5128895" imgH="969645" progId="Word.Document.8">
                  <p:embed/>
                  <p:pic>
                    <p:nvPicPr>
                      <p:cNvPr id="0" name="图片 73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5175" y="909721"/>
                        <a:ext cx="10715625" cy="202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5"/>
          <p:cNvGraphicFramePr>
            <a:graphicFrameLocks noChangeAspect="1"/>
          </p:cNvGraphicFramePr>
          <p:nvPr/>
        </p:nvGraphicFramePr>
        <p:xfrm>
          <a:off x="7954403" y="2730596"/>
          <a:ext cx="1128712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1" name="Equation" r:id="rId3" imgW="11277600" imgH="4267200" progId="Equation.DSMT4">
                  <p:embed/>
                </p:oleObj>
              </mc:Choice>
              <mc:Fallback>
                <p:oleObj name="Equation" r:id="rId3" imgW="11277600" imgH="4267200" progId="Equation.DSMT4">
                  <p:embed/>
                  <p:pic>
                    <p:nvPicPr>
                      <p:cNvPr id="0" name="图片 73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4403" y="2730596"/>
                        <a:ext cx="1128712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6"/>
          <p:cNvGraphicFramePr>
            <a:graphicFrameLocks noChangeAspect="1"/>
          </p:cNvGraphicFramePr>
          <p:nvPr/>
        </p:nvGraphicFramePr>
        <p:xfrm>
          <a:off x="7930777" y="3832319"/>
          <a:ext cx="1131888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2" name="Equation" r:id="rId5" imgW="11277600" imgH="4267200" progId="Equation.DSMT4">
                  <p:embed/>
                </p:oleObj>
              </mc:Choice>
              <mc:Fallback>
                <p:oleObj name="Equation" r:id="rId5" imgW="11277600" imgH="4267200" progId="Equation.DSMT4">
                  <p:embed/>
                  <p:pic>
                    <p:nvPicPr>
                      <p:cNvPr id="0" name="图片 73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30777" y="3832319"/>
                        <a:ext cx="1131888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8"/>
          <p:cNvGraphicFramePr>
            <a:graphicFrameLocks noChangeAspect="1"/>
          </p:cNvGraphicFramePr>
          <p:nvPr/>
        </p:nvGraphicFramePr>
        <p:xfrm>
          <a:off x="10613746" y="2769389"/>
          <a:ext cx="7366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3" name="Equation" r:id="rId7" imgW="7315200" imgH="4267200" progId="Equation.DSMT4">
                  <p:embed/>
                </p:oleObj>
              </mc:Choice>
              <mc:Fallback>
                <p:oleObj name="Equation" r:id="rId7" imgW="7315200" imgH="4267200" progId="Equation.DSMT4">
                  <p:embed/>
                  <p:pic>
                    <p:nvPicPr>
                      <p:cNvPr id="0" name="图片 73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13746" y="2769389"/>
                        <a:ext cx="7366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"/>
          <p:cNvGraphicFramePr>
            <a:graphicFrameLocks noChangeAspect="1"/>
          </p:cNvGraphicFramePr>
          <p:nvPr/>
        </p:nvGraphicFramePr>
        <p:xfrm>
          <a:off x="10640921" y="3781795"/>
          <a:ext cx="76835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4" name="Equation" r:id="rId9" imgW="7620000" imgH="4267200" progId="Equation.DSMT4">
                  <p:embed/>
                </p:oleObj>
              </mc:Choice>
              <mc:Fallback>
                <p:oleObj name="Equation" r:id="rId9" imgW="7620000" imgH="4267200" progId="Equation.DSMT4">
                  <p:embed/>
                  <p:pic>
                    <p:nvPicPr>
                      <p:cNvPr id="0" name="图片 7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0921" y="3781795"/>
                        <a:ext cx="76835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med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4"/>
          <p:cNvGraphicFramePr>
            <a:graphicFrameLocks noChangeAspect="1"/>
          </p:cNvGraphicFramePr>
          <p:nvPr/>
        </p:nvGraphicFramePr>
        <p:xfrm>
          <a:off x="7953562" y="2462680"/>
          <a:ext cx="3778250" cy="196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5" name="Document" r:id="rId11" imgW="2330450" imgH="1590040" progId="Word.Document.8">
                  <p:embed/>
                </p:oleObj>
              </mc:Choice>
              <mc:Fallback>
                <p:oleObj name="Document" r:id="rId11" imgW="2330450" imgH="1590040" progId="Word.Document.8">
                  <p:embed/>
                  <p:pic>
                    <p:nvPicPr>
                      <p:cNvPr id="0" name="图片 73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562" y="2462680"/>
                        <a:ext cx="3778250" cy="196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4"/>
          <p:cNvGraphicFramePr>
            <a:graphicFrameLocks noChangeAspect="1"/>
          </p:cNvGraphicFramePr>
          <p:nvPr/>
        </p:nvGraphicFramePr>
        <p:xfrm>
          <a:off x="1384861" y="2932196"/>
          <a:ext cx="11176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6" name="Document" r:id="rId13" imgW="523240" imgH="388620" progId="Word.Document.8">
                  <p:embed/>
                </p:oleObj>
              </mc:Choice>
              <mc:Fallback>
                <p:oleObj name="Document" r:id="rId13" imgW="523240" imgH="388620" progId="Word.Document.8">
                  <p:embed/>
                  <p:pic>
                    <p:nvPicPr>
                      <p:cNvPr id="0" name="图片 73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4861" y="2932196"/>
                        <a:ext cx="111760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4"/>
          <p:cNvGraphicFramePr>
            <a:graphicFrameLocks noChangeAspect="1"/>
          </p:cNvGraphicFramePr>
          <p:nvPr/>
        </p:nvGraphicFramePr>
        <p:xfrm>
          <a:off x="1968874" y="2874999"/>
          <a:ext cx="5253038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7" name="Document" r:id="rId15" imgW="2202180" imgH="473710" progId="Word.Document.8">
                  <p:embed/>
                </p:oleObj>
              </mc:Choice>
              <mc:Fallback>
                <p:oleObj name="Document" r:id="rId15" imgW="2202180" imgH="473710" progId="Word.Document.8">
                  <p:embed/>
                  <p:pic>
                    <p:nvPicPr>
                      <p:cNvPr id="0" name="图片 73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8874" y="2874999"/>
                        <a:ext cx="5253038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"/>
          <p:cNvGraphicFramePr>
            <a:graphicFrameLocks noChangeAspect="1"/>
          </p:cNvGraphicFramePr>
          <p:nvPr/>
        </p:nvGraphicFramePr>
        <p:xfrm>
          <a:off x="1710252" y="3491800"/>
          <a:ext cx="5854700" cy="681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8" name="Document" r:id="rId17" imgW="2526030" imgH="296545" progId="Word.Document.8">
                  <p:embed/>
                </p:oleObj>
              </mc:Choice>
              <mc:Fallback>
                <p:oleObj name="Document" r:id="rId17" imgW="2526030" imgH="296545" progId="Word.Document.8">
                  <p:embed/>
                  <p:pic>
                    <p:nvPicPr>
                      <p:cNvPr id="0" name="图片 73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0252" y="3491800"/>
                        <a:ext cx="5854700" cy="681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4"/>
          <p:cNvGraphicFramePr>
            <a:graphicFrameLocks noChangeAspect="1"/>
          </p:cNvGraphicFramePr>
          <p:nvPr/>
        </p:nvGraphicFramePr>
        <p:xfrm>
          <a:off x="1359321" y="4133147"/>
          <a:ext cx="7137400" cy="1431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9" name="Document" r:id="rId19" imgW="3300095" imgH="663575" progId="Word.Document.8">
                  <p:embed/>
                </p:oleObj>
              </mc:Choice>
              <mc:Fallback>
                <p:oleObj name="Document" r:id="rId19" imgW="3300095" imgH="663575" progId="Word.Document.8">
                  <p:embed/>
                  <p:pic>
                    <p:nvPicPr>
                      <p:cNvPr id="0" name="图片 73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9321" y="4133147"/>
                        <a:ext cx="7137400" cy="1431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3"/>
          <p:cNvGraphicFramePr>
            <a:graphicFrameLocks noChangeAspect="1"/>
          </p:cNvGraphicFramePr>
          <p:nvPr/>
        </p:nvGraphicFramePr>
        <p:xfrm>
          <a:off x="784225" y="5191125"/>
          <a:ext cx="10672763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0" name="Document" r:id="rId21" imgW="5104130" imgH="257175" progId="Word.Document.8">
                  <p:embed/>
                </p:oleObj>
              </mc:Choice>
              <mc:Fallback>
                <p:oleObj name="Document" r:id="rId21" imgW="5104130" imgH="257175" progId="Word.Document.8">
                  <p:embed/>
                  <p:pic>
                    <p:nvPicPr>
                      <p:cNvPr id="0" name="图片 73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225" y="5191125"/>
                        <a:ext cx="10672763" cy="527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717083" y="830168"/>
          <a:ext cx="10877509" cy="1536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1" name="Document" r:id="rId1" imgW="5262880" imgH="746125" progId="Word.Document.8">
                  <p:embed/>
                </p:oleObj>
              </mc:Choice>
              <mc:Fallback>
                <p:oleObj name="Document" r:id="rId1" imgW="5262880" imgH="746125" progId="Word.Document.8">
                  <p:embed/>
                  <p:pic>
                    <p:nvPicPr>
                      <p:cNvPr id="0" name="图片 82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7083" y="830168"/>
                        <a:ext cx="10877509" cy="1536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3"/>
          <p:cNvGraphicFramePr>
            <a:graphicFrameLocks noChangeAspect="1"/>
          </p:cNvGraphicFramePr>
          <p:nvPr/>
        </p:nvGraphicFramePr>
        <p:xfrm>
          <a:off x="501930" y="2121087"/>
          <a:ext cx="7267575" cy="408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2" name="Document" r:id="rId3" imgW="3682365" imgH="2070100" progId="Word.Document.8">
                  <p:embed/>
                </p:oleObj>
              </mc:Choice>
              <mc:Fallback>
                <p:oleObj name="Document" r:id="rId3" imgW="3682365" imgH="2070100" progId="Word.Document.8">
                  <p:embed/>
                  <p:pic>
                    <p:nvPicPr>
                      <p:cNvPr id="0" name="图片 82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930" y="2121087"/>
                        <a:ext cx="7267575" cy="408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7769505" y="2978431"/>
          <a:ext cx="3446405" cy="2373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53" name="Document" r:id="rId5" imgW="1743075" imgH="1202055" progId="Word.Document.8">
                  <p:embed/>
                </p:oleObj>
              </mc:Choice>
              <mc:Fallback>
                <p:oleObj name="Document" r:id="rId5" imgW="1743075" imgH="1202055" progId="Word.Document.8">
                  <p:embed/>
                  <p:pic>
                    <p:nvPicPr>
                      <p:cNvPr id="0" name="图片 82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9505" y="2978431"/>
                        <a:ext cx="3446405" cy="2373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3"/>
          <p:cNvGraphicFramePr>
            <a:graphicFrameLocks noChangeAspect="1"/>
          </p:cNvGraphicFramePr>
          <p:nvPr/>
        </p:nvGraphicFramePr>
        <p:xfrm>
          <a:off x="1356660" y="741235"/>
          <a:ext cx="9073776" cy="528594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3" name="Document" r:id="rId1" imgW="4452620" imgH="2599690" progId="Word.Document.8">
                  <p:embed/>
                </p:oleObj>
              </mc:Choice>
              <mc:Fallback>
                <p:oleObj name="Document" r:id="rId1" imgW="4452620" imgH="2599690" progId="Word.Document.8">
                  <p:embed/>
                  <p:pic>
                    <p:nvPicPr>
                      <p:cNvPr id="0" name="图片 92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6660" y="741235"/>
                        <a:ext cx="9073776" cy="528594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552170" y="5440784"/>
          <a:ext cx="10275887" cy="1370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4" name="Document" r:id="rId3" imgW="5003165" imgH="669925" progId="Word.Document.8">
                  <p:embed/>
                </p:oleObj>
              </mc:Choice>
              <mc:Fallback>
                <p:oleObj name="Document" r:id="rId3" imgW="5003165" imgH="669925" progId="Word.Document.8">
                  <p:embed/>
                  <p:pic>
                    <p:nvPicPr>
                      <p:cNvPr id="0" name="图片 92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170" y="5440784"/>
                        <a:ext cx="10275887" cy="1370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98" name="Object 2048"/>
          <p:cNvGraphicFramePr>
            <a:graphicFrameLocks noChangeAspect="1"/>
          </p:cNvGraphicFramePr>
          <p:nvPr/>
        </p:nvGraphicFramePr>
        <p:xfrm>
          <a:off x="2370138" y="812800"/>
          <a:ext cx="7681912" cy="3136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Equation" r:id="rId1" imgW="7467600" imgH="3136900" progId="Equation.3">
                  <p:embed/>
                </p:oleObj>
              </mc:Choice>
              <mc:Fallback>
                <p:oleObj name="Equation" r:id="rId1" imgW="7467600" imgH="3136900" progId="Equation.3">
                  <p:embed/>
                  <p:pic>
                    <p:nvPicPr>
                      <p:cNvPr id="0" name="Object 20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0138" y="812800"/>
                        <a:ext cx="7681912" cy="3136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1" name="Rectangle 2051"/>
          <p:cNvSpPr>
            <a:spLocks noChangeArrowheads="1"/>
          </p:cNvSpPr>
          <p:nvPr/>
        </p:nvSpPr>
        <p:spPr bwMode="auto">
          <a:xfrm>
            <a:off x="2355850" y="4114801"/>
            <a:ext cx="5413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>
                <a:latin typeface="Times New Roman" panose="02020603050405020304" pitchFamily="18" charset="0"/>
                <a:ea typeface="黑体" panose="02010609060101010101" pitchFamily="49" charset="-122"/>
              </a:rPr>
              <a:t>解</a:t>
            </a:r>
            <a:endParaRPr kumimoji="1" lang="zh-CN" altLang="en-US" sz="2800"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  <p:graphicFrame>
        <p:nvGraphicFramePr>
          <p:cNvPr id="174081" name="Object 2049"/>
          <p:cNvGraphicFramePr>
            <a:graphicFrameLocks noChangeAspect="1"/>
          </p:cNvGraphicFramePr>
          <p:nvPr/>
        </p:nvGraphicFramePr>
        <p:xfrm>
          <a:off x="3016250" y="4191000"/>
          <a:ext cx="41402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3" name="Equation" r:id="rId3" imgW="4140200" imgH="431800" progId="Equation.3">
                  <p:embed/>
                </p:oleObj>
              </mc:Choice>
              <mc:Fallback>
                <p:oleObj name="Equation" r:id="rId3" imgW="4140200" imgH="431800" progId="Equation.3">
                  <p:embed/>
                  <p:pic>
                    <p:nvPicPr>
                      <p:cNvPr id="0" name="Object 20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6250" y="4191000"/>
                        <a:ext cx="41402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2" name="Object 2050"/>
          <p:cNvGraphicFramePr>
            <a:graphicFrameLocks noChangeAspect="1"/>
          </p:cNvGraphicFramePr>
          <p:nvPr/>
        </p:nvGraphicFramePr>
        <p:xfrm>
          <a:off x="3041650" y="4800600"/>
          <a:ext cx="41910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4" name="Equation" r:id="rId5" imgW="4191000" imgH="444500" progId="Equation.3">
                  <p:embed/>
                </p:oleObj>
              </mc:Choice>
              <mc:Fallback>
                <p:oleObj name="Equation" r:id="rId5" imgW="4191000" imgH="444500" progId="Equation.3">
                  <p:embed/>
                  <p:pic>
                    <p:nvPicPr>
                      <p:cNvPr id="0" name="Object 20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1650" y="4800600"/>
                        <a:ext cx="41910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3" name="Object 2051"/>
          <p:cNvGraphicFramePr>
            <a:graphicFrameLocks noChangeAspect="1"/>
          </p:cNvGraphicFramePr>
          <p:nvPr/>
        </p:nvGraphicFramePr>
        <p:xfrm>
          <a:off x="2355850" y="5257800"/>
          <a:ext cx="7366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5" name="Equation" r:id="rId7" imgW="736600" imgH="381000" progId="Equation.3">
                  <p:embed/>
                </p:oleObj>
              </mc:Choice>
              <mc:Fallback>
                <p:oleObj name="Equation" r:id="rId7" imgW="736600" imgH="381000" progId="Equation.3">
                  <p:embed/>
                  <p:pic>
                    <p:nvPicPr>
                      <p:cNvPr id="0" name="Object 20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5850" y="5257800"/>
                        <a:ext cx="7366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084" name="Object 2052"/>
          <p:cNvGraphicFramePr>
            <a:graphicFrameLocks noChangeAspect="1"/>
          </p:cNvGraphicFramePr>
          <p:nvPr/>
        </p:nvGraphicFramePr>
        <p:xfrm>
          <a:off x="3117850" y="5638800"/>
          <a:ext cx="48006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Equation" r:id="rId9" imgW="4800600" imgH="469900" progId="Equation.3">
                  <p:embed/>
                </p:oleObj>
              </mc:Choice>
              <mc:Fallback>
                <p:oleObj name="Equation" r:id="rId9" imgW="4800600" imgH="469900" progId="Equation.3">
                  <p:embed/>
                  <p:pic>
                    <p:nvPicPr>
                      <p:cNvPr id="0" name="Object 20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17850" y="5638800"/>
                        <a:ext cx="48006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9704" name="Picture 2059" descr="PE00615_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94650" y="3581401"/>
            <a:ext cx="1906588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5" name="Rectangle 2060"/>
          <p:cNvSpPr>
            <a:spLocks noChangeArrowheads="1"/>
          </p:cNvSpPr>
          <p:nvPr/>
        </p:nvSpPr>
        <p:spPr bwMode="auto">
          <a:xfrm>
            <a:off x="2279651" y="754063"/>
            <a:ext cx="22209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练习</a:t>
            </a:r>
            <a:endParaRPr kumimoji="1" lang="en-US" altLang="zh-CN" sz="2800" dirty="0">
              <a:solidFill>
                <a:srgbClr val="FF0000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39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4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74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74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74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1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/>
        </p:nvGraphicFramePr>
        <p:xfrm>
          <a:off x="2438400" y="914400"/>
          <a:ext cx="4191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6" name="Equation" r:id="rId1" imgW="4191000" imgH="457200" progId="Equation.3">
                  <p:embed/>
                </p:oleObj>
              </mc:Choice>
              <mc:Fallback>
                <p:oleObj name="Equation" r:id="rId1" imgW="4191000" imgH="457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914400"/>
                        <a:ext cx="4191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4995" name="Rectangle 3"/>
          <p:cNvSpPr>
            <a:spLocks noChangeArrowheads="1"/>
          </p:cNvSpPr>
          <p:nvPr/>
        </p:nvSpPr>
        <p:spPr bwMode="auto">
          <a:xfrm>
            <a:off x="2209800" y="1524001"/>
            <a:ext cx="45593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 </a:t>
            </a:r>
            <a:r>
              <a:rPr kumimoji="1" lang="zh-CN" altLang="en-US" sz="2800">
                <a:latin typeface="Times New Roman" panose="02020603050405020304" pitchFamily="18" charset="0"/>
              </a:rPr>
              <a:t>由</a:t>
            </a:r>
            <a:r>
              <a:rPr kumimoji="1" lang="zh-CN" altLang="en-US" sz="2800">
                <a:latin typeface="黑体" panose="02010609060101010101" pitchFamily="49" charset="-122"/>
              </a:rPr>
              <a:t>贝叶斯公式得所求概率为</a:t>
            </a:r>
            <a:endParaRPr kumimoji="1" lang="zh-CN" altLang="en-US" sz="2800">
              <a:latin typeface="黑体" panose="02010609060101010101" pitchFamily="49" charset="-122"/>
            </a:endParaRPr>
          </a:p>
        </p:txBody>
      </p:sp>
      <p:graphicFrame>
        <p:nvGraphicFramePr>
          <p:cNvPr id="84996" name="Object 4"/>
          <p:cNvGraphicFramePr>
            <a:graphicFrameLocks noChangeAspect="1"/>
          </p:cNvGraphicFramePr>
          <p:nvPr/>
        </p:nvGraphicFramePr>
        <p:xfrm>
          <a:off x="2438400" y="2286000"/>
          <a:ext cx="5575300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7" name="Equation" r:id="rId3" imgW="5575300" imgH="939800" progId="Equation.3">
                  <p:embed/>
                </p:oleObj>
              </mc:Choice>
              <mc:Fallback>
                <p:oleObj name="Equation" r:id="rId3" imgW="5575300" imgH="939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286000"/>
                        <a:ext cx="5575300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7" name="Object 5"/>
          <p:cNvGraphicFramePr>
            <a:graphicFrameLocks noChangeAspect="1"/>
          </p:cNvGraphicFramePr>
          <p:nvPr/>
        </p:nvGraphicFramePr>
        <p:xfrm>
          <a:off x="3581400" y="3581400"/>
          <a:ext cx="3759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8" name="Equation" r:id="rId5" imgW="3759200" imgH="838200" progId="Equation.3">
                  <p:embed/>
                </p:oleObj>
              </mc:Choice>
              <mc:Fallback>
                <p:oleObj name="Equation" r:id="rId5" imgW="3759200" imgH="838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3581400"/>
                        <a:ext cx="3759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8" name="Object 6"/>
          <p:cNvGraphicFramePr>
            <a:graphicFrameLocks noChangeAspect="1"/>
          </p:cNvGraphicFramePr>
          <p:nvPr/>
        </p:nvGraphicFramePr>
        <p:xfrm>
          <a:off x="7467600" y="3810000"/>
          <a:ext cx="1028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9" name="Equation" r:id="rId7" imgW="1028065" imgH="317500" progId="Equation.3">
                  <p:embed/>
                </p:oleObj>
              </mc:Choice>
              <mc:Fallback>
                <p:oleObj name="Equation" r:id="rId7" imgW="1028065" imgH="3175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810000"/>
                        <a:ext cx="1028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9" name="Object 7"/>
          <p:cNvGraphicFramePr>
            <a:graphicFrameLocks noChangeAspect="1"/>
          </p:cNvGraphicFramePr>
          <p:nvPr/>
        </p:nvGraphicFramePr>
        <p:xfrm>
          <a:off x="2438400" y="4800600"/>
          <a:ext cx="73152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0" name="Equation" r:id="rId9" imgW="7315200" imgH="977900" progId="Equation.3">
                  <p:embed/>
                </p:oleObj>
              </mc:Choice>
              <mc:Fallback>
                <p:oleObj name="Equation" r:id="rId9" imgW="7315200" imgH="977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800600"/>
                        <a:ext cx="73152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4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49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84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4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849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499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9" name="Text Box 3"/>
          <p:cNvSpPr txBox="1">
            <a:spLocks noChangeArrowheads="1"/>
          </p:cNvSpPr>
          <p:nvPr/>
        </p:nvSpPr>
        <p:spPr bwMode="auto">
          <a:xfrm>
            <a:off x="2351088" y="1698626"/>
            <a:ext cx="7561262" cy="119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20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>
                <a:latin typeface="Times New Roman" panose="02020603050405020304" pitchFamily="18" charset="0"/>
              </a:rPr>
              <a:t>上题中概率 </a:t>
            </a:r>
            <a:r>
              <a:rPr kumimoji="1" lang="en-US" altLang="zh-CN" sz="2800">
                <a:latin typeface="Times New Roman" panose="02020603050405020304" pitchFamily="18" charset="0"/>
              </a:rPr>
              <a:t>0.95 </a:t>
            </a:r>
            <a:r>
              <a:rPr kumimoji="1" lang="zh-CN" altLang="en-US" sz="2800">
                <a:latin typeface="Times New Roman" panose="02020603050405020304" pitchFamily="18" charset="0"/>
              </a:rPr>
              <a:t>是由以往的数据分析得到的</a:t>
            </a:r>
            <a:r>
              <a:rPr kumimoji="1" lang="en-US" altLang="zh-CN" sz="2800">
                <a:latin typeface="Times New Roman" panose="02020603050405020304" pitchFamily="18" charset="0"/>
              </a:rPr>
              <a:t>, </a:t>
            </a:r>
            <a:r>
              <a:rPr kumimoji="1" lang="zh-CN" altLang="en-US" sz="2800">
                <a:latin typeface="Times New Roman" panose="02020603050405020304" pitchFamily="18" charset="0"/>
              </a:rPr>
              <a:t>叫做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先验概率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  <a:endParaRPr kumimoji="1" lang="en-US" altLang="zh-CN" sz="2800">
              <a:latin typeface="Times New Roman" panose="02020603050405020304" pitchFamily="18" charset="0"/>
            </a:endParaRP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auto">
          <a:xfrm>
            <a:off x="2351088" y="3068639"/>
            <a:ext cx="7777162" cy="11900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5000"/>
              </a:lnSpc>
              <a:spcBef>
                <a:spcPct val="20000"/>
              </a:spcBef>
            </a:pPr>
            <a:r>
              <a:rPr kumimoji="1" lang="en-US" altLang="zh-CN" sz="2800">
                <a:latin typeface="Times New Roman" panose="02020603050405020304" pitchFamily="18" charset="0"/>
              </a:rPr>
              <a:t>        </a:t>
            </a:r>
            <a:r>
              <a:rPr kumimoji="1" lang="zh-CN" altLang="en-US" sz="2800">
                <a:latin typeface="Times New Roman" panose="02020603050405020304" pitchFamily="18" charset="0"/>
              </a:rPr>
              <a:t>而在得到信息之后再重新加以修正的概率 </a:t>
            </a:r>
            <a:r>
              <a:rPr kumimoji="1" lang="en-US" altLang="zh-CN" sz="2800">
                <a:latin typeface="Times New Roman" panose="02020603050405020304" pitchFamily="18" charset="0"/>
              </a:rPr>
              <a:t>0.97</a:t>
            </a:r>
            <a:r>
              <a:rPr kumimoji="1" lang="zh-CN" altLang="en-US" sz="2800">
                <a:latin typeface="Times New Roman" panose="02020603050405020304" pitchFamily="18" charset="0"/>
              </a:rPr>
              <a:t>叫做</a:t>
            </a:r>
            <a:r>
              <a:rPr kumimoji="1" lang="zh-CN" altLang="en-US" sz="2800">
                <a:solidFill>
                  <a:srgbClr val="FF0000"/>
                </a:solidFill>
                <a:latin typeface="Times New Roman" panose="02020603050405020304" pitchFamily="18" charset="0"/>
              </a:rPr>
              <a:t>后验概率</a:t>
            </a:r>
            <a:r>
              <a:rPr kumimoji="1" lang="en-US" altLang="zh-CN" sz="2800">
                <a:latin typeface="Times New Roman" panose="02020603050405020304" pitchFamily="18" charset="0"/>
              </a:rPr>
              <a:t>.</a:t>
            </a:r>
            <a:endParaRPr kumimoji="1" lang="en-US" altLang="zh-CN" sz="280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2351089" y="981076"/>
            <a:ext cx="4465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kumimoji="1"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黑体" panose="02010609060101010101" pitchFamily="49" charset="-122"/>
              </a:rPr>
              <a:t>先验概率与后验概率</a:t>
            </a:r>
            <a:endParaRPr kumimoji="1"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0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6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19" grpId="0" autoUpdateAnimBg="0"/>
      <p:bldP spid="86020" grpId="0" autoUpdateAnimBg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commondata" val="eyJoZGlkIjoiNDk5ZWZiYmE1ZDE0Njc4ZjNmMjg3NWEyZGM2YjNkOD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</Words>
  <Application>WPS 演示</Application>
  <PresentationFormat>宽屏</PresentationFormat>
  <Paragraphs>67</Paragraphs>
  <Slides>19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97</vt:i4>
      </vt:variant>
      <vt:variant>
        <vt:lpstr>幻灯片标题</vt:lpstr>
      </vt:variant>
      <vt:variant>
        <vt:i4>19</vt:i4>
      </vt:variant>
    </vt:vector>
  </HeadingPairs>
  <TitlesOfParts>
    <vt:vector size="129" baseType="lpstr">
      <vt:lpstr>Arial</vt:lpstr>
      <vt:lpstr>宋体</vt:lpstr>
      <vt:lpstr>Wingdings</vt:lpstr>
      <vt:lpstr>微软雅黑</vt:lpstr>
      <vt:lpstr>Times New Roman</vt:lpstr>
      <vt:lpstr>黑体</vt:lpstr>
      <vt:lpstr>华文中宋</vt:lpstr>
      <vt:lpstr>Arial Unicode MS</vt:lpstr>
      <vt:lpstr>思源黑体</vt:lpstr>
      <vt:lpstr>楷体</vt:lpstr>
      <vt:lpstr>Cambria Math</vt:lpstr>
      <vt:lpstr>Cambria Math</vt:lpstr>
      <vt:lpstr>Office 主题​​</vt:lpstr>
      <vt:lpstr>Word.Document.8</vt:lpstr>
      <vt:lpstr>Word.Document.8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Equation.3</vt:lpstr>
      <vt:lpstr>Word.Document.8</vt:lpstr>
      <vt:lpstr>Word.Document.8</vt:lpstr>
      <vt:lpstr>Word.Document.8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Equation.DSMT4</vt:lpstr>
      <vt:lpstr>Word.Document.8</vt:lpstr>
      <vt:lpstr>Equation.3</vt:lpstr>
      <vt:lpstr>Equation.3</vt:lpstr>
      <vt:lpstr>Equation.3</vt:lpstr>
      <vt:lpstr>Equation.3</vt:lpstr>
      <vt:lpstr>Equation.DSMT4</vt:lpstr>
      <vt:lpstr>Equation.3</vt:lpstr>
      <vt:lpstr>Equation.DSMT4</vt:lpstr>
      <vt:lpstr>Equation.DSMT4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Equation.DSMT4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Equation.DSMT4</vt:lpstr>
      <vt:lpstr>Equation.DSMT4</vt:lpstr>
      <vt:lpstr>Equation.DSMT4</vt:lpstr>
      <vt:lpstr>Equation.DSMT4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Equation.3</vt:lpstr>
      <vt:lpstr>Equation.3</vt:lpstr>
      <vt:lpstr>Equation.3</vt:lpstr>
      <vt:lpstr>Word.Document.8</vt:lpstr>
      <vt:lpstr>Equation.3</vt:lpstr>
      <vt:lpstr>Equation.3</vt:lpstr>
      <vt:lpstr>Equation.3</vt:lpstr>
      <vt:lpstr>Equation.3</vt:lpstr>
      <vt:lpstr>Equation.3</vt:lpstr>
      <vt:lpstr>Equation.3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微软雅黑 54号(标题)</dc:title>
  <dc:creator>宁荣健</dc:creator>
  <cp:lastModifiedBy>songsy</cp:lastModifiedBy>
  <cp:revision>67</cp:revision>
  <dcterms:created xsi:type="dcterms:W3CDTF">2019-06-19T02:08:00Z</dcterms:created>
  <dcterms:modified xsi:type="dcterms:W3CDTF">2023-11-23T13:57:16Z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2052-12.1.0.15990</vt:lpwstr>
  </property>
  <property fmtid="{D5CDD505-2E9C-101B-9397-08002B2CF9AE}" pid="3" name="ICV">
    <vt:lpwstr>63087064E2EA458F998DF70B2EE1F1E3_12</vt:lpwstr>
  </property>
</Properties>
</file>