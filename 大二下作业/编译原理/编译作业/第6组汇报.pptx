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3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4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5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6.xml" ContentType="application/vnd.openxmlformats-officedocument.presentationml.notesSlide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7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8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6"/>
  </p:notesMasterIdLst>
  <p:sldIdLst>
    <p:sldId id="298" r:id="rId3"/>
    <p:sldId id="1133" r:id="rId4"/>
    <p:sldId id="379" r:id="rId5"/>
    <p:sldId id="11089982" r:id="rId6"/>
    <p:sldId id="11090070" r:id="rId7"/>
    <p:sldId id="11090072" r:id="rId8"/>
    <p:sldId id="11090049" r:id="rId9"/>
    <p:sldId id="11090051" r:id="rId10"/>
    <p:sldId id="11090040" r:id="rId11"/>
    <p:sldId id="382" r:id="rId12"/>
    <p:sldId id="11090063" r:id="rId13"/>
    <p:sldId id="11090064" r:id="rId14"/>
    <p:sldId id="11090069" r:id="rId15"/>
  </p:sldIdLst>
  <p:sldSz cx="12192000" cy="6858000"/>
  <p:notesSz cx="6858000" cy="9144000"/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EA5CB5-83DA-4413-A112-73BCB0B9DC0C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1E1BF-BD1D-42B3-9D8B-EB23553A3AE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Generate By MotionGo-ChatPPT.
Home</a:t>
            </a:r>
            <a:r>
              <a:rPr lang="zh-CN" altLang="en-US"/>
              <a:t>：</a:t>
            </a:r>
            <a:r>
              <a:rPr lang="en-US" altLang="zh-CN"/>
              <a:t>motion.yoo-ai.com
AIGC 2023/6/1 20:22:50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1E1BF-BD1D-42B3-9D8B-EB23553A3AE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6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7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8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9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25" y="951365"/>
            <a:ext cx="7677150" cy="93503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7425" y="925966"/>
            <a:ext cx="7677150" cy="935037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0125" y="951365"/>
            <a:ext cx="7677150" cy="935037"/>
          </a:xfrm>
        </p:spPr>
        <p:txBody>
          <a:bodyPr anchor="ctr">
            <a:normAutofit/>
          </a:bodyPr>
          <a:lstStyle>
            <a:lvl1pPr algn="l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7425" y="925966"/>
            <a:ext cx="7677150" cy="935037"/>
          </a:xfrm>
        </p:spPr>
        <p:txBody>
          <a:bodyPr anchor="ctr">
            <a:normAutofit/>
          </a:bodyPr>
          <a:lstStyle>
            <a:lvl1pPr algn="ctr"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465E7-CA32-405F-B301-1F627B6FD714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1C96F-6F2D-4381-B5DB-9D4DAFD6D16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C67723-2E09-4D6F-AD0B-CF86EF43C6DE}" type="datetimeFigureOut">
              <a:rPr lang="zh-CN" altLang="en-US" smtClean="0"/>
              <a:t>2025/4/13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4BB5A-98F0-4A08-BF0A-F59CCD12588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6C1D9-153B-45BB-B5DE-7579A53756C5}" type="datetimeFigureOut">
              <a:rPr lang="en-US" smtClean="0"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2952A-0647-46EA-8310-EDCEE27AFB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2" Type="http://schemas.openxmlformats.org/officeDocument/2006/relationships/tags" Target="../tags/tag3.xml"/><Relationship Id="rId16" Type="http://schemas.openxmlformats.org/officeDocument/2006/relationships/notesSlide" Target="../notesSlides/notesSlide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3" Type="http://schemas.openxmlformats.org/officeDocument/2006/relationships/tags" Target="../tags/tag18.xml"/><Relationship Id="rId21" Type="http://schemas.openxmlformats.org/officeDocument/2006/relationships/tags" Target="../tags/tag36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notesSlide" Target="../notesSlides/notesSlide2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tags" Target="../tags/tag35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24" Type="http://schemas.openxmlformats.org/officeDocument/2006/relationships/slideLayout" Target="../slideLayouts/slideLayout4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23" Type="http://schemas.openxmlformats.org/officeDocument/2006/relationships/tags" Target="../tags/tag38.xml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tags" Target="../tags/tag3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1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46.xml"/><Relationship Id="rId7" Type="http://schemas.openxmlformats.org/officeDocument/2006/relationships/tags" Target="../tags/tag50.xml"/><Relationship Id="rId12" Type="http://schemas.openxmlformats.org/officeDocument/2006/relationships/slideLayout" Target="../slideLayouts/slideLayout4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11" Type="http://schemas.openxmlformats.org/officeDocument/2006/relationships/tags" Target="../tags/tag54.xml"/><Relationship Id="rId5" Type="http://schemas.openxmlformats.org/officeDocument/2006/relationships/tags" Target="../tags/tag48.xml"/><Relationship Id="rId15" Type="http://schemas.openxmlformats.org/officeDocument/2006/relationships/image" Target="../media/image2.png"/><Relationship Id="rId10" Type="http://schemas.openxmlformats.org/officeDocument/2006/relationships/tags" Target="../tags/tag53.xml"/><Relationship Id="rId4" Type="http://schemas.openxmlformats.org/officeDocument/2006/relationships/tags" Target="../tags/tag47.xml"/><Relationship Id="rId9" Type="http://schemas.openxmlformats.org/officeDocument/2006/relationships/tags" Target="../tags/tag52.xml"/><Relationship Id="rId1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2.xml"/><Relationship Id="rId3" Type="http://schemas.openxmlformats.org/officeDocument/2006/relationships/tags" Target="../tags/tag57.xml"/><Relationship Id="rId7" Type="http://schemas.openxmlformats.org/officeDocument/2006/relationships/tags" Target="../tags/tag61.xml"/><Relationship Id="rId12" Type="http://schemas.openxmlformats.org/officeDocument/2006/relationships/image" Target="../media/image5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tags" Target="../tags/tag60.xml"/><Relationship Id="rId11" Type="http://schemas.openxmlformats.org/officeDocument/2006/relationships/image" Target="../media/image4.png"/><Relationship Id="rId5" Type="http://schemas.openxmlformats.org/officeDocument/2006/relationships/tags" Target="../tags/tag59.xml"/><Relationship Id="rId10" Type="http://schemas.openxmlformats.org/officeDocument/2006/relationships/image" Target="../media/image3.png"/><Relationship Id="rId4" Type="http://schemas.openxmlformats.org/officeDocument/2006/relationships/tags" Target="../tags/tag58.xml"/><Relationship Id="rId9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image" Target="../media/image9.png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../media/image8.png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7.png"/><Relationship Id="rId5" Type="http://schemas.openxmlformats.org/officeDocument/2006/relationships/tags" Target="../tags/tag67.xml"/><Relationship Id="rId10" Type="http://schemas.openxmlformats.org/officeDocument/2006/relationships/image" Target="../media/image6.png"/><Relationship Id="rId4" Type="http://schemas.openxmlformats.org/officeDocument/2006/relationships/tags" Target="../tags/tag66.xml"/><Relationship Id="rId9" Type="http://schemas.openxmlformats.org/officeDocument/2006/relationships/slideLayout" Target="../slideLayouts/slideLayout4.xml"/><Relationship Id="rId1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13" Type="http://schemas.openxmlformats.org/officeDocument/2006/relationships/slideLayout" Target="../slideLayouts/slideLayout4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tags" Target="../tags/tag82.xml"/><Relationship Id="rId2" Type="http://schemas.openxmlformats.org/officeDocument/2006/relationships/tags" Target="../tags/tag72.xml"/><Relationship Id="rId16" Type="http://schemas.openxmlformats.org/officeDocument/2006/relationships/image" Target="../media/image12.png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tags" Target="../tags/tag81.xml"/><Relationship Id="rId5" Type="http://schemas.openxmlformats.org/officeDocument/2006/relationships/tags" Target="../tags/tag75.xml"/><Relationship Id="rId15" Type="http://schemas.openxmlformats.org/officeDocument/2006/relationships/image" Target="../media/image11.png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Relationship Id="rId1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image" Target="../media/image13.png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notesSlide" Target="../notesSlides/notesSlide6.xml"/><Relationship Id="rId2" Type="http://schemas.openxmlformats.org/officeDocument/2006/relationships/tags" Target="../tags/tag84.xml"/><Relationship Id="rId16" Type="http://schemas.openxmlformats.org/officeDocument/2006/relationships/image" Target="../media/image16.png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87.xml"/><Relationship Id="rId15" Type="http://schemas.openxmlformats.org/officeDocument/2006/relationships/image" Target="../media/image15.png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9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7.png"/><Relationship Id="rId5" Type="http://schemas.openxmlformats.org/officeDocument/2006/relationships/tags" Target="../tags/tag101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100.xml"/><Relationship Id="rId9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arallelogram 15"/>
          <p:cNvSpPr/>
          <p:nvPr userDrawn="1">
            <p:custDataLst>
              <p:tags r:id="rId2"/>
            </p:custDataLst>
          </p:nvPr>
        </p:nvSpPr>
        <p:spPr>
          <a:xfrm>
            <a:off x="6214745" y="0"/>
            <a:ext cx="5312410" cy="6858000"/>
          </a:xfrm>
          <a:prstGeom prst="parallelogram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Parallelogram 17"/>
          <p:cNvSpPr/>
          <p:nvPr userDrawn="1">
            <p:custDataLst>
              <p:tags r:id="rId3"/>
            </p:custDataLst>
          </p:nvPr>
        </p:nvSpPr>
        <p:spPr>
          <a:xfrm flipH="1">
            <a:off x="530225" y="0"/>
            <a:ext cx="5312410" cy="6858000"/>
          </a:xfrm>
          <a:prstGeom prst="parallelogram">
            <a:avLst/>
          </a:prstGeom>
          <a:solidFill>
            <a:schemeClr val="accent1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Oval 21"/>
          <p:cNvSpPr/>
          <p:nvPr userDrawn="1">
            <p:custDataLst>
              <p:tags r:id="rId4"/>
            </p:custDataLst>
          </p:nvPr>
        </p:nvSpPr>
        <p:spPr>
          <a:xfrm>
            <a:off x="2927032" y="1749742"/>
            <a:ext cx="6575425" cy="3140710"/>
          </a:xfrm>
          <a:prstGeom prst="roundRect">
            <a:avLst>
              <a:gd name="adj" fmla="val 535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Oval 1"/>
          <p:cNvSpPr/>
          <p:nvPr userDrawn="1">
            <p:custDataLst>
              <p:tags r:id="rId5"/>
            </p:custDataLst>
          </p:nvPr>
        </p:nvSpPr>
        <p:spPr>
          <a:xfrm>
            <a:off x="3120390" y="1868805"/>
            <a:ext cx="6293485" cy="2902585"/>
          </a:xfrm>
          <a:prstGeom prst="roundRect">
            <a:avLst>
              <a:gd name="adj" fmla="val 4684"/>
            </a:avLst>
          </a:prstGeom>
          <a:noFill/>
          <a:ln>
            <a:solidFill>
              <a:schemeClr val="bg1">
                <a:alpha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!!平滑6"/>
          <p:cNvSpPr/>
          <p:nvPr userDrawn="1">
            <p:custDataLst>
              <p:tags r:id="rId6"/>
            </p:custDataLst>
          </p:nvPr>
        </p:nvSpPr>
        <p:spPr>
          <a:xfrm rot="5400000">
            <a:off x="8206740" y="5504815"/>
            <a:ext cx="962025" cy="93853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lumMod val="95000"/>
            </a:schemeClr>
          </a:solidFill>
          <a:ln w="571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!!平滑2"/>
          <p:cNvSpPr/>
          <p:nvPr userDrawn="1">
            <p:custDataLst>
              <p:tags r:id="rId7"/>
            </p:custDataLst>
          </p:nvPr>
        </p:nvSpPr>
        <p:spPr>
          <a:xfrm rot="7920000">
            <a:off x="-994410" y="5386070"/>
            <a:ext cx="2820035" cy="26168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/>
          </a:solidFill>
          <a:ln w="3619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!!平滑1"/>
          <p:cNvSpPr/>
          <p:nvPr userDrawn="1">
            <p:custDataLst>
              <p:tags r:id="rId8"/>
            </p:custDataLst>
          </p:nvPr>
        </p:nvSpPr>
        <p:spPr>
          <a:xfrm rot="5400000">
            <a:off x="1079500" y="818515"/>
            <a:ext cx="556895" cy="51689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lumMod val="95000"/>
            </a:schemeClr>
          </a:solidFill>
          <a:ln w="571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!!平滑4"/>
          <p:cNvSpPr/>
          <p:nvPr userDrawn="1">
            <p:custDataLst>
              <p:tags r:id="rId9"/>
            </p:custDataLst>
          </p:nvPr>
        </p:nvSpPr>
        <p:spPr>
          <a:xfrm rot="5400000">
            <a:off x="9563735" y="1038860"/>
            <a:ext cx="328295" cy="3054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" name="!!平滑3"/>
          <p:cNvSpPr/>
          <p:nvPr userDrawn="1">
            <p:custDataLst>
              <p:tags r:id="rId10"/>
            </p:custDataLst>
          </p:nvPr>
        </p:nvSpPr>
        <p:spPr>
          <a:xfrm rot="7920000">
            <a:off x="10354310" y="-963930"/>
            <a:ext cx="2820035" cy="2616835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/>
          </a:solidFill>
          <a:ln w="3619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!!平滑5"/>
          <p:cNvSpPr/>
          <p:nvPr userDrawn="1">
            <p:custDataLst>
              <p:tags r:id="rId11"/>
            </p:custDataLst>
          </p:nvPr>
        </p:nvSpPr>
        <p:spPr>
          <a:xfrm rot="5400000">
            <a:off x="11011535" y="3244850"/>
            <a:ext cx="601345" cy="55880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8" name="日期"/>
          <p:cNvSpPr txBox="1"/>
          <p:nvPr>
            <p:custDataLst>
              <p:tags r:id="rId12"/>
            </p:custDataLst>
          </p:nvPr>
        </p:nvSpPr>
        <p:spPr>
          <a:xfrm>
            <a:off x="4101782" y="3667191"/>
            <a:ext cx="4321810" cy="3683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Open Sans SemiBold" panose="020B0706030804020204" pitchFamily="34" charset="0"/>
              </a:rPr>
              <a:t>2023/6/1</a:t>
            </a:r>
          </a:p>
        </p:txBody>
      </p:sp>
      <p:sp>
        <p:nvSpPr>
          <p:cNvPr id="7" name="标题"/>
          <p:cNvSpPr txBox="1"/>
          <p:nvPr>
            <p:custDataLst>
              <p:tags r:id="rId13"/>
            </p:custDataLst>
          </p:nvPr>
        </p:nvSpPr>
        <p:spPr>
          <a:xfrm>
            <a:off x="3115945" y="2511967"/>
            <a:ext cx="6293485" cy="769620"/>
          </a:xfrm>
          <a:prstGeom prst="rect">
            <a:avLst/>
          </a:prstGeom>
          <a:noFill/>
        </p:spPr>
        <p:txBody>
          <a:bodyPr wrap="square" rtlCol="0" anchor="ctr" anchorCtr="0">
            <a:normAutofit fontScale="97500"/>
          </a:bodyPr>
          <a:lstStyle/>
          <a:p>
            <a:pPr algn="ctr" fontAlgn="ctr"/>
            <a:r>
              <a:rPr lang="zh-CN" altLang="en-US" sz="44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CN Heavy" panose="020B0A00000000000000" charset="-122"/>
                <a:sym typeface="+mn-ea"/>
              </a:rPr>
              <a:t> 大实例代码优化</a:t>
            </a:r>
            <a:endParaRPr lang="en-US" sz="44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Poppins" panose="00000500000000000000" pitchFamily="2" charset="0"/>
            </a:endParaRPr>
          </a:p>
        </p:txBody>
      </p:sp>
      <p:sp>
        <p:nvSpPr>
          <p:cNvPr id="2" name="汇报人"/>
          <p:cNvSpPr/>
          <p:nvPr>
            <p:custDataLst>
              <p:tags r:id="rId14"/>
            </p:custDataLst>
          </p:nvPr>
        </p:nvSpPr>
        <p:spPr>
          <a:xfrm>
            <a:off x="3421626" y="4243268"/>
            <a:ext cx="6080831" cy="368204"/>
          </a:xfrm>
          <a:prstGeom prst="rect">
            <a:avLst/>
          </a:prstGeom>
        </p:spPr>
        <p:txBody>
          <a:bodyPr wrap="square" anchor="ctr" anchorCtr="0"/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成员：邓杰湧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贾晋宇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柳希直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尹衍哲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9" grpId="0" animBg="1"/>
      <p:bldP spid="11" grpId="0" animBg="1"/>
      <p:bldP spid="13" grpId="0" animBg="1"/>
      <p:bldP spid="35" grpId="0" animBg="1"/>
      <p:bldP spid="36" grpId="0" animBg="1"/>
      <p:bldP spid="34" grpId="0" animBg="1"/>
      <p:bldP spid="8" grpId="0"/>
      <p:bldP spid="7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平滑2"/>
          <p:cNvSpPr/>
          <p:nvPr>
            <p:custDataLst>
              <p:tags r:id="rId2"/>
            </p:custDataLst>
          </p:nvPr>
        </p:nvSpPr>
        <p:spPr>
          <a:xfrm rot="16200000">
            <a:off x="8784622" y="-621842"/>
            <a:ext cx="2244903" cy="22454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!!平滑3"/>
          <p:cNvSpPr/>
          <p:nvPr>
            <p:custDataLst>
              <p:tags r:id="rId3"/>
            </p:custDataLst>
          </p:nvPr>
        </p:nvSpPr>
        <p:spPr>
          <a:xfrm rot="16200000">
            <a:off x="8331655" y="5011848"/>
            <a:ext cx="2689256" cy="268995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4" name="!!平滑4"/>
          <p:cNvSpPr/>
          <p:nvPr>
            <p:custDataLst>
              <p:tags r:id="rId4"/>
            </p:custDataLst>
          </p:nvPr>
        </p:nvSpPr>
        <p:spPr>
          <a:xfrm rot="16200000">
            <a:off x="7465823" y="6039236"/>
            <a:ext cx="1318377" cy="13187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7" name="!!平滑1"/>
          <p:cNvSpPr/>
          <p:nvPr>
            <p:custDataLst>
              <p:tags r:id="rId5"/>
            </p:custDataLst>
          </p:nvPr>
        </p:nvSpPr>
        <p:spPr>
          <a:xfrm rot="16200000">
            <a:off x="-512013" y="6102415"/>
            <a:ext cx="1644180" cy="16446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!!平滑9"/>
          <p:cNvSpPr/>
          <p:nvPr>
            <p:custDataLst>
              <p:tags r:id="rId6"/>
            </p:custDataLst>
          </p:nvPr>
        </p:nvSpPr>
        <p:spPr>
          <a:xfrm rot="10800000">
            <a:off x="11178805" y="4851664"/>
            <a:ext cx="1947038" cy="1947673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!!平滑7"/>
          <p:cNvSpPr/>
          <p:nvPr>
            <p:custDataLst>
              <p:tags r:id="rId7"/>
            </p:custDataLst>
          </p:nvPr>
        </p:nvSpPr>
        <p:spPr>
          <a:xfrm rot="10800000">
            <a:off x="10776319" y="3959722"/>
            <a:ext cx="1130006" cy="11300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!!平滑5"/>
          <p:cNvSpPr/>
          <p:nvPr>
            <p:custDataLst>
              <p:tags r:id="rId8"/>
            </p:custDataLst>
          </p:nvPr>
        </p:nvSpPr>
        <p:spPr>
          <a:xfrm rot="10800000">
            <a:off x="10159261" y="343704"/>
            <a:ext cx="2797716" cy="279835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0" name="!!平滑13"/>
          <p:cNvSpPr/>
          <p:nvPr>
            <p:custDataLst>
              <p:tags r:id="rId9"/>
            </p:custDataLst>
          </p:nvPr>
        </p:nvSpPr>
        <p:spPr>
          <a:xfrm rot="10800000">
            <a:off x="11115321" y="2382158"/>
            <a:ext cx="1350928" cy="135092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!!平滑6"/>
          <p:cNvSpPr/>
          <p:nvPr>
            <p:custDataLst>
              <p:tags r:id="rId10"/>
            </p:custDataLst>
          </p:nvPr>
        </p:nvSpPr>
        <p:spPr>
          <a:xfrm rot="10800000">
            <a:off x="10007535" y="-680285"/>
            <a:ext cx="1893712" cy="1894347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3" name="!!平滑14"/>
          <p:cNvSpPr/>
          <p:nvPr>
            <p:custDataLst>
              <p:tags r:id="rId11"/>
            </p:custDataLst>
          </p:nvPr>
        </p:nvSpPr>
        <p:spPr>
          <a:xfrm rot="10800000">
            <a:off x="10204333" y="4998946"/>
            <a:ext cx="817667" cy="8176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4" name="!!平滑11"/>
          <p:cNvSpPr/>
          <p:nvPr>
            <p:custDataLst>
              <p:tags r:id="rId12"/>
            </p:custDataLst>
          </p:nvPr>
        </p:nvSpPr>
        <p:spPr>
          <a:xfrm rot="10800000">
            <a:off x="11030253" y="4998947"/>
            <a:ext cx="245046" cy="24568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5" name="!!平滑10"/>
          <p:cNvSpPr/>
          <p:nvPr>
            <p:custDataLst>
              <p:tags r:id="rId13"/>
            </p:custDataLst>
          </p:nvPr>
        </p:nvSpPr>
        <p:spPr>
          <a:xfrm rot="10800000">
            <a:off x="11390840" y="5551253"/>
            <a:ext cx="334558" cy="33455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!!平滑8"/>
          <p:cNvSpPr/>
          <p:nvPr>
            <p:custDataLst>
              <p:tags r:id="rId14"/>
            </p:custDataLst>
          </p:nvPr>
        </p:nvSpPr>
        <p:spPr>
          <a:xfrm rot="10800000">
            <a:off x="10367486" y="6295914"/>
            <a:ext cx="245046" cy="24568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!!平滑12"/>
          <p:cNvSpPr/>
          <p:nvPr>
            <p:custDataLst>
              <p:tags r:id="rId15"/>
            </p:custDataLst>
          </p:nvPr>
        </p:nvSpPr>
        <p:spPr>
          <a:xfrm rot="10800000">
            <a:off x="10539526" y="3476613"/>
            <a:ext cx="490727" cy="49072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9" name="矩形 18"/>
          <p:cNvSpPr/>
          <p:nvPr/>
        </p:nvSpPr>
        <p:spPr>
          <a:xfrm>
            <a:off x="450850" y="135890"/>
            <a:ext cx="448754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4800" b="1" kern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改进条目</a:t>
            </a:r>
          </a:p>
        </p:txBody>
      </p:sp>
      <p:sp>
        <p:nvSpPr>
          <p:cNvPr id="29" name="矩形 28"/>
          <p:cNvSpPr/>
          <p:nvPr/>
        </p:nvSpPr>
        <p:spPr>
          <a:xfrm>
            <a:off x="450764" y="830939"/>
            <a:ext cx="2203693" cy="521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8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grpSp>
        <p:nvGrpSpPr>
          <p:cNvPr id="31" name="目录1"/>
          <p:cNvGrpSpPr/>
          <p:nvPr/>
        </p:nvGrpSpPr>
        <p:grpSpPr>
          <a:xfrm>
            <a:off x="1132463" y="2061336"/>
            <a:ext cx="7651662" cy="363760"/>
            <a:chOff x="3994" y="2968"/>
            <a:chExt cx="12053" cy="573"/>
          </a:xfrm>
        </p:grpSpPr>
        <p:sp>
          <p:nvSpPr>
            <p:cNvPr id="32" name="TextBox 9"/>
            <p:cNvSpPr txBox="1"/>
            <p:nvPr>
              <p:custDataLst>
                <p:tags r:id="rId22"/>
              </p:custDataLst>
            </p:nvPr>
          </p:nvSpPr>
          <p:spPr>
            <a:xfrm>
              <a:off x="4395" y="2968"/>
              <a:ext cx="11652" cy="573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</a:t>
              </a:r>
              <a:r>
                <a:rPr lang="en-US" altLang="zh-CN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index</a:t>
              </a:r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页面的登录注册功能</a:t>
              </a:r>
            </a:p>
          </p:txBody>
        </p:sp>
        <p:sp>
          <p:nvSpPr>
            <p:cNvPr id="34" name="Freeform 18"/>
            <p:cNvSpPr/>
            <p:nvPr>
              <p:custDataLst>
                <p:tags r:id="rId23"/>
              </p:custDataLst>
            </p:nvPr>
          </p:nvSpPr>
          <p:spPr>
            <a:xfrm>
              <a:off x="3994" y="3097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目录2"/>
          <p:cNvGrpSpPr/>
          <p:nvPr/>
        </p:nvGrpSpPr>
        <p:grpSpPr>
          <a:xfrm>
            <a:off x="1132463" y="2688173"/>
            <a:ext cx="7651662" cy="374552"/>
            <a:chOff x="3994" y="4039"/>
            <a:chExt cx="12053" cy="590"/>
          </a:xfrm>
        </p:grpSpPr>
        <p:sp>
          <p:nvSpPr>
            <p:cNvPr id="37" name="TextBox 12"/>
            <p:cNvSpPr txBox="1"/>
            <p:nvPr>
              <p:custDataLst>
                <p:tags r:id="rId20"/>
              </p:custDataLst>
            </p:nvPr>
          </p:nvSpPr>
          <p:spPr>
            <a:xfrm>
              <a:off x="4395" y="4039"/>
              <a:ext cx="11652" cy="590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实现首页前端界面</a:t>
              </a:r>
            </a:p>
          </p:txBody>
        </p:sp>
        <p:sp>
          <p:nvSpPr>
            <p:cNvPr id="39" name="Freeform 21"/>
            <p:cNvSpPr/>
            <p:nvPr>
              <p:custDataLst>
                <p:tags r:id="rId21"/>
              </p:custDataLst>
            </p:nvPr>
          </p:nvSpPr>
          <p:spPr>
            <a:xfrm>
              <a:off x="3994" y="4105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目录3"/>
          <p:cNvGrpSpPr/>
          <p:nvPr/>
        </p:nvGrpSpPr>
        <p:grpSpPr>
          <a:xfrm>
            <a:off x="1132463" y="3224226"/>
            <a:ext cx="7651662" cy="374552"/>
            <a:chOff x="3994" y="4967"/>
            <a:chExt cx="12053" cy="590"/>
          </a:xfrm>
        </p:grpSpPr>
        <p:sp>
          <p:nvSpPr>
            <p:cNvPr id="42" name="TextBox 15"/>
            <p:cNvSpPr txBox="1"/>
            <p:nvPr>
              <p:custDataLst>
                <p:tags r:id="rId18"/>
              </p:custDataLst>
            </p:nvPr>
          </p:nvSpPr>
          <p:spPr>
            <a:xfrm>
              <a:off x="4395" y="4967"/>
              <a:ext cx="11652" cy="590"/>
            </a:xfrm>
            <a:prstGeom prst="rect">
              <a:avLst/>
            </a:prstGeom>
            <a:noFill/>
          </p:spPr>
          <p:txBody>
            <a:bodyPr wrap="square" lIns="71736" tIns="36186" rIns="71736" bIns="36186" rtlCol="0" anchor="ctr" anchorCtr="0">
              <a:noAutofit/>
            </a:bodyPr>
            <a:lstStyle/>
            <a:p>
              <a:pPr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zh-CN" altLang="en-US" sz="1900" b="1" dirty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</a:t>
              </a:r>
            </a:p>
          </p:txBody>
        </p:sp>
        <p:sp>
          <p:nvSpPr>
            <p:cNvPr id="44" name="Freeform 24"/>
            <p:cNvSpPr/>
            <p:nvPr>
              <p:custDataLst>
                <p:tags r:id="rId19"/>
              </p:custDataLst>
            </p:nvPr>
          </p:nvSpPr>
          <p:spPr>
            <a:xfrm>
              <a:off x="3994" y="5113"/>
              <a:ext cx="298" cy="298"/>
            </a:xfrm>
            <a:custGeom>
              <a:avLst/>
              <a:gdLst>
                <a:gd name="connsiteX0" fmla="*/ 1428547 w 2857092"/>
                <a:gd name="connsiteY0" fmla="*/ 541531 h 2857094"/>
                <a:gd name="connsiteX1" fmla="*/ 541532 w 2857092"/>
                <a:gd name="connsiteY1" fmla="*/ 1428546 h 2857094"/>
                <a:gd name="connsiteX2" fmla="*/ 1428547 w 2857092"/>
                <a:gd name="connsiteY2" fmla="*/ 2315561 h 2857094"/>
                <a:gd name="connsiteX3" fmla="*/ 2315562 w 2857092"/>
                <a:gd name="connsiteY3" fmla="*/ 1428546 h 2857094"/>
                <a:gd name="connsiteX4" fmla="*/ 1428547 w 2857092"/>
                <a:gd name="connsiteY4" fmla="*/ 541531 h 2857094"/>
                <a:gd name="connsiteX5" fmla="*/ 1428546 w 2857092"/>
                <a:gd name="connsiteY5" fmla="*/ 0 h 2857094"/>
                <a:gd name="connsiteX6" fmla="*/ 2857092 w 2857092"/>
                <a:gd name="connsiteY6" fmla="*/ 1428547 h 2857094"/>
                <a:gd name="connsiteX7" fmla="*/ 1428546 w 2857092"/>
                <a:gd name="connsiteY7" fmla="*/ 2857094 h 2857094"/>
                <a:gd name="connsiteX8" fmla="*/ 0 w 2857092"/>
                <a:gd name="connsiteY8" fmla="*/ 1428547 h 2857094"/>
                <a:gd name="connsiteX9" fmla="*/ 1428546 w 2857092"/>
                <a:gd name="connsiteY9" fmla="*/ 0 h 2857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57092" h="2857094">
                  <a:moveTo>
                    <a:pt x="1428547" y="541531"/>
                  </a:moveTo>
                  <a:cubicBezTo>
                    <a:pt x="938662" y="541531"/>
                    <a:pt x="541532" y="938661"/>
                    <a:pt x="541532" y="1428546"/>
                  </a:cubicBezTo>
                  <a:cubicBezTo>
                    <a:pt x="541532" y="1918431"/>
                    <a:pt x="938662" y="2315561"/>
                    <a:pt x="1428547" y="2315561"/>
                  </a:cubicBezTo>
                  <a:cubicBezTo>
                    <a:pt x="1918432" y="2315561"/>
                    <a:pt x="2315562" y="1918431"/>
                    <a:pt x="2315562" y="1428546"/>
                  </a:cubicBezTo>
                  <a:cubicBezTo>
                    <a:pt x="2315562" y="938661"/>
                    <a:pt x="1918432" y="541531"/>
                    <a:pt x="1428547" y="541531"/>
                  </a:cubicBezTo>
                  <a:close/>
                  <a:moveTo>
                    <a:pt x="1428546" y="0"/>
                  </a:moveTo>
                  <a:cubicBezTo>
                    <a:pt x="2217510" y="0"/>
                    <a:pt x="2857092" y="639582"/>
                    <a:pt x="2857092" y="1428547"/>
                  </a:cubicBezTo>
                  <a:cubicBezTo>
                    <a:pt x="2857092" y="2217512"/>
                    <a:pt x="2217510" y="2857094"/>
                    <a:pt x="1428546" y="2857094"/>
                  </a:cubicBezTo>
                  <a:cubicBezTo>
                    <a:pt x="639582" y="2857094"/>
                    <a:pt x="0" y="2217512"/>
                    <a:pt x="0" y="1428547"/>
                  </a:cubicBezTo>
                  <a:cubicBezTo>
                    <a:pt x="0" y="639582"/>
                    <a:pt x="639582" y="0"/>
                    <a:pt x="142854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1736" tIns="36186" rIns="71736" bIns="36186" rtlCol="0" anchor="ctr" anchorCtr="0">
              <a:noAutofit/>
            </a:bodyPr>
            <a:lstStyle/>
            <a:p>
              <a:pPr algn="ctr"/>
              <a:endParaRPr lang="en-US" sz="19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9" name="Freeform 24"/>
          <p:cNvSpPr/>
          <p:nvPr>
            <p:custDataLst>
              <p:tags r:id="rId16"/>
            </p:custDataLst>
          </p:nvPr>
        </p:nvSpPr>
        <p:spPr>
          <a:xfrm>
            <a:off x="1132205" y="3903980"/>
            <a:ext cx="189230" cy="189230"/>
          </a:xfrm>
          <a:custGeom>
            <a:avLst/>
            <a:gdLst>
              <a:gd name="connsiteX0" fmla="*/ 1428547 w 2857092"/>
              <a:gd name="connsiteY0" fmla="*/ 541531 h 2857094"/>
              <a:gd name="connsiteX1" fmla="*/ 541532 w 2857092"/>
              <a:gd name="connsiteY1" fmla="*/ 1428546 h 2857094"/>
              <a:gd name="connsiteX2" fmla="*/ 1428547 w 2857092"/>
              <a:gd name="connsiteY2" fmla="*/ 2315561 h 2857094"/>
              <a:gd name="connsiteX3" fmla="*/ 2315562 w 2857092"/>
              <a:gd name="connsiteY3" fmla="*/ 1428546 h 2857094"/>
              <a:gd name="connsiteX4" fmla="*/ 1428547 w 2857092"/>
              <a:gd name="connsiteY4" fmla="*/ 541531 h 2857094"/>
              <a:gd name="connsiteX5" fmla="*/ 1428546 w 2857092"/>
              <a:gd name="connsiteY5" fmla="*/ 0 h 2857094"/>
              <a:gd name="connsiteX6" fmla="*/ 2857092 w 2857092"/>
              <a:gd name="connsiteY6" fmla="*/ 1428547 h 2857094"/>
              <a:gd name="connsiteX7" fmla="*/ 1428546 w 2857092"/>
              <a:gd name="connsiteY7" fmla="*/ 2857094 h 2857094"/>
              <a:gd name="connsiteX8" fmla="*/ 0 w 2857092"/>
              <a:gd name="connsiteY8" fmla="*/ 1428547 h 2857094"/>
              <a:gd name="connsiteX9" fmla="*/ 1428546 w 2857092"/>
              <a:gd name="connsiteY9" fmla="*/ 0 h 2857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57092" h="2857094">
                <a:moveTo>
                  <a:pt x="1428547" y="541531"/>
                </a:moveTo>
                <a:cubicBezTo>
                  <a:pt x="938662" y="541531"/>
                  <a:pt x="541532" y="938661"/>
                  <a:pt x="541532" y="1428546"/>
                </a:cubicBezTo>
                <a:cubicBezTo>
                  <a:pt x="541532" y="1918431"/>
                  <a:pt x="938662" y="2315561"/>
                  <a:pt x="1428547" y="2315561"/>
                </a:cubicBezTo>
                <a:cubicBezTo>
                  <a:pt x="1918432" y="2315561"/>
                  <a:pt x="2315562" y="1918431"/>
                  <a:pt x="2315562" y="1428546"/>
                </a:cubicBezTo>
                <a:cubicBezTo>
                  <a:pt x="2315562" y="938661"/>
                  <a:pt x="1918432" y="541531"/>
                  <a:pt x="1428547" y="541531"/>
                </a:cubicBezTo>
                <a:close/>
                <a:moveTo>
                  <a:pt x="1428546" y="0"/>
                </a:moveTo>
                <a:cubicBezTo>
                  <a:pt x="2217510" y="0"/>
                  <a:pt x="2857092" y="639582"/>
                  <a:pt x="2857092" y="1428547"/>
                </a:cubicBezTo>
                <a:cubicBezTo>
                  <a:pt x="2857092" y="2217512"/>
                  <a:pt x="2217510" y="2857094"/>
                  <a:pt x="1428546" y="2857094"/>
                </a:cubicBezTo>
                <a:cubicBezTo>
                  <a:pt x="639582" y="2857094"/>
                  <a:pt x="0" y="2217512"/>
                  <a:pt x="0" y="1428547"/>
                </a:cubicBezTo>
                <a:cubicBezTo>
                  <a:pt x="0" y="639582"/>
                  <a:pt x="639582" y="0"/>
                  <a:pt x="142854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1736" tIns="36186" rIns="71736" bIns="36186" rtlCol="0" anchor="ctr" anchorCtr="0">
            <a:noAutofit/>
          </a:bodyPr>
          <a:lstStyle/>
          <a:p>
            <a:pPr algn="ctr"/>
            <a:endParaRPr lang="en-US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TextBox 15"/>
          <p:cNvSpPr txBox="1"/>
          <p:nvPr>
            <p:custDataLst>
              <p:tags r:id="rId17"/>
            </p:custDataLst>
          </p:nvPr>
        </p:nvSpPr>
        <p:spPr>
          <a:xfrm>
            <a:off x="1387667" y="4397908"/>
            <a:ext cx="7396458" cy="374552"/>
          </a:xfrm>
          <a:prstGeom prst="rect">
            <a:avLst/>
          </a:prstGeom>
          <a:noFill/>
        </p:spPr>
        <p:txBody>
          <a:bodyPr wrap="square" lIns="71736" tIns="36186" rIns="71736" bIns="36186" rtlCol="0" anchor="ctr" anchorCtr="0">
            <a:noAutofit/>
          </a:bodyPr>
          <a:lstStyle/>
          <a:p>
            <a:pPr algn="l" fontAlgn="auto">
              <a:lnSpc>
                <a:spcPct val="100000"/>
              </a:lnSpc>
              <a:buClrTx/>
              <a:buSzTx/>
              <a:buFontTx/>
            </a:pPr>
            <a:endParaRPr lang="en-US" altLang="zh-CN" sz="19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7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8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7" grpId="0" animBg="1"/>
      <p:bldP spid="5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9" grpId="0"/>
      <p:bldP spid="2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55034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en-US" altLang="en-GB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实现注册功能</a:t>
            </a: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327908" y="4904835"/>
            <a:ext cx="7536180" cy="706187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柳希直 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2023212360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2256471" y="3637041"/>
            <a:ext cx="7679055" cy="730250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40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4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2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6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7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49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50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1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60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rand(ppt_w)-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1" dur="60" fill="remove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rand(ppt_h)-ppt_h/2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100" accel="50000" fill="remove">
                                          <p:stCondLst>
                                            <p:cond delay="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250000" y="250000"/>
                                    </p:animScale>
                                    <p:animScale>
                                      <p:cBhvr>
                                        <p:cTn id="63" dur="150" accel="5000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50000" y="150000"/>
                                    </p:animScale>
                                    <p:anim to="" calcmode="lin" valueType="num">
                                      <p:cBhvr>
                                        <p:cTn id="64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x+#ppt_w/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65" dur="60" fill="remove">
                                          <p:stCondLst>
                                            <p:cond delay="1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$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 fmla="$">
                                          <p:val>
                                            <p:strVal val="#ppt_y+#ppt_h/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2" grpId="0" animBg="1"/>
      <p:bldP spid="12" grpId="0"/>
      <p:bldP spid="29" grpId="0"/>
      <p:bldP spid="5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7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8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9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0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1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935355" y="9328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注册功能</a:t>
            </a:r>
          </a:p>
        </p:txBody>
      </p:sp>
      <p:sp>
        <p:nvSpPr>
          <p:cNvPr id="13" name="内容"/>
          <p:cNvSpPr/>
          <p:nvPr>
            <p:custDataLst>
              <p:tags r:id="rId6"/>
            </p:custDataLst>
          </p:nvPr>
        </p:nvSpPr>
        <p:spPr>
          <a:xfrm>
            <a:off x="847725" y="1677310"/>
            <a:ext cx="3439140" cy="3197225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it-IT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UI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设计：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仿照</a:t>
            </a:r>
            <a:r>
              <a:rPr lang="en-US" altLang="zh-CN" sz="1600" dirty="0" err="1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login.vue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设计</a:t>
            </a:r>
            <a:r>
              <a:rPr lang="en-US" altLang="zh-CN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UI</a:t>
            </a: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  <a:sym typeface="思源黑体 CN" panose="020B0500000000000000" pitchFamily="34" charset="-122"/>
              </a:rPr>
              <a:t>根据数据库中部门项的特殊性质（存在包含）选择</a:t>
            </a:r>
            <a:r>
              <a:rPr lang="en-US" altLang="zh-CN" sz="1600" dirty="0" err="1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el-cascader</a:t>
            </a: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控件实现树表选择功能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数据库：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pitchFamily="34" charset="-122"/>
                <a:ea typeface="思源黑体 CN" panose="020B0500000000000000" pitchFamily="34" charset="-122"/>
                <a:cs typeface="Open Sans" panose="020B0606030504020204" pitchFamily="34" charset="0"/>
              </a:rPr>
              <a:t>实现用户初始角色和页面分配。</a:t>
            </a:r>
            <a:endParaRPr lang="en-US" altLang="zh-CN" sz="16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</a:endParaRPr>
          </a:p>
          <a:p>
            <a:pPr marL="171450" indent="-171450"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altLang="zh-CN" sz="1200" dirty="0">
              <a:latin typeface="思源黑体 CN" panose="020B0500000000000000" pitchFamily="34" charset="-122"/>
              <a:ea typeface="思源黑体 CN" panose="020B0500000000000000" pitchFamily="34" charset="-122"/>
              <a:cs typeface="Open Sans" panose="020B0606030504020204" pitchFamily="34" charset="0"/>
              <a:sym typeface="思源黑体 CN" panose="020B0500000000000000" pitchFamily="34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8B11403-0149-E257-A95E-C544B4C36A0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5587" y="4943199"/>
            <a:ext cx="10553098" cy="176237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C095AEC-42FA-933E-FF33-6DD49DA6A3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36516" y="748370"/>
            <a:ext cx="7079226" cy="3487156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0" grpId="0" animBg="1"/>
      <p:bldP spid="19" grpId="0" animBg="1"/>
      <p:bldP spid="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平滑3">
            <a:extLst>
              <a:ext uri="{FF2B5EF4-FFF2-40B4-BE49-F238E27FC236}">
                <a16:creationId xmlns:a16="http://schemas.microsoft.com/office/drawing/2014/main" id="{E34BE8CB-1E02-3B17-B5FB-9B67DE65B54D}"/>
              </a:ext>
            </a:extLst>
          </p:cNvPr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3" name="5">
              <a:extLst>
                <a:ext uri="{FF2B5EF4-FFF2-40B4-BE49-F238E27FC236}">
                  <a16:creationId xmlns:a16="http://schemas.microsoft.com/office/drawing/2014/main" id="{85338374-CEC9-6463-AF6C-C7E56D18C89C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4">
              <a:extLst>
                <a:ext uri="{FF2B5EF4-FFF2-40B4-BE49-F238E27FC236}">
                  <a16:creationId xmlns:a16="http://schemas.microsoft.com/office/drawing/2014/main" id="{36E51F05-14B8-2FCB-E7E8-D71FAF0ABC2D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3">
              <a:extLst>
                <a:ext uri="{FF2B5EF4-FFF2-40B4-BE49-F238E27FC236}">
                  <a16:creationId xmlns:a16="http://schemas.microsoft.com/office/drawing/2014/main" id="{21A7D14D-3389-9798-CFE4-9A68C173C1F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2">
              <a:extLst>
                <a:ext uri="{FF2B5EF4-FFF2-40B4-BE49-F238E27FC236}">
                  <a16:creationId xmlns:a16="http://schemas.microsoft.com/office/drawing/2014/main" id="{83D20B62-2CEE-90DC-8EF8-DA05ECB9AFC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1">
              <a:extLst>
                <a:ext uri="{FF2B5EF4-FFF2-40B4-BE49-F238E27FC236}">
                  <a16:creationId xmlns:a16="http://schemas.microsoft.com/office/drawing/2014/main" id="{C27BE015-E232-2E48-022A-58D0EA3A78B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!!平滑8">
            <a:extLst>
              <a:ext uri="{FF2B5EF4-FFF2-40B4-BE49-F238E27FC236}">
                <a16:creationId xmlns:a16="http://schemas.microsoft.com/office/drawing/2014/main" id="{6A3C0E5E-EBA3-F523-7499-94011866625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!!平滑8">
            <a:extLst>
              <a:ext uri="{FF2B5EF4-FFF2-40B4-BE49-F238E27FC236}">
                <a16:creationId xmlns:a16="http://schemas.microsoft.com/office/drawing/2014/main" id="{52F60B5B-58DD-7A1D-A04C-7F2F8642BD6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标题">
            <a:extLst>
              <a:ext uri="{FF2B5EF4-FFF2-40B4-BE49-F238E27FC236}">
                <a16:creationId xmlns:a16="http://schemas.microsoft.com/office/drawing/2014/main" id="{509D6B1A-DBE1-5F16-6855-A98CA4B5E2B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79550" y="127000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注册前后端代码（部分）：部门数据获取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9B7C370-5797-B19A-940B-A3A27D50C77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9216" y="1206125"/>
            <a:ext cx="5152783" cy="380832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408EBDF-923E-84AE-BE06-76D4A5FB2A47}"/>
              </a:ext>
            </a:extLst>
          </p:cNvPr>
          <p:cNvSpPr txBox="1"/>
          <p:nvPr/>
        </p:nvSpPr>
        <p:spPr>
          <a:xfrm>
            <a:off x="109172" y="836792"/>
            <a:ext cx="352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前端调用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2A2A434-DEC9-6CC5-5732-32FA9A7AA2D1}"/>
              </a:ext>
            </a:extLst>
          </p:cNvPr>
          <p:cNvSpPr txBox="1"/>
          <p:nvPr/>
        </p:nvSpPr>
        <p:spPr>
          <a:xfrm>
            <a:off x="7226030" y="836792"/>
            <a:ext cx="270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1</a:t>
            </a:r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E65ABDC5-34D3-1F90-C507-F7E8CFD5EE5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1293669"/>
            <a:ext cx="6173061" cy="223868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74DDA3D-E699-9FDE-1A85-9C187CEFC7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733629"/>
            <a:ext cx="6601746" cy="2124371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A4EC1406-A5B8-43D5-495B-33660D8C33B0}"/>
              </a:ext>
            </a:extLst>
          </p:cNvPr>
          <p:cNvSpPr txBox="1"/>
          <p:nvPr/>
        </p:nvSpPr>
        <p:spPr>
          <a:xfrm>
            <a:off x="156309" y="4229816"/>
            <a:ext cx="3046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669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A29FC-1EA4-39AA-F26B-AC9926EA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平滑3">
            <a:extLst>
              <a:ext uri="{FF2B5EF4-FFF2-40B4-BE49-F238E27FC236}">
                <a16:creationId xmlns:a16="http://schemas.microsoft.com/office/drawing/2014/main" id="{8C9DE2E1-137A-3E5D-7150-60C634B1C06F}"/>
              </a:ext>
            </a:extLst>
          </p:cNvPr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3" name="5">
              <a:extLst>
                <a:ext uri="{FF2B5EF4-FFF2-40B4-BE49-F238E27FC236}">
                  <a16:creationId xmlns:a16="http://schemas.microsoft.com/office/drawing/2014/main" id="{C9B98B37-DBB4-6151-F6C7-B6759D0600F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4">
              <a:extLst>
                <a:ext uri="{FF2B5EF4-FFF2-40B4-BE49-F238E27FC236}">
                  <a16:creationId xmlns:a16="http://schemas.microsoft.com/office/drawing/2014/main" id="{7896DD61-BD1E-5737-6225-1D52A449A49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3">
              <a:extLst>
                <a:ext uri="{FF2B5EF4-FFF2-40B4-BE49-F238E27FC236}">
                  <a16:creationId xmlns:a16="http://schemas.microsoft.com/office/drawing/2014/main" id="{E38B91C8-343C-5420-6F24-F847936068A3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2">
              <a:extLst>
                <a:ext uri="{FF2B5EF4-FFF2-40B4-BE49-F238E27FC236}">
                  <a16:creationId xmlns:a16="http://schemas.microsoft.com/office/drawing/2014/main" id="{0DC90A39-5998-2FB5-1DFC-5881732D2D4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1">
              <a:extLst>
                <a:ext uri="{FF2B5EF4-FFF2-40B4-BE49-F238E27FC236}">
                  <a16:creationId xmlns:a16="http://schemas.microsoft.com/office/drawing/2014/main" id="{B091780E-18D3-2CE2-D77D-235DEA4C839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!!平滑8">
            <a:extLst>
              <a:ext uri="{FF2B5EF4-FFF2-40B4-BE49-F238E27FC236}">
                <a16:creationId xmlns:a16="http://schemas.microsoft.com/office/drawing/2014/main" id="{E691195E-8189-3F6B-907F-44BB4EDA9DE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!!平滑8">
            <a:extLst>
              <a:ext uri="{FF2B5EF4-FFF2-40B4-BE49-F238E27FC236}">
                <a16:creationId xmlns:a16="http://schemas.microsoft.com/office/drawing/2014/main" id="{89D66F8D-9610-1581-B607-E2602F95977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标题">
            <a:extLst>
              <a:ext uri="{FF2B5EF4-FFF2-40B4-BE49-F238E27FC236}">
                <a16:creationId xmlns:a16="http://schemas.microsoft.com/office/drawing/2014/main" id="{19F302AF-F269-E27F-E4BF-89C5EEE6D68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479550" y="127000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注册前后端代码（部分）：注册功能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B0C076-F1ED-9D7C-C5E7-ADC9243DD578}"/>
              </a:ext>
            </a:extLst>
          </p:cNvPr>
          <p:cNvSpPr txBox="1"/>
          <p:nvPr/>
        </p:nvSpPr>
        <p:spPr>
          <a:xfrm>
            <a:off x="109172" y="836792"/>
            <a:ext cx="3528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前端调用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B3717F8-E20D-8FF7-A3D9-2C8615AEB761}"/>
              </a:ext>
            </a:extLst>
          </p:cNvPr>
          <p:cNvSpPr txBox="1"/>
          <p:nvPr/>
        </p:nvSpPr>
        <p:spPr>
          <a:xfrm>
            <a:off x="7226030" y="836792"/>
            <a:ext cx="270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CF1E874-7623-5A6D-E66D-BD3A5069C3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5359194"/>
            <a:ext cx="6302477" cy="149880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66D4FB6-4364-72F3-CFC7-FBEB0F5D1B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" y="1332351"/>
            <a:ext cx="5633202" cy="278168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B41ACF1-1F36-5B9D-80D1-DB45B0ABB8B4}"/>
              </a:ext>
            </a:extLst>
          </p:cNvPr>
          <p:cNvSpPr txBox="1"/>
          <p:nvPr/>
        </p:nvSpPr>
        <p:spPr>
          <a:xfrm>
            <a:off x="112426" y="4835165"/>
            <a:ext cx="2704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后端实现</a:t>
            </a:r>
            <a:r>
              <a:rPr lang="en-US" altLang="zh-CN" dirty="0"/>
              <a:t>1</a:t>
            </a:r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1F8588A0-49D7-F9EB-DD9E-C3FD5C753EFC}"/>
              </a:ext>
            </a:extLst>
          </p:cNvPr>
          <p:cNvGrpSpPr/>
          <p:nvPr/>
        </p:nvGrpSpPr>
        <p:grpSpPr>
          <a:xfrm>
            <a:off x="5989630" y="1244919"/>
            <a:ext cx="6513830" cy="3984079"/>
            <a:chOff x="5678170" y="1332351"/>
            <a:chExt cx="6513830" cy="3984079"/>
          </a:xfrm>
        </p:grpSpPr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F54B82F0-72E4-6060-E445-758E3337C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678170" y="2723195"/>
              <a:ext cx="5428526" cy="2593235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ACD6D252-C4C0-E957-A8C0-246E46F61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347619" y="1957701"/>
              <a:ext cx="5174932" cy="294259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A5E7A37E-126F-B6A7-4D81-976E8C36E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016385" y="1332351"/>
              <a:ext cx="5175615" cy="3000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2534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8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9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10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11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2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1479550" y="127000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登录注册后端业务流程：</a:t>
            </a:r>
          </a:p>
        </p:txBody>
      </p:sp>
      <p:sp>
        <p:nvSpPr>
          <p:cNvPr id="16" name="标题"/>
          <p:cNvSpPr txBox="1"/>
          <p:nvPr>
            <p:custDataLst>
              <p:tags r:id="rId6"/>
            </p:custDataLst>
          </p:nvPr>
        </p:nvSpPr>
        <p:spPr>
          <a:xfrm>
            <a:off x="1160780" y="710565"/>
            <a:ext cx="84074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注册</a:t>
            </a:r>
          </a:p>
        </p:txBody>
      </p:sp>
      <p:sp>
        <p:nvSpPr>
          <p:cNvPr id="17" name="标题"/>
          <p:cNvSpPr txBox="1"/>
          <p:nvPr>
            <p:custDataLst>
              <p:tags r:id="rId7"/>
            </p:custDataLst>
          </p:nvPr>
        </p:nvSpPr>
        <p:spPr>
          <a:xfrm>
            <a:off x="3900170" y="698500"/>
            <a:ext cx="774065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16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64D1E81-5DDE-0824-3416-EB9B05DDD5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002" y="1336524"/>
            <a:ext cx="1762125" cy="467677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455D1B3-055A-9547-4731-BC1049EBE78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2187" y="1388895"/>
            <a:ext cx="1530030" cy="4135509"/>
          </a:xfrm>
          <a:prstGeom prst="rect">
            <a:avLst/>
          </a:prstGeom>
        </p:spPr>
      </p:pic>
      <p:sp>
        <p:nvSpPr>
          <p:cNvPr id="24" name="箭头: 右 23">
            <a:extLst>
              <a:ext uri="{FF2B5EF4-FFF2-40B4-BE49-F238E27FC236}">
                <a16:creationId xmlns:a16="http://schemas.microsoft.com/office/drawing/2014/main" id="{8C0C5CF5-0A15-604B-8827-02FD164388F8}"/>
              </a:ext>
            </a:extLst>
          </p:cNvPr>
          <p:cNvSpPr/>
          <p:nvPr/>
        </p:nvSpPr>
        <p:spPr>
          <a:xfrm>
            <a:off x="7610475" y="2143305"/>
            <a:ext cx="1530030" cy="1313344"/>
          </a:xfrm>
          <a:prstGeom prst="rightArrow">
            <a:avLst/>
          </a:pr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0" grpId="0" bldLvl="0" animBg="1"/>
      <p:bldP spid="19" grpId="0" bldLvl="0" animBg="1"/>
      <p:bldP spid="2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grpSp>
        <p:nvGrpSpPr>
          <p:cNvPr id="3" name="平滑3"/>
          <p:cNvGrpSpPr/>
          <p:nvPr/>
        </p:nvGrpSpPr>
        <p:grpSpPr>
          <a:xfrm rot="10800000">
            <a:off x="262890" y="261620"/>
            <a:ext cx="1121410" cy="314960"/>
            <a:chOff x="10346364" y="648401"/>
            <a:chExt cx="1184069" cy="403309"/>
          </a:xfrm>
          <a:solidFill>
            <a:schemeClr val="accent1"/>
          </a:solidFill>
        </p:grpSpPr>
        <p:sp>
          <p:nvSpPr>
            <p:cNvPr id="4" name="5"/>
            <p:cNvSpPr/>
            <p:nvPr>
              <p:custDataLst>
                <p:tags r:id="rId6"/>
              </p:custDataLst>
            </p:nvPr>
          </p:nvSpPr>
          <p:spPr>
            <a:xfrm rot="16200000">
              <a:off x="10736755" y="732376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4"/>
            <p:cNvSpPr/>
            <p:nvPr>
              <p:custDataLst>
                <p:tags r:id="rId7"/>
              </p:custDataLst>
            </p:nvPr>
          </p:nvSpPr>
          <p:spPr>
            <a:xfrm rot="16200000">
              <a:off x="10499599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3"/>
            <p:cNvSpPr/>
            <p:nvPr>
              <p:custDataLst>
                <p:tags r:id="rId8"/>
              </p:custDataLst>
            </p:nvPr>
          </p:nvSpPr>
          <p:spPr>
            <a:xfrm rot="16200000">
              <a:off x="10263024" y="732376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2"/>
            <p:cNvSpPr/>
            <p:nvPr>
              <p:custDataLst>
                <p:tags r:id="rId9"/>
              </p:custDataLst>
            </p:nvPr>
          </p:nvSpPr>
          <p:spPr>
            <a:xfrm rot="16200000">
              <a:off x="11211100" y="731741"/>
              <a:ext cx="402673" cy="23599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1"/>
            <p:cNvSpPr/>
            <p:nvPr>
              <p:custDataLst>
                <p:tags r:id="rId10"/>
              </p:custDataLst>
            </p:nvPr>
          </p:nvSpPr>
          <p:spPr>
            <a:xfrm rot="16200000">
              <a:off x="10973944" y="731741"/>
              <a:ext cx="402673" cy="23599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!!平滑8"/>
          <p:cNvSpPr/>
          <p:nvPr userDrawn="1">
            <p:custDataLst>
              <p:tags r:id="rId3"/>
            </p:custDataLst>
          </p:nvPr>
        </p:nvSpPr>
        <p:spPr>
          <a:xfrm rot="5400000">
            <a:off x="9692640" y="810895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!!平滑8"/>
          <p:cNvSpPr/>
          <p:nvPr userDrawn="1">
            <p:custDataLst>
              <p:tags r:id="rId4"/>
            </p:custDataLst>
          </p:nvPr>
        </p:nvSpPr>
        <p:spPr>
          <a:xfrm rot="5400000">
            <a:off x="7559040" y="4726940"/>
            <a:ext cx="1427480" cy="1324610"/>
          </a:xfrm>
          <a:custGeom>
            <a:avLst/>
            <a:gdLst>
              <a:gd name="connsiteX0" fmla="*/ 588645 w 899159"/>
              <a:gd name="connsiteY0" fmla="*/ 0 h 824864"/>
              <a:gd name="connsiteX1" fmla="*/ 310515 w 899159"/>
              <a:gd name="connsiteY1" fmla="*/ 0 h 824864"/>
              <a:gd name="connsiteX2" fmla="*/ 161925 w 899159"/>
              <a:gd name="connsiteY2" fmla="*/ 85725 h 824864"/>
              <a:gd name="connsiteX3" fmla="*/ 22860 w 899159"/>
              <a:gd name="connsiteY3" fmla="*/ 326708 h 824864"/>
              <a:gd name="connsiteX4" fmla="*/ 22860 w 899159"/>
              <a:gd name="connsiteY4" fmla="*/ 498158 h 824864"/>
              <a:gd name="connsiteX5" fmla="*/ 161925 w 899159"/>
              <a:gd name="connsiteY5" fmla="*/ 739140 h 824864"/>
              <a:gd name="connsiteX6" fmla="*/ 310515 w 899159"/>
              <a:gd name="connsiteY6" fmla="*/ 824865 h 824864"/>
              <a:gd name="connsiteX7" fmla="*/ 588645 w 899159"/>
              <a:gd name="connsiteY7" fmla="*/ 824865 h 824864"/>
              <a:gd name="connsiteX8" fmla="*/ 737235 w 899159"/>
              <a:gd name="connsiteY8" fmla="*/ 739140 h 824864"/>
              <a:gd name="connsiteX9" fmla="*/ 876300 w 899159"/>
              <a:gd name="connsiteY9" fmla="*/ 498158 h 824864"/>
              <a:gd name="connsiteX10" fmla="*/ 876300 w 899159"/>
              <a:gd name="connsiteY10" fmla="*/ 326708 h 824864"/>
              <a:gd name="connsiteX11" fmla="*/ 737235 w 899159"/>
              <a:gd name="connsiteY11" fmla="*/ 85725 h 824864"/>
              <a:gd name="connsiteX12" fmla="*/ 588645 w 899159"/>
              <a:gd name="connsiteY12" fmla="*/ 0 h 824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99159" h="824864">
                <a:moveTo>
                  <a:pt x="588645" y="0"/>
                </a:moveTo>
                <a:lnTo>
                  <a:pt x="310515" y="0"/>
                </a:lnTo>
                <a:cubicBezTo>
                  <a:pt x="249555" y="0"/>
                  <a:pt x="192405" y="32385"/>
                  <a:pt x="161925" y="85725"/>
                </a:cubicBezTo>
                <a:lnTo>
                  <a:pt x="22860" y="326708"/>
                </a:lnTo>
                <a:cubicBezTo>
                  <a:pt x="-7620" y="380048"/>
                  <a:pt x="-7620" y="444818"/>
                  <a:pt x="22860" y="498158"/>
                </a:cubicBezTo>
                <a:lnTo>
                  <a:pt x="161925" y="739140"/>
                </a:lnTo>
                <a:cubicBezTo>
                  <a:pt x="192405" y="792480"/>
                  <a:pt x="248603" y="824865"/>
                  <a:pt x="310515" y="824865"/>
                </a:cubicBezTo>
                <a:lnTo>
                  <a:pt x="588645" y="824865"/>
                </a:lnTo>
                <a:cubicBezTo>
                  <a:pt x="649605" y="824865"/>
                  <a:pt x="706755" y="792480"/>
                  <a:pt x="737235" y="739140"/>
                </a:cubicBezTo>
                <a:lnTo>
                  <a:pt x="876300" y="498158"/>
                </a:lnTo>
                <a:cubicBezTo>
                  <a:pt x="906780" y="444818"/>
                  <a:pt x="906780" y="380048"/>
                  <a:pt x="876300" y="326708"/>
                </a:cubicBezTo>
                <a:lnTo>
                  <a:pt x="737235" y="85725"/>
                </a:lnTo>
                <a:cubicBezTo>
                  <a:pt x="706755" y="32385"/>
                  <a:pt x="650558" y="0"/>
                  <a:pt x="588645" y="0"/>
                </a:cubicBezTo>
                <a:close/>
              </a:path>
            </a:pathLst>
          </a:custGeom>
          <a:gradFill flip="none" rotWithShape="1">
            <a:gsLst>
              <a:gs pos="2000">
                <a:schemeClr val="accent1">
                  <a:lumMod val="40000"/>
                  <a:lumOff val="60000"/>
                </a:schemeClr>
              </a:gs>
              <a:gs pos="100000">
                <a:schemeClr val="accent2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5334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"/>
          <p:cNvSpPr txBox="1"/>
          <p:nvPr>
            <p:custDataLst>
              <p:tags r:id="rId5"/>
            </p:custDataLst>
          </p:nvPr>
        </p:nvSpPr>
        <p:spPr>
          <a:xfrm>
            <a:off x="935638" y="743215"/>
            <a:ext cx="5497830" cy="58356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/>
            <a:r>
              <a:rPr lang="zh-CN" altLang="en-US" sz="3200" b="1" spc="100" dirty="0">
                <a:solidFill>
                  <a:schemeClr val="accent1"/>
                </a:solidFill>
                <a:latin typeface="思源黑体 CN" panose="020B0500000000000000" pitchFamily="34" charset="-122"/>
                <a:ea typeface="思源黑体 CN" panose="020B0500000000000000" pitchFamily="34" charset="-122"/>
                <a:cs typeface="Poppins" panose="00000500000000000000" pitchFamily="2" charset="0"/>
                <a:sym typeface="思源黑体 CN" panose="020B0500000000000000" pitchFamily="34" charset="-122"/>
              </a:rPr>
              <a:t>登录注册效果展示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F880CA9-4924-4A7E-5B8C-D20E129FE489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6516"/>
            <a:ext cx="5628255" cy="27687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E83BF58-9949-8C20-EF19-4B47BABC003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616" y="3241949"/>
            <a:ext cx="5850872" cy="342195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5E5C4B2-ABE9-B00E-B775-E7377A4BD33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616" y="1034997"/>
            <a:ext cx="5873384" cy="2682645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D5ABDA0-DBF9-9F54-7F74-B9A1D782A0C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34620"/>
            <a:ext cx="5624052" cy="3005659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20" grpId="0" bldLvl="0" animBg="1"/>
      <p:bldP spid="19" grpId="0" bldLvl="0" animBg="1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rot="18587723">
            <a:off x="11176431" y="5590184"/>
            <a:ext cx="1525793" cy="151993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4" name="椭圆 3"/>
          <p:cNvSpPr/>
          <p:nvPr/>
        </p:nvSpPr>
        <p:spPr>
          <a:xfrm>
            <a:off x="-1236371" y="-839424"/>
            <a:ext cx="3657600" cy="271417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 rot="18587723">
            <a:off x="10363200" y="-1314801"/>
            <a:ext cx="3657600" cy="2714171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 rot="18587723">
            <a:off x="-792976" y="5715259"/>
            <a:ext cx="2203029" cy="219457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7998" y="508000"/>
            <a:ext cx="11176002" cy="57048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8" name="插图"/>
          <p:cNvGrpSpPr/>
          <p:nvPr/>
        </p:nvGrpSpPr>
        <p:grpSpPr>
          <a:xfrm>
            <a:off x="9523891" y="3428999"/>
            <a:ext cx="2670766" cy="3226517"/>
            <a:chOff x="9523891" y="3428999"/>
            <a:chExt cx="2670766" cy="3226517"/>
          </a:xfrm>
        </p:grpSpPr>
        <p:sp>
          <p:nvSpPr>
            <p:cNvPr id="9" name="任意多边形: 形状 8"/>
            <p:cNvSpPr/>
            <p:nvPr/>
          </p:nvSpPr>
          <p:spPr>
            <a:xfrm>
              <a:off x="10067811" y="4723988"/>
              <a:ext cx="1573227" cy="911641"/>
            </a:xfrm>
            <a:custGeom>
              <a:avLst/>
              <a:gdLst>
                <a:gd name="connsiteX0" fmla="*/ 1522382 w 1573227"/>
                <a:gd name="connsiteY0" fmla="*/ 384997 h 911641"/>
                <a:gd name="connsiteX1" fmla="*/ 1523097 w 1573227"/>
                <a:gd name="connsiteY1" fmla="*/ 526274 h 911641"/>
                <a:gd name="connsiteX2" fmla="*/ 910966 w 1573227"/>
                <a:gd name="connsiteY2" fmla="*/ 882430 h 911641"/>
                <a:gd name="connsiteX3" fmla="*/ 667054 w 1573227"/>
                <a:gd name="connsiteY3" fmla="*/ 882430 h 911641"/>
                <a:gd name="connsiteX4" fmla="*/ 50935 w 1573227"/>
                <a:gd name="connsiteY4" fmla="*/ 526683 h 911641"/>
                <a:gd name="connsiteX5" fmla="*/ 50117 w 1573227"/>
                <a:gd name="connsiteY5" fmla="*/ 385406 h 911641"/>
                <a:gd name="connsiteX6" fmla="*/ 662351 w 1573227"/>
                <a:gd name="connsiteY6" fmla="*/ 29249 h 911641"/>
                <a:gd name="connsiteX7" fmla="*/ 906366 w 1573227"/>
                <a:gd name="connsiteY7" fmla="*/ 29249 h 911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641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430"/>
                  </a:lnTo>
                  <a:cubicBezTo>
                    <a:pt x="843905" y="921378"/>
                    <a:pt x="734523" y="921378"/>
                    <a:pt x="667054" y="882430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50000">
                  <a:srgbClr val="FCFDFF"/>
                </a:gs>
                <a:gs pos="80000">
                  <a:srgbClr val="F4F7FF"/>
                </a:gs>
                <a:gs pos="100000">
                  <a:srgbClr val="E9EEFF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10271779" y="4862012"/>
              <a:ext cx="1165278" cy="635842"/>
            </a:xfrm>
            <a:custGeom>
              <a:avLst/>
              <a:gdLst>
                <a:gd name="connsiteX0" fmla="*/ 1165279 w 1165278"/>
                <a:gd name="connsiteY0" fmla="*/ 318021 h 635842"/>
                <a:gd name="connsiteX1" fmla="*/ 1030851 w 1165278"/>
                <a:gd name="connsiteY1" fmla="*/ 396837 h 635842"/>
                <a:gd name="connsiteX2" fmla="*/ 637995 w 1165278"/>
                <a:gd name="connsiteY2" fmla="*/ 625109 h 635842"/>
                <a:gd name="connsiteX3" fmla="*/ 532395 w 1165278"/>
                <a:gd name="connsiteY3" fmla="*/ 625109 h 635842"/>
                <a:gd name="connsiteX4" fmla="*/ 134734 w 1165278"/>
                <a:gd name="connsiteY4" fmla="*/ 394997 h 635842"/>
                <a:gd name="connsiteX5" fmla="*/ 0 w 1165278"/>
                <a:gd name="connsiteY5" fmla="*/ 317305 h 635842"/>
                <a:gd name="connsiteX6" fmla="*/ 527590 w 1165278"/>
                <a:gd name="connsiteY6" fmla="*/ 10626 h 635842"/>
                <a:gd name="connsiteX7" fmla="*/ 633190 w 1165278"/>
                <a:gd name="connsiteY7" fmla="*/ 10626 h 635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65278" h="635842">
                  <a:moveTo>
                    <a:pt x="1165279" y="318021"/>
                  </a:moveTo>
                  <a:lnTo>
                    <a:pt x="1030851" y="396837"/>
                  </a:lnTo>
                  <a:lnTo>
                    <a:pt x="637995" y="625109"/>
                  </a:lnTo>
                  <a:cubicBezTo>
                    <a:pt x="604250" y="639420"/>
                    <a:pt x="566140" y="639420"/>
                    <a:pt x="532395" y="625109"/>
                  </a:cubicBezTo>
                  <a:lnTo>
                    <a:pt x="134734" y="394997"/>
                  </a:lnTo>
                  <a:lnTo>
                    <a:pt x="0" y="317305"/>
                  </a:lnTo>
                  <a:lnTo>
                    <a:pt x="527590" y="10626"/>
                  </a:lnTo>
                  <a:cubicBezTo>
                    <a:pt x="561366" y="-3542"/>
                    <a:pt x="599415" y="-3542"/>
                    <a:pt x="633190" y="10626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96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406513" y="5018004"/>
              <a:ext cx="896116" cy="479850"/>
            </a:xfrm>
            <a:custGeom>
              <a:avLst/>
              <a:gdLst>
                <a:gd name="connsiteX0" fmla="*/ 896117 w 896116"/>
                <a:gd name="connsiteY0" fmla="*/ 240845 h 479850"/>
                <a:gd name="connsiteX1" fmla="*/ 503261 w 896116"/>
                <a:gd name="connsiteY1" fmla="*/ 469117 h 479850"/>
                <a:gd name="connsiteX2" fmla="*/ 397661 w 896116"/>
                <a:gd name="connsiteY2" fmla="*/ 469117 h 479850"/>
                <a:gd name="connsiteX3" fmla="*/ 0 w 896116"/>
                <a:gd name="connsiteY3" fmla="*/ 239005 h 479850"/>
                <a:gd name="connsiteX4" fmla="*/ 392856 w 896116"/>
                <a:gd name="connsiteY4" fmla="*/ 10734 h 479850"/>
                <a:gd name="connsiteX5" fmla="*/ 498456 w 896116"/>
                <a:gd name="connsiteY5" fmla="*/ 10734 h 479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6116" h="479850">
                  <a:moveTo>
                    <a:pt x="896117" y="240845"/>
                  </a:moveTo>
                  <a:lnTo>
                    <a:pt x="503261" y="469117"/>
                  </a:lnTo>
                  <a:cubicBezTo>
                    <a:pt x="469516" y="483428"/>
                    <a:pt x="431406" y="483428"/>
                    <a:pt x="397661" y="469117"/>
                  </a:cubicBezTo>
                  <a:lnTo>
                    <a:pt x="0" y="239005"/>
                  </a:lnTo>
                  <a:lnTo>
                    <a:pt x="392856" y="10734"/>
                  </a:lnTo>
                  <a:cubicBezTo>
                    <a:pt x="426601" y="-3578"/>
                    <a:pt x="464711" y="-3578"/>
                    <a:pt x="498456" y="10734"/>
                  </a:cubicBezTo>
                  <a:close/>
                </a:path>
              </a:pathLst>
            </a:custGeom>
            <a:solidFill>
              <a:schemeClr val="accent1"/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10067811" y="5744207"/>
              <a:ext cx="1573227" cy="911309"/>
            </a:xfrm>
            <a:custGeom>
              <a:avLst/>
              <a:gdLst>
                <a:gd name="connsiteX0" fmla="*/ 1522382 w 1573227"/>
                <a:gd name="connsiteY0" fmla="*/ 384997 h 911309"/>
                <a:gd name="connsiteX1" fmla="*/ 1523097 w 1573227"/>
                <a:gd name="connsiteY1" fmla="*/ 526274 h 911309"/>
                <a:gd name="connsiteX2" fmla="*/ 910966 w 1573227"/>
                <a:gd name="connsiteY2" fmla="*/ 882021 h 911309"/>
                <a:gd name="connsiteX3" fmla="*/ 667054 w 1573227"/>
                <a:gd name="connsiteY3" fmla="*/ 882021 h 911309"/>
                <a:gd name="connsiteX4" fmla="*/ 50935 w 1573227"/>
                <a:gd name="connsiteY4" fmla="*/ 526683 h 911309"/>
                <a:gd name="connsiteX5" fmla="*/ 50117 w 1573227"/>
                <a:gd name="connsiteY5" fmla="*/ 385406 h 911309"/>
                <a:gd name="connsiteX6" fmla="*/ 662351 w 1573227"/>
                <a:gd name="connsiteY6" fmla="*/ 29249 h 911309"/>
                <a:gd name="connsiteX7" fmla="*/ 906366 w 1573227"/>
                <a:gd name="connsiteY7" fmla="*/ 29249 h 91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73227" h="911309">
                  <a:moveTo>
                    <a:pt x="1522382" y="384997"/>
                  </a:moveTo>
                  <a:cubicBezTo>
                    <a:pt x="1589851" y="423945"/>
                    <a:pt x="1590260" y="487223"/>
                    <a:pt x="1523097" y="526274"/>
                  </a:cubicBezTo>
                  <a:lnTo>
                    <a:pt x="910966" y="882021"/>
                  </a:lnTo>
                  <a:cubicBezTo>
                    <a:pt x="843905" y="921072"/>
                    <a:pt x="734523" y="921072"/>
                    <a:pt x="667054" y="882021"/>
                  </a:cubicBezTo>
                  <a:lnTo>
                    <a:pt x="50935" y="526683"/>
                  </a:lnTo>
                  <a:cubicBezTo>
                    <a:pt x="-16739" y="487632"/>
                    <a:pt x="-16943" y="424456"/>
                    <a:pt x="50117" y="385406"/>
                  </a:cubicBezTo>
                  <a:lnTo>
                    <a:pt x="662351" y="29249"/>
                  </a:lnTo>
                  <a:cubicBezTo>
                    <a:pt x="729412" y="-9699"/>
                    <a:pt x="838692" y="-9801"/>
                    <a:pt x="906366" y="29249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42000"/>
              </a:schemeClr>
            </a:soli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10066815" y="5179624"/>
              <a:ext cx="1574929" cy="1157610"/>
            </a:xfrm>
            <a:custGeom>
              <a:avLst/>
              <a:gdLst>
                <a:gd name="connsiteX0" fmla="*/ 1574798 w 1574929"/>
                <a:gd name="connsiteY0" fmla="*/ 5520 h 1157610"/>
                <a:gd name="connsiteX1" fmla="*/ 1574184 w 1574929"/>
                <a:gd name="connsiteY1" fmla="*/ 11040 h 1157610"/>
                <a:gd name="connsiteX2" fmla="*/ 1573060 w 1574929"/>
                <a:gd name="connsiteY2" fmla="*/ 15436 h 1157610"/>
                <a:gd name="connsiteX3" fmla="*/ 1571629 w 1574929"/>
                <a:gd name="connsiteY3" fmla="*/ 20547 h 1157610"/>
                <a:gd name="connsiteX4" fmla="*/ 1569789 w 1574929"/>
                <a:gd name="connsiteY4" fmla="*/ 24739 h 1157610"/>
                <a:gd name="connsiteX5" fmla="*/ 1567335 w 1574929"/>
                <a:gd name="connsiteY5" fmla="*/ 30157 h 1157610"/>
                <a:gd name="connsiteX6" fmla="*/ 1564984 w 1574929"/>
                <a:gd name="connsiteY6" fmla="*/ 34041 h 1157610"/>
                <a:gd name="connsiteX7" fmla="*/ 1560895 w 1574929"/>
                <a:gd name="connsiteY7" fmla="*/ 39971 h 1157610"/>
                <a:gd name="connsiteX8" fmla="*/ 1558135 w 1574929"/>
                <a:gd name="connsiteY8" fmla="*/ 43446 h 1157610"/>
                <a:gd name="connsiteX9" fmla="*/ 1550774 w 1574929"/>
                <a:gd name="connsiteY9" fmla="*/ 51318 h 1157610"/>
                <a:gd name="connsiteX10" fmla="*/ 1548014 w 1574929"/>
                <a:gd name="connsiteY10" fmla="*/ 54180 h 1157610"/>
                <a:gd name="connsiteX11" fmla="*/ 1542699 w 1574929"/>
                <a:gd name="connsiteY11" fmla="*/ 58473 h 1157610"/>
                <a:gd name="connsiteX12" fmla="*/ 1537894 w 1574929"/>
                <a:gd name="connsiteY12" fmla="*/ 62358 h 1157610"/>
                <a:gd name="connsiteX13" fmla="*/ 1531760 w 1574929"/>
                <a:gd name="connsiteY13" fmla="*/ 66447 h 1157610"/>
                <a:gd name="connsiteX14" fmla="*/ 1525116 w 1574929"/>
                <a:gd name="connsiteY14" fmla="*/ 70638 h 1157610"/>
                <a:gd name="connsiteX15" fmla="*/ 912984 w 1574929"/>
                <a:gd name="connsiteY15" fmla="*/ 426795 h 1157610"/>
                <a:gd name="connsiteX16" fmla="*/ 896730 w 1574929"/>
                <a:gd name="connsiteY16" fmla="*/ 434973 h 1157610"/>
                <a:gd name="connsiteX17" fmla="*/ 891823 w 1574929"/>
                <a:gd name="connsiteY17" fmla="*/ 437120 h 1157610"/>
                <a:gd name="connsiteX18" fmla="*/ 878329 w 1574929"/>
                <a:gd name="connsiteY18" fmla="*/ 442231 h 1157610"/>
                <a:gd name="connsiteX19" fmla="*/ 873320 w 1574929"/>
                <a:gd name="connsiteY19" fmla="*/ 443969 h 1157610"/>
                <a:gd name="connsiteX20" fmla="*/ 864529 w 1574929"/>
                <a:gd name="connsiteY20" fmla="*/ 446422 h 1157610"/>
                <a:gd name="connsiteX21" fmla="*/ 857679 w 1574929"/>
                <a:gd name="connsiteY21" fmla="*/ 448262 h 1157610"/>
                <a:gd name="connsiteX22" fmla="*/ 848172 w 1574929"/>
                <a:gd name="connsiteY22" fmla="*/ 450307 h 1157610"/>
                <a:gd name="connsiteX23" fmla="*/ 841630 w 1574929"/>
                <a:gd name="connsiteY23" fmla="*/ 451636 h 1157610"/>
                <a:gd name="connsiteX24" fmla="*/ 822003 w 1574929"/>
                <a:gd name="connsiteY24" fmla="*/ 454396 h 1157610"/>
                <a:gd name="connsiteX25" fmla="*/ 815869 w 1574929"/>
                <a:gd name="connsiteY25" fmla="*/ 454907 h 1157610"/>
                <a:gd name="connsiteX26" fmla="*/ 804215 w 1574929"/>
                <a:gd name="connsiteY26" fmla="*/ 455725 h 1157610"/>
                <a:gd name="connsiteX27" fmla="*/ 796650 w 1574929"/>
                <a:gd name="connsiteY27" fmla="*/ 455725 h 1157610"/>
                <a:gd name="connsiteX28" fmla="*/ 787245 w 1574929"/>
                <a:gd name="connsiteY28" fmla="*/ 455725 h 1157610"/>
                <a:gd name="connsiteX29" fmla="*/ 779374 w 1574929"/>
                <a:gd name="connsiteY29" fmla="*/ 455725 h 1157610"/>
                <a:gd name="connsiteX30" fmla="*/ 770583 w 1574929"/>
                <a:gd name="connsiteY30" fmla="*/ 455725 h 1157610"/>
                <a:gd name="connsiteX31" fmla="*/ 762609 w 1574929"/>
                <a:gd name="connsiteY31" fmla="*/ 455112 h 1157610"/>
                <a:gd name="connsiteX32" fmla="*/ 754022 w 1574929"/>
                <a:gd name="connsiteY32" fmla="*/ 454089 h 1157610"/>
                <a:gd name="connsiteX33" fmla="*/ 746253 w 1574929"/>
                <a:gd name="connsiteY33" fmla="*/ 453067 h 1157610"/>
                <a:gd name="connsiteX34" fmla="*/ 737155 w 1574929"/>
                <a:gd name="connsiteY34" fmla="*/ 451431 h 1157610"/>
                <a:gd name="connsiteX35" fmla="*/ 729897 w 1574929"/>
                <a:gd name="connsiteY35" fmla="*/ 450000 h 1157610"/>
                <a:gd name="connsiteX36" fmla="*/ 719674 w 1574929"/>
                <a:gd name="connsiteY36" fmla="*/ 447342 h 1157610"/>
                <a:gd name="connsiteX37" fmla="*/ 713745 w 1574929"/>
                <a:gd name="connsiteY37" fmla="*/ 445809 h 1157610"/>
                <a:gd name="connsiteX38" fmla="*/ 695242 w 1574929"/>
                <a:gd name="connsiteY38" fmla="*/ 439573 h 1157610"/>
                <a:gd name="connsiteX39" fmla="*/ 692788 w 1574929"/>
                <a:gd name="connsiteY39" fmla="*/ 438449 h 1157610"/>
                <a:gd name="connsiteX40" fmla="*/ 669481 w 1574929"/>
                <a:gd name="connsiteY40" fmla="*/ 427306 h 1157610"/>
                <a:gd name="connsiteX41" fmla="*/ 53260 w 1574929"/>
                <a:gd name="connsiteY41" fmla="*/ 71558 h 1157610"/>
                <a:gd name="connsiteX42" fmla="*/ 2147 w 1574929"/>
                <a:gd name="connsiteY42" fmla="*/ 0 h 1157610"/>
                <a:gd name="connsiteX43" fmla="*/ 0 w 1574929"/>
                <a:gd name="connsiteY43" fmla="*/ 702806 h 1157610"/>
                <a:gd name="connsiteX44" fmla="*/ 51113 w 1574929"/>
                <a:gd name="connsiteY44" fmla="*/ 773853 h 1157610"/>
                <a:gd name="connsiteX45" fmla="*/ 667232 w 1574929"/>
                <a:gd name="connsiteY45" fmla="*/ 1129601 h 1157610"/>
                <a:gd name="connsiteX46" fmla="*/ 690539 w 1574929"/>
                <a:gd name="connsiteY46" fmla="*/ 1140846 h 1157610"/>
                <a:gd name="connsiteX47" fmla="*/ 692073 w 1574929"/>
                <a:gd name="connsiteY47" fmla="*/ 1141561 h 1157610"/>
                <a:gd name="connsiteX48" fmla="*/ 692993 w 1574929"/>
                <a:gd name="connsiteY48" fmla="*/ 1141561 h 1157610"/>
                <a:gd name="connsiteX49" fmla="*/ 711496 w 1574929"/>
                <a:gd name="connsiteY49" fmla="*/ 1147797 h 1157610"/>
                <a:gd name="connsiteX50" fmla="*/ 713029 w 1574929"/>
                <a:gd name="connsiteY50" fmla="*/ 1148308 h 1157610"/>
                <a:gd name="connsiteX51" fmla="*/ 717425 w 1574929"/>
                <a:gd name="connsiteY51" fmla="*/ 1149330 h 1157610"/>
                <a:gd name="connsiteX52" fmla="*/ 727648 w 1574929"/>
                <a:gd name="connsiteY52" fmla="*/ 1151988 h 1157610"/>
                <a:gd name="connsiteX53" fmla="*/ 730510 w 1574929"/>
                <a:gd name="connsiteY53" fmla="*/ 1152704 h 1157610"/>
                <a:gd name="connsiteX54" fmla="*/ 734803 w 1574929"/>
                <a:gd name="connsiteY54" fmla="*/ 1153419 h 1157610"/>
                <a:gd name="connsiteX55" fmla="*/ 743901 w 1574929"/>
                <a:gd name="connsiteY55" fmla="*/ 1155055 h 1157610"/>
                <a:gd name="connsiteX56" fmla="*/ 747582 w 1574929"/>
                <a:gd name="connsiteY56" fmla="*/ 1155668 h 1157610"/>
                <a:gd name="connsiteX57" fmla="*/ 751671 w 1574929"/>
                <a:gd name="connsiteY57" fmla="*/ 1156180 h 1157610"/>
                <a:gd name="connsiteX58" fmla="*/ 760258 w 1574929"/>
                <a:gd name="connsiteY58" fmla="*/ 1157100 h 1157610"/>
                <a:gd name="connsiteX59" fmla="*/ 764347 w 1574929"/>
                <a:gd name="connsiteY59" fmla="*/ 1157100 h 1157610"/>
                <a:gd name="connsiteX60" fmla="*/ 768231 w 1574929"/>
                <a:gd name="connsiteY60" fmla="*/ 1157100 h 1157610"/>
                <a:gd name="connsiteX61" fmla="*/ 777023 w 1574929"/>
                <a:gd name="connsiteY61" fmla="*/ 1157611 h 1157610"/>
                <a:gd name="connsiteX62" fmla="*/ 781419 w 1574929"/>
                <a:gd name="connsiteY62" fmla="*/ 1157611 h 1157610"/>
                <a:gd name="connsiteX63" fmla="*/ 794401 w 1574929"/>
                <a:gd name="connsiteY63" fmla="*/ 1157611 h 1157610"/>
                <a:gd name="connsiteX64" fmla="*/ 799104 w 1574929"/>
                <a:gd name="connsiteY64" fmla="*/ 1157611 h 1157610"/>
                <a:gd name="connsiteX65" fmla="*/ 801864 w 1574929"/>
                <a:gd name="connsiteY65" fmla="*/ 1157611 h 1157610"/>
                <a:gd name="connsiteX66" fmla="*/ 813620 w 1574929"/>
                <a:gd name="connsiteY66" fmla="*/ 1156793 h 1157610"/>
                <a:gd name="connsiteX67" fmla="*/ 818322 w 1574929"/>
                <a:gd name="connsiteY67" fmla="*/ 1156793 h 1157610"/>
                <a:gd name="connsiteX68" fmla="*/ 819651 w 1574929"/>
                <a:gd name="connsiteY68" fmla="*/ 1156793 h 1157610"/>
                <a:gd name="connsiteX69" fmla="*/ 839381 w 1574929"/>
                <a:gd name="connsiteY69" fmla="*/ 1154033 h 1157610"/>
                <a:gd name="connsiteX70" fmla="*/ 840301 w 1574929"/>
                <a:gd name="connsiteY70" fmla="*/ 1154033 h 1157610"/>
                <a:gd name="connsiteX71" fmla="*/ 845821 w 1574929"/>
                <a:gd name="connsiteY71" fmla="*/ 1152806 h 1157610"/>
                <a:gd name="connsiteX72" fmla="*/ 855328 w 1574929"/>
                <a:gd name="connsiteY72" fmla="*/ 1150864 h 1157610"/>
                <a:gd name="connsiteX73" fmla="*/ 862177 w 1574929"/>
                <a:gd name="connsiteY73" fmla="*/ 1149024 h 1157610"/>
                <a:gd name="connsiteX74" fmla="*/ 871071 w 1574929"/>
                <a:gd name="connsiteY74" fmla="*/ 1146468 h 1157610"/>
                <a:gd name="connsiteX75" fmla="*/ 873013 w 1574929"/>
                <a:gd name="connsiteY75" fmla="*/ 1145957 h 1157610"/>
                <a:gd name="connsiteX76" fmla="*/ 876080 w 1574929"/>
                <a:gd name="connsiteY76" fmla="*/ 1144730 h 1157610"/>
                <a:gd name="connsiteX77" fmla="*/ 889574 w 1574929"/>
                <a:gd name="connsiteY77" fmla="*/ 1139619 h 1157610"/>
                <a:gd name="connsiteX78" fmla="*/ 894481 w 1574929"/>
                <a:gd name="connsiteY78" fmla="*/ 1137574 h 1157610"/>
                <a:gd name="connsiteX79" fmla="*/ 910735 w 1574929"/>
                <a:gd name="connsiteY79" fmla="*/ 1129294 h 1157610"/>
                <a:gd name="connsiteX80" fmla="*/ 1523173 w 1574929"/>
                <a:gd name="connsiteY80" fmla="*/ 774364 h 1157610"/>
                <a:gd name="connsiteX81" fmla="*/ 1525218 w 1574929"/>
                <a:gd name="connsiteY81" fmla="*/ 773138 h 1157610"/>
                <a:gd name="connsiteX82" fmla="*/ 1529716 w 1574929"/>
                <a:gd name="connsiteY82" fmla="*/ 770173 h 1157610"/>
                <a:gd name="connsiteX83" fmla="*/ 1535850 w 1574929"/>
                <a:gd name="connsiteY83" fmla="*/ 766084 h 1157610"/>
                <a:gd name="connsiteX84" fmla="*/ 1540756 w 1574929"/>
                <a:gd name="connsiteY84" fmla="*/ 762199 h 1157610"/>
                <a:gd name="connsiteX85" fmla="*/ 1545970 w 1574929"/>
                <a:gd name="connsiteY85" fmla="*/ 757906 h 1157610"/>
                <a:gd name="connsiteX86" fmla="*/ 1546992 w 1574929"/>
                <a:gd name="connsiteY86" fmla="*/ 756986 h 1157610"/>
                <a:gd name="connsiteX87" fmla="*/ 1548832 w 1574929"/>
                <a:gd name="connsiteY87" fmla="*/ 755146 h 1157610"/>
                <a:gd name="connsiteX88" fmla="*/ 1556090 w 1574929"/>
                <a:gd name="connsiteY88" fmla="*/ 747274 h 1157610"/>
                <a:gd name="connsiteX89" fmla="*/ 1557726 w 1574929"/>
                <a:gd name="connsiteY89" fmla="*/ 745536 h 1157610"/>
                <a:gd name="connsiteX90" fmla="*/ 1558953 w 1574929"/>
                <a:gd name="connsiteY90" fmla="*/ 743696 h 1157610"/>
                <a:gd name="connsiteX91" fmla="*/ 1562939 w 1574929"/>
                <a:gd name="connsiteY91" fmla="*/ 737767 h 1157610"/>
                <a:gd name="connsiteX92" fmla="*/ 1564677 w 1574929"/>
                <a:gd name="connsiteY92" fmla="*/ 735212 h 1157610"/>
                <a:gd name="connsiteX93" fmla="*/ 1565291 w 1574929"/>
                <a:gd name="connsiteY93" fmla="*/ 733883 h 1157610"/>
                <a:gd name="connsiteX94" fmla="*/ 1567846 w 1574929"/>
                <a:gd name="connsiteY94" fmla="*/ 728465 h 1157610"/>
                <a:gd name="connsiteX95" fmla="*/ 1569277 w 1574929"/>
                <a:gd name="connsiteY95" fmla="*/ 725398 h 1157610"/>
                <a:gd name="connsiteX96" fmla="*/ 1569277 w 1574929"/>
                <a:gd name="connsiteY96" fmla="*/ 724273 h 1157610"/>
                <a:gd name="connsiteX97" fmla="*/ 1570709 w 1574929"/>
                <a:gd name="connsiteY97" fmla="*/ 719162 h 1157610"/>
                <a:gd name="connsiteX98" fmla="*/ 1571731 w 1574929"/>
                <a:gd name="connsiteY98" fmla="*/ 715686 h 1157610"/>
                <a:gd name="connsiteX99" fmla="*/ 1571731 w 1574929"/>
                <a:gd name="connsiteY99" fmla="*/ 714766 h 1157610"/>
                <a:gd name="connsiteX100" fmla="*/ 1572344 w 1574929"/>
                <a:gd name="connsiteY100" fmla="*/ 709348 h 1157610"/>
                <a:gd name="connsiteX101" fmla="*/ 1572344 w 1574929"/>
                <a:gd name="connsiteY101" fmla="*/ 705770 h 1157610"/>
                <a:gd name="connsiteX102" fmla="*/ 1572344 w 1574929"/>
                <a:gd name="connsiteY102" fmla="*/ 704237 h 1157610"/>
                <a:gd name="connsiteX103" fmla="*/ 1574287 w 1574929"/>
                <a:gd name="connsiteY103" fmla="*/ 1022 h 1157610"/>
                <a:gd name="connsiteX104" fmla="*/ 1574798 w 1574929"/>
                <a:gd name="connsiteY104" fmla="*/ 5520 h 1157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1574929" h="1157610">
                  <a:moveTo>
                    <a:pt x="1574798" y="5520"/>
                  </a:moveTo>
                  <a:cubicBezTo>
                    <a:pt x="1574798" y="7360"/>
                    <a:pt x="1574798" y="9200"/>
                    <a:pt x="1574184" y="11040"/>
                  </a:cubicBezTo>
                  <a:cubicBezTo>
                    <a:pt x="1573571" y="12880"/>
                    <a:pt x="1573469" y="13903"/>
                    <a:pt x="1573060" y="15436"/>
                  </a:cubicBezTo>
                  <a:cubicBezTo>
                    <a:pt x="1572651" y="16970"/>
                    <a:pt x="1572140" y="18810"/>
                    <a:pt x="1571629" y="20547"/>
                  </a:cubicBezTo>
                  <a:cubicBezTo>
                    <a:pt x="1571118" y="22285"/>
                    <a:pt x="1570402" y="23410"/>
                    <a:pt x="1569789" y="24739"/>
                  </a:cubicBezTo>
                  <a:cubicBezTo>
                    <a:pt x="1569175" y="26068"/>
                    <a:pt x="1568255" y="28419"/>
                    <a:pt x="1567335" y="30157"/>
                  </a:cubicBezTo>
                  <a:cubicBezTo>
                    <a:pt x="1566415" y="31895"/>
                    <a:pt x="1565802" y="32712"/>
                    <a:pt x="1564984" y="34041"/>
                  </a:cubicBezTo>
                  <a:cubicBezTo>
                    <a:pt x="1563727" y="36086"/>
                    <a:pt x="1562357" y="38069"/>
                    <a:pt x="1560895" y="39971"/>
                  </a:cubicBezTo>
                  <a:cubicBezTo>
                    <a:pt x="1560077" y="41197"/>
                    <a:pt x="1559055" y="42322"/>
                    <a:pt x="1558135" y="43446"/>
                  </a:cubicBezTo>
                  <a:cubicBezTo>
                    <a:pt x="1555845" y="46216"/>
                    <a:pt x="1553381" y="48844"/>
                    <a:pt x="1550774" y="51318"/>
                  </a:cubicBezTo>
                  <a:cubicBezTo>
                    <a:pt x="1549854" y="52238"/>
                    <a:pt x="1549037" y="53260"/>
                    <a:pt x="1548014" y="54180"/>
                  </a:cubicBezTo>
                  <a:cubicBezTo>
                    <a:pt x="1546992" y="55100"/>
                    <a:pt x="1544539" y="57042"/>
                    <a:pt x="1542699" y="58473"/>
                  </a:cubicBezTo>
                  <a:lnTo>
                    <a:pt x="1537894" y="62358"/>
                  </a:lnTo>
                  <a:lnTo>
                    <a:pt x="1531760" y="66447"/>
                  </a:lnTo>
                  <a:cubicBezTo>
                    <a:pt x="1529511" y="67878"/>
                    <a:pt x="1527467" y="69309"/>
                    <a:pt x="1525116" y="70638"/>
                  </a:cubicBezTo>
                  <a:lnTo>
                    <a:pt x="912984" y="426795"/>
                  </a:lnTo>
                  <a:cubicBezTo>
                    <a:pt x="907730" y="429821"/>
                    <a:pt x="902301" y="432560"/>
                    <a:pt x="896730" y="434973"/>
                  </a:cubicBezTo>
                  <a:lnTo>
                    <a:pt x="891823" y="437120"/>
                  </a:lnTo>
                  <a:cubicBezTo>
                    <a:pt x="887427" y="438960"/>
                    <a:pt x="882929" y="440698"/>
                    <a:pt x="878329" y="442231"/>
                  </a:cubicBezTo>
                  <a:lnTo>
                    <a:pt x="873320" y="443969"/>
                  </a:lnTo>
                  <a:cubicBezTo>
                    <a:pt x="870458" y="444889"/>
                    <a:pt x="867493" y="445604"/>
                    <a:pt x="864529" y="446422"/>
                  </a:cubicBezTo>
                  <a:lnTo>
                    <a:pt x="857679" y="448262"/>
                  </a:lnTo>
                  <a:cubicBezTo>
                    <a:pt x="854510" y="449080"/>
                    <a:pt x="851341" y="449694"/>
                    <a:pt x="848172" y="450307"/>
                  </a:cubicBezTo>
                  <a:lnTo>
                    <a:pt x="841630" y="451636"/>
                  </a:lnTo>
                  <a:cubicBezTo>
                    <a:pt x="835220" y="452791"/>
                    <a:pt x="828678" y="453711"/>
                    <a:pt x="822003" y="454396"/>
                  </a:cubicBezTo>
                  <a:lnTo>
                    <a:pt x="815869" y="454907"/>
                  </a:lnTo>
                  <a:lnTo>
                    <a:pt x="804215" y="455725"/>
                  </a:lnTo>
                  <a:lnTo>
                    <a:pt x="796650" y="455725"/>
                  </a:lnTo>
                  <a:lnTo>
                    <a:pt x="787245" y="455725"/>
                  </a:lnTo>
                  <a:lnTo>
                    <a:pt x="779374" y="455725"/>
                  </a:lnTo>
                  <a:lnTo>
                    <a:pt x="770583" y="455725"/>
                  </a:lnTo>
                  <a:lnTo>
                    <a:pt x="762609" y="455112"/>
                  </a:lnTo>
                  <a:lnTo>
                    <a:pt x="754022" y="454089"/>
                  </a:lnTo>
                  <a:lnTo>
                    <a:pt x="746253" y="453067"/>
                  </a:lnTo>
                  <a:lnTo>
                    <a:pt x="737155" y="451431"/>
                  </a:lnTo>
                  <a:lnTo>
                    <a:pt x="729897" y="450000"/>
                  </a:lnTo>
                  <a:lnTo>
                    <a:pt x="719674" y="447342"/>
                  </a:lnTo>
                  <a:lnTo>
                    <a:pt x="713745" y="445809"/>
                  </a:lnTo>
                  <a:cubicBezTo>
                    <a:pt x="707407" y="443969"/>
                    <a:pt x="701171" y="441822"/>
                    <a:pt x="695242" y="439573"/>
                  </a:cubicBezTo>
                  <a:lnTo>
                    <a:pt x="692788" y="438449"/>
                  </a:lnTo>
                  <a:cubicBezTo>
                    <a:pt x="684764" y="435290"/>
                    <a:pt x="676974" y="431569"/>
                    <a:pt x="669481" y="427306"/>
                  </a:cubicBezTo>
                  <a:lnTo>
                    <a:pt x="53260" y="71558"/>
                  </a:lnTo>
                  <a:cubicBezTo>
                    <a:pt x="19321" y="51931"/>
                    <a:pt x="2147" y="26170"/>
                    <a:pt x="2147" y="0"/>
                  </a:cubicBezTo>
                  <a:lnTo>
                    <a:pt x="0" y="702806"/>
                  </a:lnTo>
                  <a:cubicBezTo>
                    <a:pt x="0" y="728465"/>
                    <a:pt x="16867" y="753919"/>
                    <a:pt x="51113" y="773853"/>
                  </a:cubicBezTo>
                  <a:lnTo>
                    <a:pt x="667232" y="1129601"/>
                  </a:lnTo>
                  <a:cubicBezTo>
                    <a:pt x="674745" y="1133853"/>
                    <a:pt x="682535" y="1137615"/>
                    <a:pt x="690539" y="1140846"/>
                  </a:cubicBezTo>
                  <a:lnTo>
                    <a:pt x="692073" y="1141561"/>
                  </a:lnTo>
                  <a:lnTo>
                    <a:pt x="692993" y="1141561"/>
                  </a:lnTo>
                  <a:cubicBezTo>
                    <a:pt x="699024" y="1143912"/>
                    <a:pt x="705158" y="1145957"/>
                    <a:pt x="711496" y="1147797"/>
                  </a:cubicBezTo>
                  <a:lnTo>
                    <a:pt x="713029" y="1148308"/>
                  </a:lnTo>
                  <a:lnTo>
                    <a:pt x="717425" y="1149330"/>
                  </a:lnTo>
                  <a:cubicBezTo>
                    <a:pt x="721003" y="1150353"/>
                    <a:pt x="724479" y="1151170"/>
                    <a:pt x="727648" y="1151988"/>
                  </a:cubicBezTo>
                  <a:lnTo>
                    <a:pt x="730510" y="1152704"/>
                  </a:lnTo>
                  <a:lnTo>
                    <a:pt x="734803" y="1153419"/>
                  </a:lnTo>
                  <a:lnTo>
                    <a:pt x="743901" y="1155055"/>
                  </a:lnTo>
                  <a:lnTo>
                    <a:pt x="747582" y="1155668"/>
                  </a:lnTo>
                  <a:lnTo>
                    <a:pt x="751671" y="1156180"/>
                  </a:lnTo>
                  <a:lnTo>
                    <a:pt x="760258" y="1157100"/>
                  </a:lnTo>
                  <a:lnTo>
                    <a:pt x="764347" y="1157100"/>
                  </a:lnTo>
                  <a:lnTo>
                    <a:pt x="768231" y="1157100"/>
                  </a:lnTo>
                  <a:lnTo>
                    <a:pt x="777023" y="1157611"/>
                  </a:lnTo>
                  <a:lnTo>
                    <a:pt x="781419" y="1157611"/>
                  </a:lnTo>
                  <a:lnTo>
                    <a:pt x="794401" y="1157611"/>
                  </a:lnTo>
                  <a:cubicBezTo>
                    <a:pt x="795935" y="1157611"/>
                    <a:pt x="797570" y="1157611"/>
                    <a:pt x="799104" y="1157611"/>
                  </a:cubicBezTo>
                  <a:lnTo>
                    <a:pt x="801864" y="1157611"/>
                  </a:lnTo>
                  <a:lnTo>
                    <a:pt x="813620" y="1156793"/>
                  </a:lnTo>
                  <a:lnTo>
                    <a:pt x="818322" y="1156793"/>
                  </a:lnTo>
                  <a:lnTo>
                    <a:pt x="819651" y="1156793"/>
                  </a:lnTo>
                  <a:cubicBezTo>
                    <a:pt x="826296" y="1156077"/>
                    <a:pt x="832839" y="1155260"/>
                    <a:pt x="839381" y="1154033"/>
                  </a:cubicBezTo>
                  <a:lnTo>
                    <a:pt x="840301" y="1154033"/>
                  </a:lnTo>
                  <a:lnTo>
                    <a:pt x="845821" y="1152806"/>
                  </a:lnTo>
                  <a:lnTo>
                    <a:pt x="855328" y="1150864"/>
                  </a:lnTo>
                  <a:lnTo>
                    <a:pt x="862177" y="1149024"/>
                  </a:lnTo>
                  <a:lnTo>
                    <a:pt x="871071" y="1146468"/>
                  </a:lnTo>
                  <a:lnTo>
                    <a:pt x="873013" y="1145957"/>
                  </a:lnTo>
                  <a:lnTo>
                    <a:pt x="876080" y="1144730"/>
                  </a:lnTo>
                  <a:cubicBezTo>
                    <a:pt x="880680" y="1143197"/>
                    <a:pt x="885178" y="1141459"/>
                    <a:pt x="889574" y="1139619"/>
                  </a:cubicBezTo>
                  <a:lnTo>
                    <a:pt x="894481" y="1137574"/>
                  </a:lnTo>
                  <a:cubicBezTo>
                    <a:pt x="900042" y="1135100"/>
                    <a:pt x="905470" y="1132340"/>
                    <a:pt x="910735" y="1129294"/>
                  </a:cubicBezTo>
                  <a:lnTo>
                    <a:pt x="1523173" y="774364"/>
                  </a:lnTo>
                  <a:lnTo>
                    <a:pt x="1525218" y="773138"/>
                  </a:lnTo>
                  <a:cubicBezTo>
                    <a:pt x="1526854" y="772217"/>
                    <a:pt x="1528183" y="771195"/>
                    <a:pt x="1529716" y="770173"/>
                  </a:cubicBezTo>
                  <a:cubicBezTo>
                    <a:pt x="1531249" y="769151"/>
                    <a:pt x="1533907" y="767515"/>
                    <a:pt x="1535850" y="766084"/>
                  </a:cubicBezTo>
                  <a:cubicBezTo>
                    <a:pt x="1537792" y="764653"/>
                    <a:pt x="1539121" y="763528"/>
                    <a:pt x="1540756" y="762199"/>
                  </a:cubicBezTo>
                  <a:lnTo>
                    <a:pt x="1545970" y="757906"/>
                  </a:lnTo>
                  <a:lnTo>
                    <a:pt x="1546992" y="756986"/>
                  </a:lnTo>
                  <a:lnTo>
                    <a:pt x="1548832" y="755146"/>
                  </a:lnTo>
                  <a:cubicBezTo>
                    <a:pt x="1551388" y="752651"/>
                    <a:pt x="1553811" y="750024"/>
                    <a:pt x="1556090" y="747274"/>
                  </a:cubicBezTo>
                  <a:lnTo>
                    <a:pt x="1557726" y="745536"/>
                  </a:lnTo>
                  <a:cubicBezTo>
                    <a:pt x="1558104" y="744903"/>
                    <a:pt x="1558513" y="744289"/>
                    <a:pt x="1558953" y="743696"/>
                  </a:cubicBezTo>
                  <a:cubicBezTo>
                    <a:pt x="1560384" y="741754"/>
                    <a:pt x="1561713" y="739710"/>
                    <a:pt x="1562939" y="737767"/>
                  </a:cubicBezTo>
                  <a:cubicBezTo>
                    <a:pt x="1564166" y="735825"/>
                    <a:pt x="1564166" y="736029"/>
                    <a:pt x="1564677" y="735212"/>
                  </a:cubicBezTo>
                  <a:lnTo>
                    <a:pt x="1565291" y="733883"/>
                  </a:lnTo>
                  <a:cubicBezTo>
                    <a:pt x="1566211" y="732145"/>
                    <a:pt x="1567028" y="730305"/>
                    <a:pt x="1567846" y="728465"/>
                  </a:cubicBezTo>
                  <a:cubicBezTo>
                    <a:pt x="1568664" y="726625"/>
                    <a:pt x="1568869" y="726420"/>
                    <a:pt x="1569277" y="725398"/>
                  </a:cubicBezTo>
                  <a:lnTo>
                    <a:pt x="1569277" y="724273"/>
                  </a:lnTo>
                  <a:cubicBezTo>
                    <a:pt x="1569860" y="722597"/>
                    <a:pt x="1570341" y="720890"/>
                    <a:pt x="1570709" y="719162"/>
                  </a:cubicBezTo>
                  <a:cubicBezTo>
                    <a:pt x="1570709" y="718038"/>
                    <a:pt x="1571526" y="716811"/>
                    <a:pt x="1571731" y="715686"/>
                  </a:cubicBezTo>
                  <a:cubicBezTo>
                    <a:pt x="1571782" y="715380"/>
                    <a:pt x="1571782" y="715073"/>
                    <a:pt x="1571731" y="714766"/>
                  </a:cubicBezTo>
                  <a:cubicBezTo>
                    <a:pt x="1572078" y="712977"/>
                    <a:pt x="1572283" y="711168"/>
                    <a:pt x="1572344" y="709348"/>
                  </a:cubicBezTo>
                  <a:cubicBezTo>
                    <a:pt x="1572344" y="708122"/>
                    <a:pt x="1572344" y="706895"/>
                    <a:pt x="1572344" y="705770"/>
                  </a:cubicBezTo>
                  <a:cubicBezTo>
                    <a:pt x="1572344" y="704646"/>
                    <a:pt x="1572344" y="704748"/>
                    <a:pt x="1572344" y="704237"/>
                  </a:cubicBezTo>
                  <a:lnTo>
                    <a:pt x="1574287" y="1022"/>
                  </a:lnTo>
                  <a:cubicBezTo>
                    <a:pt x="1575207" y="2147"/>
                    <a:pt x="1574900" y="3885"/>
                    <a:pt x="1574798" y="5520"/>
                  </a:cubicBezTo>
                  <a:close/>
                </a:path>
              </a:pathLst>
            </a:custGeom>
            <a:gradFill>
              <a:gsLst>
                <a:gs pos="20000">
                  <a:srgbClr val="E0E6FD"/>
                </a:gs>
                <a:gs pos="52000">
                  <a:srgbClr val="FFFFFF"/>
                </a:gs>
                <a:gs pos="73000">
                  <a:srgbClr val="FCFDFF"/>
                </a:gs>
                <a:gs pos="85000">
                  <a:srgbClr val="F4F6FE"/>
                </a:gs>
                <a:gs pos="95000">
                  <a:srgbClr val="E6EBFE"/>
                </a:gs>
                <a:gs pos="100000">
                  <a:srgbClr val="DBE2FD"/>
                </a:gs>
              </a:gsLst>
              <a:lin ang="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10838624" y="4689559"/>
              <a:ext cx="1356033" cy="632866"/>
            </a:xfrm>
            <a:custGeom>
              <a:avLst/>
              <a:gdLst>
                <a:gd name="connsiteX0" fmla="*/ 0 w 1356033"/>
                <a:gd name="connsiteY0" fmla="*/ 620403 h 632866"/>
                <a:gd name="connsiteX1" fmla="*/ 374660 w 1356033"/>
                <a:gd name="connsiteY1" fmla="*/ 193608 h 632866"/>
                <a:gd name="connsiteX2" fmla="*/ 1356033 w 1356033"/>
                <a:gd name="connsiteY2" fmla="*/ 283669 h 632866"/>
                <a:gd name="connsiteX3" fmla="*/ 602113 w 1356033"/>
                <a:gd name="connsiteY3" fmla="*/ 382113 h 632866"/>
                <a:gd name="connsiteX4" fmla="*/ 0 w 1356033"/>
                <a:gd name="connsiteY4" fmla="*/ 620403 h 6328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6033" h="632866">
                  <a:moveTo>
                    <a:pt x="0" y="620403"/>
                  </a:moveTo>
                  <a:cubicBezTo>
                    <a:pt x="0" y="620403"/>
                    <a:pt x="289505" y="484953"/>
                    <a:pt x="374660" y="193608"/>
                  </a:cubicBezTo>
                  <a:cubicBezTo>
                    <a:pt x="459814" y="-97737"/>
                    <a:pt x="1023900" y="-54291"/>
                    <a:pt x="1356033" y="283669"/>
                  </a:cubicBezTo>
                  <a:cubicBezTo>
                    <a:pt x="1356033" y="283669"/>
                    <a:pt x="1041380" y="509078"/>
                    <a:pt x="602113" y="382113"/>
                  </a:cubicBezTo>
                  <a:cubicBezTo>
                    <a:pt x="403999" y="325276"/>
                    <a:pt x="94764" y="705455"/>
                    <a:pt x="0" y="62040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10837602" y="4282605"/>
              <a:ext cx="1081657" cy="1035432"/>
            </a:xfrm>
            <a:custGeom>
              <a:avLst/>
              <a:gdLst>
                <a:gd name="connsiteX0" fmla="*/ 0 w 1081657"/>
                <a:gd name="connsiteY0" fmla="*/ 1035433 h 1035432"/>
                <a:gd name="connsiteX1" fmla="*/ 262108 w 1081657"/>
                <a:gd name="connsiteY1" fmla="*/ 333752 h 1035432"/>
                <a:gd name="connsiteX2" fmla="*/ 1081658 w 1081657"/>
                <a:gd name="connsiteY2" fmla="*/ 189101 h 1035432"/>
                <a:gd name="connsiteX3" fmla="*/ 491607 w 1081657"/>
                <a:gd name="connsiteY3" fmla="*/ 430764 h 1035432"/>
                <a:gd name="connsiteX4" fmla="*/ 0 w 1081657"/>
                <a:gd name="connsiteY4" fmla="*/ 1035433 h 103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035432">
                  <a:moveTo>
                    <a:pt x="0" y="1035433"/>
                  </a:moveTo>
                  <a:cubicBezTo>
                    <a:pt x="0" y="1035433"/>
                    <a:pt x="260780" y="637262"/>
                    <a:pt x="262108" y="333752"/>
                  </a:cubicBezTo>
                  <a:cubicBezTo>
                    <a:pt x="263437" y="30242"/>
                    <a:pt x="753715" y="-163170"/>
                    <a:pt x="1081658" y="189101"/>
                  </a:cubicBezTo>
                  <a:cubicBezTo>
                    <a:pt x="1081658" y="189101"/>
                    <a:pt x="948763" y="431480"/>
                    <a:pt x="491607" y="430764"/>
                  </a:cubicBezTo>
                  <a:cubicBezTo>
                    <a:pt x="285621" y="430560"/>
                    <a:pt x="184519" y="972053"/>
                    <a:pt x="0" y="103543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>
              <a:off x="9797959" y="4048452"/>
              <a:ext cx="1081657" cy="1269585"/>
            </a:xfrm>
            <a:custGeom>
              <a:avLst/>
              <a:gdLst>
                <a:gd name="connsiteX0" fmla="*/ 1081658 w 1081657"/>
                <a:gd name="connsiteY0" fmla="*/ 1269586 h 1269585"/>
                <a:gd name="connsiteX1" fmla="*/ 860644 w 1081657"/>
                <a:gd name="connsiteY1" fmla="*/ 501253 h 1269585"/>
                <a:gd name="connsiteX2" fmla="*/ 0 w 1081657"/>
                <a:gd name="connsiteY2" fmla="*/ 46448 h 1269585"/>
                <a:gd name="connsiteX3" fmla="*/ 647093 w 1081657"/>
                <a:gd name="connsiteY3" fmla="*/ 594177 h 1269585"/>
                <a:gd name="connsiteX4" fmla="*/ 1081658 w 1081657"/>
                <a:gd name="connsiteY4" fmla="*/ 1269586 h 126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657" h="1269585">
                  <a:moveTo>
                    <a:pt x="1081658" y="1269586"/>
                  </a:moveTo>
                  <a:cubicBezTo>
                    <a:pt x="1081658" y="1269586"/>
                    <a:pt x="812598" y="801492"/>
                    <a:pt x="860644" y="501253"/>
                  </a:cubicBezTo>
                  <a:cubicBezTo>
                    <a:pt x="916664" y="154910"/>
                    <a:pt x="339289" y="-111083"/>
                    <a:pt x="0" y="46448"/>
                  </a:cubicBezTo>
                  <a:cubicBezTo>
                    <a:pt x="0" y="46448"/>
                    <a:pt x="161313" y="667882"/>
                    <a:pt x="647093" y="594177"/>
                  </a:cubicBezTo>
                  <a:cubicBezTo>
                    <a:pt x="850421" y="563304"/>
                    <a:pt x="897037" y="1206206"/>
                    <a:pt x="1081658" y="1269586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0674812" y="3428999"/>
              <a:ext cx="810750" cy="1866243"/>
            </a:xfrm>
            <a:custGeom>
              <a:avLst/>
              <a:gdLst>
                <a:gd name="connsiteX0" fmla="*/ 176999 w 810750"/>
                <a:gd name="connsiteY0" fmla="*/ 1866243 h 1866243"/>
                <a:gd name="connsiteX1" fmla="*/ 68435 w 810750"/>
                <a:gd name="connsiteY1" fmla="*/ 909610 h 1866243"/>
                <a:gd name="connsiteX2" fmla="*/ 810088 w 810750"/>
                <a:gd name="connsiteY2" fmla="*/ 0 h 1866243"/>
                <a:gd name="connsiteX3" fmla="*/ 376034 w 810750"/>
                <a:gd name="connsiteY3" fmla="*/ 960927 h 1866243"/>
                <a:gd name="connsiteX4" fmla="*/ 176999 w 810750"/>
                <a:gd name="connsiteY4" fmla="*/ 1866243 h 186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750" h="1866243">
                  <a:moveTo>
                    <a:pt x="176999" y="1866243"/>
                  </a:moveTo>
                  <a:cubicBezTo>
                    <a:pt x="176999" y="1866243"/>
                    <a:pt x="229953" y="1166607"/>
                    <a:pt x="68435" y="909610"/>
                  </a:cubicBezTo>
                  <a:cubicBezTo>
                    <a:pt x="-212074" y="462983"/>
                    <a:pt x="436348" y="2249"/>
                    <a:pt x="810088" y="0"/>
                  </a:cubicBezTo>
                  <a:cubicBezTo>
                    <a:pt x="810088" y="0"/>
                    <a:pt x="846685" y="820264"/>
                    <a:pt x="376034" y="960927"/>
                  </a:cubicBezTo>
                  <a:cubicBezTo>
                    <a:pt x="178635" y="1020014"/>
                    <a:pt x="316845" y="1730078"/>
                    <a:pt x="176999" y="1866243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9523891" y="4549723"/>
              <a:ext cx="1355726" cy="773009"/>
            </a:xfrm>
            <a:custGeom>
              <a:avLst/>
              <a:gdLst>
                <a:gd name="connsiteX0" fmla="*/ 1355727 w 1355726"/>
                <a:gd name="connsiteY0" fmla="*/ 762284 h 773009"/>
                <a:gd name="connsiteX1" fmla="*/ 981373 w 1355726"/>
                <a:gd name="connsiteY1" fmla="*/ 193599 h 773009"/>
                <a:gd name="connsiteX2" fmla="*/ 0 w 1355726"/>
                <a:gd name="connsiteY2" fmla="*/ 283763 h 773009"/>
                <a:gd name="connsiteX3" fmla="*/ 805544 w 1355726"/>
                <a:gd name="connsiteY3" fmla="*/ 458263 h 773009"/>
                <a:gd name="connsiteX4" fmla="*/ 1355727 w 1355726"/>
                <a:gd name="connsiteY4" fmla="*/ 762284 h 77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55726" h="773009">
                  <a:moveTo>
                    <a:pt x="1355727" y="762284"/>
                  </a:moveTo>
                  <a:cubicBezTo>
                    <a:pt x="1355727" y="762284"/>
                    <a:pt x="1066324" y="484944"/>
                    <a:pt x="981373" y="193599"/>
                  </a:cubicBezTo>
                  <a:cubicBezTo>
                    <a:pt x="896423" y="-97746"/>
                    <a:pt x="332236" y="-54300"/>
                    <a:pt x="0" y="283763"/>
                  </a:cubicBezTo>
                  <a:cubicBezTo>
                    <a:pt x="0" y="283763"/>
                    <a:pt x="366277" y="585228"/>
                    <a:pt x="805544" y="458263"/>
                  </a:cubicBezTo>
                  <a:cubicBezTo>
                    <a:pt x="1003454" y="401016"/>
                    <a:pt x="1261065" y="846927"/>
                    <a:pt x="1355727" y="762284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10100503" y="5130498"/>
              <a:ext cx="782998" cy="947592"/>
            </a:xfrm>
            <a:custGeom>
              <a:avLst/>
              <a:gdLst>
                <a:gd name="connsiteX0" fmla="*/ 782999 w 782998"/>
                <a:gd name="connsiteY0" fmla="*/ 178340 h 947592"/>
                <a:gd name="connsiteX1" fmla="*/ 490938 w 782998"/>
                <a:gd name="connsiteY1" fmla="*/ 159 h 947592"/>
                <a:gd name="connsiteX2" fmla="*/ 82646 w 782998"/>
                <a:gd name="connsiteY2" fmla="*/ 947593 h 947592"/>
                <a:gd name="connsiteX3" fmla="*/ 513530 w 782998"/>
                <a:gd name="connsiteY3" fmla="*/ 278521 h 947592"/>
                <a:gd name="connsiteX4" fmla="*/ 782999 w 782998"/>
                <a:gd name="connsiteY4" fmla="*/ 178340 h 947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2998" h="947592">
                  <a:moveTo>
                    <a:pt x="782999" y="178340"/>
                  </a:moveTo>
                  <a:cubicBezTo>
                    <a:pt x="782999" y="178340"/>
                    <a:pt x="653989" y="3839"/>
                    <a:pt x="490938" y="159"/>
                  </a:cubicBezTo>
                  <a:cubicBezTo>
                    <a:pt x="45947" y="-10063"/>
                    <a:pt x="-113424" y="473876"/>
                    <a:pt x="82646" y="947593"/>
                  </a:cubicBezTo>
                  <a:cubicBezTo>
                    <a:pt x="82646" y="947593"/>
                    <a:pt x="432056" y="728522"/>
                    <a:pt x="513530" y="278521"/>
                  </a:cubicBezTo>
                  <a:cubicBezTo>
                    <a:pt x="561270" y="15902"/>
                    <a:pt x="760714" y="243764"/>
                    <a:pt x="782999" y="178340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5400000" scaled="1"/>
            </a:gradFill>
            <a:ln w="1021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2" name="标题"/>
          <p:cNvSpPr txBox="1"/>
          <p:nvPr>
            <p:custDataLst>
              <p:tags r:id="rId2"/>
            </p:custDataLst>
          </p:nvPr>
        </p:nvSpPr>
        <p:spPr>
          <a:xfrm>
            <a:off x="1517186" y="2665119"/>
            <a:ext cx="9157626" cy="730437"/>
          </a:xfrm>
          <a:prstGeom prst="rect">
            <a:avLst/>
          </a:prstGeom>
          <a:noFill/>
        </p:spPr>
        <p:txBody>
          <a:bodyPr wrap="square" rtlCol="0">
            <a:normAutofit fontScale="97500" lnSpcReduction="10000"/>
          </a:bodyPr>
          <a:lstStyle/>
          <a:p>
            <a:pPr indent="0" algn="ctr" fontAlgn="auto">
              <a:lnSpc>
                <a:spcPct val="120000"/>
              </a:lnSpc>
            </a:pPr>
            <a:r>
              <a:rPr lang="zh-CN" altLang="en-US" sz="40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实现前端首页的优化</a:t>
            </a:r>
            <a:endParaRPr lang="en-GB" sz="40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副标题"/>
          <p:cNvSpPr txBox="1"/>
          <p:nvPr>
            <p:custDataLst>
              <p:tags r:id="rId3"/>
            </p:custDataLst>
          </p:nvPr>
        </p:nvSpPr>
        <p:spPr>
          <a:xfrm>
            <a:off x="2348268" y="4808553"/>
            <a:ext cx="7536180" cy="321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邓杰湧 </a:t>
            </a:r>
            <a:r>
              <a:rPr lang="en-US" altLang="zh-CN" sz="28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2023212351</a:t>
            </a:r>
          </a:p>
        </p:txBody>
      </p:sp>
      <p:sp>
        <p:nvSpPr>
          <p:cNvPr id="5" name="序号"/>
          <p:cNvSpPr txBox="1"/>
          <p:nvPr>
            <p:custDataLst>
              <p:tags r:id="rId4"/>
            </p:custDataLst>
          </p:nvPr>
        </p:nvSpPr>
        <p:spPr>
          <a:xfrm>
            <a:off x="5277094" y="1786005"/>
            <a:ext cx="1637811" cy="928948"/>
          </a:xfrm>
          <a:prstGeom prst="rect">
            <a:avLst/>
          </a:prstGeom>
          <a:noFill/>
        </p:spPr>
        <p:txBody>
          <a:bodyPr wrap="square" rtlCol="0" anchor="ctr">
            <a:normAutofit fontScale="70000" lnSpcReduction="20000"/>
          </a:bodyPr>
          <a:lstStyle/>
          <a:p>
            <a:pPr algn="ctr">
              <a:lnSpc>
                <a:spcPct val="120000"/>
              </a:lnSpc>
              <a:spcBef>
                <a:spcPct val="0"/>
              </a:spcBef>
            </a:pPr>
            <a:r>
              <a:rPr lang="en-US" altLang="zh-CN" sz="7200" b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72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38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0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1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5*sin(rand(0-360)+0)+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6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998" fill="hold">
                                          <p:stCondLst>
                                            <p:cond delay="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from x="500000" y="50000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8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49" dur="714" fill="hold">
                                          <p:stCondLst>
                                            <p:cond delay="28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-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w+0.5)*(abs(#ppt_x-0.5))/(#ppt_x-0.5)*((MAX((MIN((COS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0.5*#ppt_h+0.5)*(abs(#ppt_y-0.5))/(#ppt_y-0.5)*((MAX((MIN((SIN(atan(abs((#ppt_y-0.5)/(#ppt_x-0.5))))),0.71)),-0.71))/0.71)+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22" grpId="0" animBg="1"/>
      <p:bldP spid="12" grpId="0"/>
      <p:bldP spid="29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10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!!平滑1"/>
          <p:cNvSpPr/>
          <p:nvPr>
            <p:custDataLst>
              <p:tags r:id="rId2"/>
            </p:custDataLst>
          </p:nvPr>
        </p:nvSpPr>
        <p:spPr>
          <a:xfrm>
            <a:off x="0" y="6774235"/>
            <a:ext cx="12192000" cy="861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!!平滑1"/>
          <p:cNvSpPr/>
          <p:nvPr>
            <p:custDataLst>
              <p:tags r:id="rId3"/>
            </p:custDataLst>
          </p:nvPr>
        </p:nvSpPr>
        <p:spPr>
          <a:xfrm rot="14340000">
            <a:off x="1876425" y="-4815205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标题"/>
          <p:cNvSpPr txBox="1"/>
          <p:nvPr>
            <p:custDataLst>
              <p:tags r:id="rId4"/>
            </p:custDataLst>
          </p:nvPr>
        </p:nvSpPr>
        <p:spPr>
          <a:xfrm>
            <a:off x="2588337" y="262321"/>
            <a:ext cx="6351115" cy="706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endParaRPr lang="zh-CN" altLang="en-GB" sz="3200" b="1" dirty="0">
              <a:solidFill>
                <a:schemeClr val="accent1"/>
              </a:solidFill>
              <a:latin typeface="思源黑体 CN" panose="020B0500000000000000" pitchFamily="34" charset="-122"/>
              <a:ea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7" name="内容"/>
          <p:cNvSpPr txBox="1"/>
          <p:nvPr>
            <p:custDataLst>
              <p:tags r:id="rId5"/>
            </p:custDataLst>
          </p:nvPr>
        </p:nvSpPr>
        <p:spPr>
          <a:xfrm>
            <a:off x="1054472" y="5175827"/>
            <a:ext cx="9418843" cy="15068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</a:pPr>
            <a:r>
              <a:rPr lang="zh-CN" altLang="en-GB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通过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CSS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样式给网页添加渐变的轮播图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,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首页轮播图的实现在 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front/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src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/views/website-page/pages/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Homepage.vue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  <a:sym typeface="思源黑体 CN" panose="020B0500000000000000" pitchFamily="34" charset="-122"/>
            </a:endParaRPr>
          </a:p>
        </p:txBody>
      </p:sp>
      <p:sp>
        <p:nvSpPr>
          <p:cNvPr id="28" name="子标题"/>
          <p:cNvSpPr txBox="1"/>
          <p:nvPr>
            <p:custDataLst>
              <p:tags r:id="rId6"/>
            </p:custDataLst>
          </p:nvPr>
        </p:nvSpPr>
        <p:spPr>
          <a:xfrm>
            <a:off x="408620" y="2213668"/>
            <a:ext cx="4999806" cy="66802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修改后首页轮播图如图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思源黑体 CN" panose="020B0500000000000000" pitchFamily="34" charset="-122"/>
              </a:rPr>
              <a:t>:</a:t>
            </a:r>
            <a:endParaRPr lang="en-GB" sz="2800" dirty="0">
              <a:latin typeface="黑体" panose="02010609060101010101" pitchFamily="49" charset="-122"/>
              <a:ea typeface="黑体" panose="02010609060101010101" pitchFamily="49" charset="-122"/>
              <a:sym typeface="思源黑体 CN" panose="020B0500000000000000" pitchFamily="34" charset="-122"/>
            </a:endParaRPr>
          </a:p>
        </p:txBody>
      </p:sp>
      <p:cxnSp>
        <p:nvCxnSpPr>
          <p:cNvPr id="30" name="Straight Connector 5"/>
          <p:cNvCxnSpPr/>
          <p:nvPr>
            <p:custDataLst>
              <p:tags r:id="rId7"/>
            </p:custDataLst>
          </p:nvPr>
        </p:nvCxnSpPr>
        <p:spPr>
          <a:xfrm>
            <a:off x="662685" y="3710212"/>
            <a:ext cx="312356" cy="0"/>
          </a:xfrm>
          <a:prstGeom prst="line">
            <a:avLst/>
          </a:prstGeom>
          <a:ln w="25400">
            <a:solidFill>
              <a:schemeClr val="accent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副标题"/>
          <p:cNvSpPr txBox="1"/>
          <p:nvPr>
            <p:custDataLst>
              <p:tags r:id="rId8"/>
            </p:custDataLst>
          </p:nvPr>
        </p:nvSpPr>
        <p:spPr>
          <a:xfrm>
            <a:off x="662767" y="3373066"/>
            <a:ext cx="4161790" cy="352425"/>
          </a:xfrm>
          <a:prstGeom prst="rect">
            <a:avLst/>
          </a:prstGeom>
          <a:noFill/>
          <a:effectLst/>
        </p:spPr>
        <p:txBody>
          <a:bodyPr wrap="square" rtlCol="0">
            <a:normAutofit/>
          </a:bodyPr>
          <a:lstStyle/>
          <a:p>
            <a:pPr indent="0" fontAlgn="auto">
              <a:lnSpc>
                <a:spcPct val="100000"/>
              </a:lnSpc>
            </a:pPr>
            <a:endParaRPr lang="en-US" altLang="en-GB" sz="1400" dirty="0">
              <a:solidFill>
                <a:schemeClr val="tx1">
                  <a:lumMod val="50000"/>
                  <a:lumOff val="50000"/>
                </a:schemeClr>
              </a:solidFill>
              <a:latin typeface="思源黑体 CN" panose="020B0500000000000000" pitchFamily="34" charset="-122"/>
              <a:ea typeface="思源黑体 CN" panose="020B0500000000000000" pitchFamily="34" charset="-122"/>
              <a:sym typeface="思源黑体 CN" panose="020B0500000000000000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8349" y="771525"/>
            <a:ext cx="678624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原实例中的首页部分通过链接数据库给出对应的图片，但是由于对应地址的图片丢失导致无法显示图片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B472226-AA7E-A68E-A648-EC1082B6B35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32671" y="1839360"/>
            <a:ext cx="7250709" cy="3179280"/>
          </a:xfrm>
          <a:prstGeom prst="rect">
            <a:avLst/>
          </a:prstGeom>
        </p:spPr>
      </p:pic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Motion origin="layout" path="M -1.01281 0 L 0 0 E" pathEditMode="relative">
                                      <p:cBhvr>
                                        <p:cTn id="27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3" presetClass="entr" presetSubtype="28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 animBg="1"/>
      <p:bldP spid="9" grpId="0"/>
      <p:bldP spid="7" grpId="0"/>
      <p:bldP spid="28" grpId="0"/>
      <p:bldP spid="31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925830" y="-441071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064774" y="735330"/>
            <a:ext cx="8384151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轮播图的循环时间设置为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秒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在 </a:t>
            </a:r>
            <a:r>
              <a:rPr lang="en-US" altLang="zh-CN" sz="2800" b="0" i="0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Homepage.vue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 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文件中，通过 </a:t>
            </a:r>
            <a:r>
              <a:rPr lang="en-US" altLang="zh-CN" sz="2800" b="0" i="0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el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-carousel 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组件的 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:interval 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属性控制</a:t>
            </a:r>
            <a:r>
              <a:rPr lang="zh-CN" altLang="en-US" sz="2800" b="0" i="0" dirty="0">
                <a:effectLst/>
                <a:latin typeface="Segoe WPC"/>
              </a:rPr>
              <a:t>。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A2D308-73D0-2584-7410-1AA8C06B2F7F}"/>
              </a:ext>
            </a:extLst>
          </p:cNvPr>
          <p:cNvSpPr txBox="1"/>
          <p:nvPr/>
        </p:nvSpPr>
        <p:spPr>
          <a:xfrm>
            <a:off x="1029622" y="1865076"/>
            <a:ext cx="9419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</a:t>
            </a:r>
            <a:r>
              <a:rPr lang="en-US" altLang="zh-CN" sz="1600" b="0" dirty="0" err="1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el</a:t>
            </a:r>
            <a:r>
              <a:rPr lang="en-US" altLang="zh-CN" sz="1600" b="0" dirty="0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-carousel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class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"box"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height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"660px"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arrow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"always"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indicator-position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"outside"</a:t>
            </a: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:autoplay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"true"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sz="1600" b="0" dirty="0">
                <a:solidFill>
                  <a:srgbClr val="FAD07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AAA0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:interval</a:t>
            </a:r>
            <a:r>
              <a:rPr lang="en-US" altLang="zh-CN" sz="1600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600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"5000"</a:t>
            </a: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r>
              <a:rPr lang="en-US" altLang="zh-CN" sz="1600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 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&lt;!-- </a:t>
            </a:r>
            <a:r>
              <a:rPr lang="zh-CN" altLang="en-US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这里设置了轮播间隔时间 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--&gt;</a:t>
            </a:r>
            <a:endParaRPr lang="zh-CN" altLang="en-US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sz="1600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&lt;!-- ... </a:t>
            </a:r>
            <a:r>
              <a:rPr lang="zh-CN" altLang="en-US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轮播内容 </a:t>
            </a:r>
            <a:r>
              <a:rPr lang="en-US" altLang="zh-CN" sz="1600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... --&gt;</a:t>
            </a:r>
            <a:endParaRPr lang="zh-CN" altLang="en-US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</a:pP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&lt;/</a:t>
            </a:r>
            <a:r>
              <a:rPr lang="en-US" altLang="zh-CN" sz="1600" b="0" dirty="0" err="1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el</a:t>
            </a:r>
            <a:r>
              <a:rPr lang="en-US" altLang="zh-CN" sz="1600" b="0" dirty="0">
                <a:solidFill>
                  <a:srgbClr val="87C3FF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-carousel</a:t>
            </a:r>
            <a:r>
              <a:rPr lang="en-US" altLang="zh-CN" sz="1600" b="0" dirty="0">
                <a:solidFill>
                  <a:srgbClr val="89898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endParaRPr lang="en-US" altLang="zh-CN" sz="1600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A3CC6C-6871-F195-F434-4D0C742E9C96}"/>
              </a:ext>
            </a:extLst>
          </p:cNvPr>
          <p:cNvSpPr txBox="1"/>
          <p:nvPr/>
        </p:nvSpPr>
        <p:spPr>
          <a:xfrm>
            <a:off x="1117600" y="3810000"/>
            <a:ext cx="8991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添加定时器确保轮播正常工作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carouselCheckInterval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setInterval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checkCarouselStatus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3000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},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beforeDestroy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83D6C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carouselCheckInterval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 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clearInterval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(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carouselCheckInterval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200"/>
              </a:lnSpc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Consolas" panose="020B0609020204030204" pitchFamily="49" charset="0"/>
              </a:rPr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/>
          <p:cNvSpPr/>
          <p:nvPr>
            <p:custDataLst>
              <p:tags r:id="rId1"/>
            </p:custDataLst>
          </p:nvPr>
        </p:nvSpPr>
        <p:spPr>
          <a:xfrm rot="14340000">
            <a:off x="339090" y="-405638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7B614E-090F-E908-0A6A-88C3A1841BD9}"/>
              </a:ext>
            </a:extLst>
          </p:cNvPr>
          <p:cNvSpPr txBox="1"/>
          <p:nvPr/>
        </p:nvSpPr>
        <p:spPr>
          <a:xfrm>
            <a:off x="1223456" y="658761"/>
            <a:ext cx="5732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滚动新闻组件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E04812D-3BAC-F05E-6771-3DE9AC4F69F7}"/>
              </a:ext>
            </a:extLst>
          </p:cNvPr>
          <p:cNvSpPr txBox="1"/>
          <p:nvPr/>
        </p:nvSpPr>
        <p:spPr>
          <a:xfrm>
            <a:off x="-106516" y="1068956"/>
            <a:ext cx="997974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动画效果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使用 </a:t>
            </a:r>
            <a:r>
              <a:rPr lang="en-US" altLang="zh-CN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animate-in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 类实现入场动画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通过 </a:t>
            </a:r>
            <a:r>
              <a:rPr lang="en-US" altLang="zh-CN" sz="2800" b="0" i="0" dirty="0" err="1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animationDelay</a:t>
            </a: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 实现错落有致的动画效果</a:t>
            </a:r>
          </a:p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鼠标悬停时的上浮效果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BA69D22-DD28-54D8-B185-06A660CCE1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35" y="3306270"/>
            <a:ext cx="3890883" cy="33993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46C664C-DDEB-5E5E-5850-A9CBE2CF338B}"/>
              </a:ext>
            </a:extLst>
          </p:cNvPr>
          <p:cNvSpPr txBox="1"/>
          <p:nvPr/>
        </p:nvSpPr>
        <p:spPr>
          <a:xfrm>
            <a:off x="5093268" y="2031295"/>
            <a:ext cx="708905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mounted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C1808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this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$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nextTick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(()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设置交叉观察器来触发动画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 err="1">
                <a:solidFill>
                  <a:srgbClr val="C1808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this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setupIntersectionObserver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},</a:t>
            </a:r>
          </a:p>
          <a:p>
            <a:pPr>
              <a:lnSpc>
                <a:spcPts val="1200"/>
              </a:lnSpc>
              <a:buNone/>
            </a:pPr>
            <a:b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methods: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setupIntersectionObserver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const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options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root: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null,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rootMargin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'0px'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threshold: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endParaRPr lang="en-US" altLang="zh-CN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};</a:t>
            </a:r>
          </a:p>
          <a:p>
            <a:pPr>
              <a:lnSpc>
                <a:spcPts val="1200"/>
              </a:lnSpc>
              <a:buNone/>
            </a:pPr>
            <a:b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const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83D6C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new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IntersectionObserver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((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entries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entries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forEach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</a:t>
            </a:r>
            <a:r>
              <a:rPr lang="en-US" altLang="zh-CN" b="0" dirty="0">
                <a:solidFill>
                  <a:srgbClr val="83D6C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if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isIntersecting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当元素进入视口时添加可见类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target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classList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add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'is-visible'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元素已显示后，停止观察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observer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unobserve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entry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target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  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});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}, </a:t>
            </a:r>
            <a:r>
              <a:rPr lang="en-US" altLang="zh-CN" b="0" dirty="0">
                <a:solidFill>
                  <a:srgbClr val="94C1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options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b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观察所有新闻项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const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AA9BF5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newsItems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document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querySelectorAll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E394DC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'.news-item'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newsItems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forEach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82D2CE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=&gt;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observer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b="0" dirty="0" err="1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observe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94C1FA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item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));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</a:t>
            </a:r>
          </a:p>
          <a:p>
            <a:pPr>
              <a:lnSpc>
                <a:spcPts val="1200"/>
              </a:lnSpc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07082-EFBC-EC31-345D-863FF8808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平滑1">
            <a:extLst>
              <a:ext uri="{FF2B5EF4-FFF2-40B4-BE49-F238E27FC236}">
                <a16:creationId xmlns:a16="http://schemas.microsoft.com/office/drawing/2014/main" id="{E185B2A5-1B65-4E59-425E-B2D7751161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rot="14340000">
            <a:off x="339090" y="-4056380"/>
            <a:ext cx="5955030" cy="5955030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BFDF63-C8E5-F504-2EAE-B0C4029FA8EE}"/>
              </a:ext>
            </a:extLst>
          </p:cNvPr>
          <p:cNvSpPr txBox="1"/>
          <p:nvPr/>
        </p:nvSpPr>
        <p:spPr>
          <a:xfrm>
            <a:off x="1223456" y="658761"/>
            <a:ext cx="5732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0" i="0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通知公告组件动画效果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C7D27E-9A35-CCB7-7694-A5EF7EC8D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5593" y="1370933"/>
            <a:ext cx="2791215" cy="116221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4FDB535-BD52-2197-2CB9-C44862E5B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962" y="444054"/>
            <a:ext cx="2657846" cy="9526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B3264FF-33F4-D3CE-B27F-81BEDCEE1AE1}"/>
              </a:ext>
            </a:extLst>
          </p:cNvPr>
          <p:cNvSpPr txBox="1"/>
          <p:nvPr/>
        </p:nvSpPr>
        <p:spPr>
          <a:xfrm>
            <a:off x="548640" y="1611394"/>
            <a:ext cx="5648960" cy="532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.feature-item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...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其他样式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悬停时触发图标动画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&amp;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:hover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.feature-icon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transform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 err="1">
                <a:solidFill>
                  <a:srgbClr val="EFB080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rotateY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180deg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);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轴上旋转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180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度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.feature-icon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width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60px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height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60px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background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#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F59E0B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border-radius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12px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display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flex;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align-items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center;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justify-content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center;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margin-right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15px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添加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3D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转换效果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transform-style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preserve-3d;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保持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3D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效果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perspective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1000px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        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设置透视效果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transition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all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0.5s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ease;  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添加过渡动画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{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font-size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EBC88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28px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color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0" dirty="0">
                <a:solidFill>
                  <a:srgbClr val="F8C762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white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防止图标文本模糊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  </a:t>
            </a:r>
            <a:r>
              <a:rPr lang="en-US" altLang="zh-CN" b="0" dirty="0" err="1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backface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-visibility</a:t>
            </a:r>
            <a:r>
              <a:rPr lang="en-US" altLang="zh-CN" b="0" dirty="0">
                <a:solidFill>
                  <a:srgbClr val="D6D6D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hidden;  </a:t>
            </a:r>
            <a:r>
              <a:rPr lang="en-US" altLang="zh-CN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// </a:t>
            </a:r>
            <a:r>
              <a:rPr lang="zh-CN" altLang="en-US" b="0" dirty="0">
                <a:solidFill>
                  <a:srgbClr val="6D6D6D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背面不可见</a:t>
            </a:r>
            <a:endParaRPr lang="zh-CN" altLang="en-US" b="0" dirty="0">
              <a:solidFill>
                <a:srgbClr val="D8DEE9"/>
              </a:solidFill>
              <a:effectLst/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1200"/>
              </a:lnSpc>
              <a:buNone/>
            </a:pPr>
            <a:r>
              <a:rPr lang="zh-CN" altLang="en-US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  </a:t>
            </a: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  <a:p>
            <a:pPr>
              <a:lnSpc>
                <a:spcPts val="1200"/>
              </a:lnSpc>
              <a:buNone/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  }</a:t>
            </a:r>
          </a:p>
          <a:p>
            <a:pPr>
              <a:lnSpc>
                <a:spcPts val="1200"/>
              </a:lnSpc>
            </a:pPr>
            <a:r>
              <a:rPr lang="en-US" altLang="zh-CN" b="0" dirty="0">
                <a:solidFill>
                  <a:srgbClr val="D8DEE9"/>
                </a:solidFill>
                <a:effectLst/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CA8174-7EF6-F34E-417A-B0AD29DB7ABD}"/>
              </a:ext>
            </a:extLst>
          </p:cNvPr>
          <p:cNvSpPr txBox="1"/>
          <p:nvPr/>
        </p:nvSpPr>
        <p:spPr>
          <a:xfrm>
            <a:off x="6421120" y="3851974"/>
            <a:ext cx="370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Css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代码如左图所示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EE1ADE-F0A3-04E6-0DB4-BE2AFBE49716}"/>
              </a:ext>
            </a:extLst>
          </p:cNvPr>
          <p:cNvSpPr txBox="1"/>
          <p:nvPr/>
        </p:nvSpPr>
        <p:spPr>
          <a:xfrm>
            <a:off x="6421120" y="2672630"/>
            <a:ext cx="449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组件如上图所示</a:t>
            </a:r>
          </a:p>
        </p:txBody>
      </p:sp>
    </p:spTree>
    <p:extLst>
      <p:ext uri="{BB962C8B-B14F-4D97-AF65-F5344CB8AC3E}">
        <p14:creationId xmlns:p14="http://schemas.microsoft.com/office/powerpoint/2010/main" val="3758624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PPT_THEMETITLE" val=" 优化代码: 提升代码质量"/>
  <p:tag name="TAG_PRESENTATION_STYLE" val="扁平"/>
  <p:tag name="YOO_CHATPPT" val="1"/>
  <p:tag name="KSO_WPP_MARK_KEY" val="86f34338-31a7-43a2-b6cb-b159d31aaeea"/>
  <p:tag name="COMMONDATA" val="eyJoZGlkIjoiODExMjIwMGVmZDljNWE3NWJkNmRmY2E3ZDljNjI3Y2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OV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  <p:tag name="YOO_CHATSHAPE_TYPE" val="YOO_CHATSHAPE_DATE"/>
  <p:tag name="YOO_CHATSHAPE_DATE" val="2023/6/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AUTHOR"/>
  <p:tag name="YOO_CHATSHAPE_AUTHOR" val="尤小优235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ATLO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0.25"/>
  <p:tag name="KSO_WM_UNIT_LINE_FORE_SCHEMECOLOR_INDEX" val="9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-0.5"/>
  <p:tag name="KSO_WM_UNIT_TEXT_FILL_FORE_SCHEMECOLOR_INDEX" val="14"/>
  <p:tag name="KSO_WM_UNIT_TEXT_FILL_TYPE" val="1"/>
  <p:tag name="KSO_WM_BEAUTIFY_FLAG" val=""/>
  <p:tag name="YOO_CHATSHAPE_TYPE" val="YOO_CHATSHAPE_CONTEN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1图片"/>
  <p:tag name="YOO_CHATPAGE_TYPE" val="YOO_CHATPAGE_CONTENT"/>
  <p:tag name="YOO_CHATPPT_CONTENT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PAGE_TYPE" val="YOO_CHATPAGE_CHATP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SUB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NU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G_CONTENT_TYPE" val="1标题1内容2图"/>
  <p:tag name="YOO_CHATPAGE_TYPE" val="YOO_CHATPAGE_CONTENT"/>
  <p:tag name="YOO_CHATPPT_CONTENT" val="1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YOO_CHATSHAPE_TYPE" val="YOO_CHATSHAPE_TITL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YOO_CHATSHAPE_TYPE" val="YOO_CHATSHAPE_CONTENT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  <p:tag name="YOO_CHATSHAPE_TYPE" val="YOO_CHATSHAPE_CHILD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_BRIGHTNESS" val="-0.35"/>
  <p:tag name="KSO_WM_UNIT_LINE_FORE_SCHEMECOLOR_INDEX" val="14"/>
  <p:tag name="KSO_WM_UNIT_LINE_FILL_TYPE" val="2"/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BEAUTIFY_FLAG" val=""/>
  <p:tag name="YOO_CHATSHAPE_TYPE" val="YOO_CHATSHAPE_SUBTITL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Theme">
  <a:themeElements>
    <a:clrScheme name="自定义 76">
      <a:dk1>
        <a:srgbClr val="1F423F"/>
      </a:dk1>
      <a:lt1>
        <a:srgbClr val="FFFFFF"/>
      </a:lt1>
      <a:dk2>
        <a:srgbClr val="FFFFFF"/>
      </a:dk2>
      <a:lt2>
        <a:srgbClr val="ECFFFF"/>
      </a:lt2>
      <a:accent1>
        <a:srgbClr val="66CDAA"/>
      </a:accent1>
      <a:accent2>
        <a:srgbClr val="44E5E7"/>
      </a:accent2>
      <a:accent3>
        <a:srgbClr val="59D2FE"/>
      </a:accent3>
      <a:accent4>
        <a:srgbClr val="4A8FE7"/>
      </a:accent4>
      <a:accent5>
        <a:srgbClr val="5C7AFF"/>
      </a:accent5>
      <a:accent6>
        <a:srgbClr val="32CBFF"/>
      </a:accent6>
      <a:hlink>
        <a:srgbClr val="15BCAC"/>
      </a:hlink>
      <a:folHlink>
        <a:srgbClr val="44E5E7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_2025855840">
  <a:themeElements>
    <a:clrScheme name="自定义 76">
      <a:dk1>
        <a:srgbClr val="1F423F"/>
      </a:dk1>
      <a:lt1>
        <a:srgbClr val="FFFFFF"/>
      </a:lt1>
      <a:dk2>
        <a:srgbClr val="FFFFFF"/>
      </a:dk2>
      <a:lt2>
        <a:srgbClr val="ECFFFF"/>
      </a:lt2>
      <a:accent1>
        <a:srgbClr val="66CDAA"/>
      </a:accent1>
      <a:accent2>
        <a:srgbClr val="44E5E7"/>
      </a:accent2>
      <a:accent3>
        <a:srgbClr val="59D2FE"/>
      </a:accent3>
      <a:accent4>
        <a:srgbClr val="4A8FE7"/>
      </a:accent4>
      <a:accent5>
        <a:srgbClr val="5C7AFF"/>
      </a:accent5>
      <a:accent6>
        <a:srgbClr val="32CBFF"/>
      </a:accent6>
      <a:hlink>
        <a:srgbClr val="15BCAC"/>
      </a:hlink>
      <a:folHlink>
        <a:srgbClr val="44E5E7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2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3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4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5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6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7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8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9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ppt/theme/themeOverride10.xml><?xml version="1.0" encoding="utf-8"?>
<a:themeOverride xmlns:a="http://schemas.openxmlformats.org/drawingml/2006/main">
  <a:clrScheme name="自定义 76">
    <a:dk1>
      <a:srgbClr val="1F423F"/>
    </a:dk1>
    <a:lt1>
      <a:srgbClr val="FFFFFF"/>
    </a:lt1>
    <a:dk2>
      <a:srgbClr val="FFFFFF"/>
    </a:dk2>
    <a:lt2>
      <a:srgbClr val="ECFFFF"/>
    </a:lt2>
    <a:accent1>
      <a:srgbClr val="66CDAA"/>
    </a:accent1>
    <a:accent2>
      <a:srgbClr val="44E5E7"/>
    </a:accent2>
    <a:accent3>
      <a:srgbClr val="59D2FE"/>
    </a:accent3>
    <a:accent4>
      <a:srgbClr val="4A8FE7"/>
    </a:accent4>
    <a:accent5>
      <a:srgbClr val="5C7AFF"/>
    </a:accent5>
    <a:accent6>
      <a:srgbClr val="32CBFF"/>
    </a:accent6>
    <a:hlink>
      <a:srgbClr val="15BCAC"/>
    </a:hlink>
    <a:folHlink>
      <a:srgbClr val="44E5E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95439f16be7f450d9558afbbd6b34c09</Template>
  <TotalTime>98</TotalTime>
  <Words>836</Words>
  <Application>Microsoft Office PowerPoint</Application>
  <PresentationFormat>宽屏</PresentationFormat>
  <Paragraphs>140</Paragraphs>
  <Slides>13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Segoe WPC</vt:lpstr>
      <vt:lpstr>等线</vt:lpstr>
      <vt:lpstr>黑体</vt:lpstr>
      <vt:lpstr>思源黑体 CN</vt:lpstr>
      <vt:lpstr>微软雅黑</vt:lpstr>
      <vt:lpstr>Arial</vt:lpstr>
      <vt:lpstr>Consolas</vt:lpstr>
      <vt:lpstr>Franklin Gothic Book</vt:lpstr>
      <vt:lpstr>Franklin Gothic Medium</vt:lpstr>
      <vt:lpstr>1_Office Theme</vt:lpstr>
      <vt:lpstr>1_Office Theme_2025855840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xz l</cp:lastModifiedBy>
  <cp:revision>10</cp:revision>
  <dcterms:created xsi:type="dcterms:W3CDTF">2023-06-01T12:20:00Z</dcterms:created>
  <dcterms:modified xsi:type="dcterms:W3CDTF">2025-04-13T15:47:48Z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B0F385E909204C9E828204A17CB95C15_13</vt:lpwstr>
  </property>
  <property fmtid="{D5CDD505-2E9C-101B-9397-08002B2CF9AE}" pid="3" name="KSOProductBuildVer">
    <vt:lpwstr>2052-11.1.0.14309</vt:lpwstr>
  </property>
</Properties>
</file>