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0" r:id="rId2"/>
    <p:sldId id="262" r:id="rId3"/>
    <p:sldId id="281" r:id="rId4"/>
    <p:sldId id="280" r:id="rId5"/>
    <p:sldId id="263" r:id="rId6"/>
    <p:sldId id="267" r:id="rId7"/>
    <p:sldId id="269" r:id="rId8"/>
    <p:sldId id="264" r:id="rId9"/>
    <p:sldId id="272" r:id="rId10"/>
    <p:sldId id="274" r:id="rId11"/>
    <p:sldId id="265" r:id="rId12"/>
    <p:sldId id="275" r:id="rId13"/>
    <p:sldId id="278" r:id="rId14"/>
    <p:sldId id="282" r:id="rId15"/>
    <p:sldId id="261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382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0CE"/>
    <a:srgbClr val="F2F2F2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9" y="72"/>
      </p:cViewPr>
      <p:guideLst>
        <p:guide orient="horz" pos="2170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DC59CFF5-5CBA-43DA-BCE4-F7D80CAB0050}" type="datetimeFigureOut">
              <a:rPr lang="zh-CN" altLang="en-US" smtClean="0"/>
              <a:t>2025/3/10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pitchFamily="2" charset="-122"/>
                <a:ea typeface="字魂59号-创粗黑" panose="00000500000000000000" pitchFamily="2" charset="-122"/>
              </a:defRPr>
            </a:lvl1pPr>
          </a:lstStyle>
          <a:p>
            <a:fld id="{B1190207-0793-4749-AC41-0B35562AFFE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pitchFamily="2" charset="-122"/>
        <a:ea typeface="字魂59号-创粗黑" panose="00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190207-0793-4749-AC41-0B35562AFFE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7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47556" y="-92222"/>
            <a:ext cx="4130903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54323" y="885945"/>
            <a:ext cx="2538484" cy="503602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3307" y="1038222"/>
            <a:ext cx="1746913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坚持</a:t>
            </a:r>
            <a:endParaRPr lang="en-US" altLang="zh-CN" sz="8800" dirty="0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06723" y="1038345"/>
            <a:ext cx="2538484" cy="503602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98890" y="1904662"/>
            <a:ext cx="5192973" cy="51929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2863897" y="3279029"/>
            <a:ext cx="3431371" cy="289378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6945630" y="2708275"/>
            <a:ext cx="427545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24</a:t>
            </a:r>
            <a:r>
              <a:rPr lang="zh-CN" altLang="en-US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物联网工程</a:t>
            </a:r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-1</a:t>
            </a:r>
            <a:r>
              <a:rPr lang="zh-CN" altLang="en-US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班</a:t>
            </a:r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 </a:t>
            </a:r>
            <a:r>
              <a:rPr lang="zh-CN" altLang="en-US" sz="2000" spc="60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邓杰湧</a:t>
            </a:r>
            <a:endParaRPr lang="zh-CN" altLang="en-US" sz="2000" spc="600" dirty="0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  <a:p>
            <a:endParaRPr lang="en-US" altLang="zh-CN" sz="2800" spc="600" dirty="0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8266768" y="3374553"/>
            <a:ext cx="1632688" cy="16326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47556" y="-25547"/>
            <a:ext cx="413090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900" y="1612545"/>
            <a:ext cx="3840083" cy="3632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49" y="2343150"/>
            <a:ext cx="1009651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前言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772785" y="1344295"/>
            <a:ext cx="515429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清明节即将到来，很多人选择在清明节祭祖、扫墓，而我想去祭拜我们革命先烈的墓碑，所以我想在此叙述抗日战争以来一次伟大的战役</a:t>
            </a:r>
            <a:r>
              <a:rPr lang="en-US" altLang="zh-CN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--</a:t>
            </a:r>
            <a:r>
              <a:rPr lang="zh-CN" altLang="en-US" sz="28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900" y="1612545"/>
            <a:ext cx="3840083" cy="3632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609849" y="2343150"/>
            <a:ext cx="100965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目录</a:t>
            </a: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0925168" y="2150635"/>
            <a:ext cx="0" cy="21857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0165075" y="705026"/>
            <a:ext cx="438151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壹 </a:t>
            </a:r>
            <a:r>
              <a:rPr lang="en-US" altLang="zh-CN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.</a:t>
            </a:r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台儿庄战役介绍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9653583" y="2150635"/>
            <a:ext cx="0" cy="21857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202734" y="2194450"/>
            <a:ext cx="0" cy="21857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584247" y="765986"/>
            <a:ext cx="438151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贰 </a:t>
            </a:r>
            <a:r>
              <a:rPr lang="en-US" altLang="zh-CN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.</a:t>
            </a:r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台儿庄战役意义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7931150" y="2194450"/>
            <a:ext cx="0" cy="218578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303137" y="765986"/>
            <a:ext cx="438151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参 </a:t>
            </a:r>
            <a:r>
              <a:rPr lang="en-US" altLang="zh-CN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.</a:t>
            </a:r>
            <a:r>
              <a:rPr lang="zh-CN" altLang="en-US" sz="3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自我感想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232111" y="16231"/>
            <a:ext cx="44577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696488" y="1540237"/>
            <a:ext cx="1066800" cy="3276600"/>
          </a:xfrm>
          <a:prstGeom prst="rect">
            <a:avLst/>
          </a:prstGeom>
          <a:solidFill>
            <a:srgbClr val="D7D0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06037" y="1995800"/>
            <a:ext cx="62865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第一章节</a:t>
            </a:r>
          </a:p>
        </p:txBody>
      </p:sp>
      <p:sp>
        <p:nvSpPr>
          <p:cNvPr id="8" name="矩形 7"/>
          <p:cNvSpPr/>
          <p:nvPr/>
        </p:nvSpPr>
        <p:spPr>
          <a:xfrm>
            <a:off x="6848890" y="1749787"/>
            <a:ext cx="723900" cy="280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13517" y="1311596"/>
            <a:ext cx="495731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台儿庄战役的介绍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5216835" y="4550403"/>
            <a:ext cx="1632688" cy="163268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21549" y="4914121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55" y="3445231"/>
            <a:ext cx="3602439" cy="3602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8201631" y="189669"/>
            <a:ext cx="4457700" cy="6858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07035" y="879475"/>
            <a:ext cx="6506210" cy="3599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  </a:t>
            </a:r>
            <a:r>
              <a:rPr lang="zh-CN" altLang="en-US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是山东省峄县的一个小镇（今属枣庄市），位于津浦线台庄支线及台坊公路的交会点，扼运河的咽喉，是徐州的门户，在军事上有着重要的地位。1938年3-4月，中国军队同日本侵略军在这里进行了一次大规模的会战，击败了日军两个精锐师团，取得了震惊世界的辉煌胜利。因为这次会战的地点在台儿庄，故称为台儿庄会战。</a:t>
            </a:r>
          </a:p>
          <a:p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	</a:t>
            </a:r>
            <a:r>
              <a:rPr lang="zh-CN" altLang="en-US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相信大家小时候都看过一个电影</a:t>
            </a:r>
            <a:r>
              <a:rPr lang="en-US" altLang="zh-CN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--</a:t>
            </a:r>
            <a:r>
              <a:rPr lang="zh-CN" altLang="en-US" sz="2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《血战台儿庄》。</a:t>
            </a:r>
          </a:p>
          <a:p>
            <a:endParaRPr lang="en-US" altLang="zh-CN" sz="2800" spc="600" dirty="0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screen"/>
          <a:stretch>
            <a:fillRect/>
          </a:stretch>
        </p:blipFill>
        <p:spPr>
          <a:xfrm>
            <a:off x="5280335" y="4734553"/>
            <a:ext cx="1632688" cy="163268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21549" y="4914121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43055" y="3445231"/>
            <a:ext cx="3602439" cy="3602438"/>
          </a:xfrm>
          <a:prstGeom prst="rect">
            <a:avLst/>
          </a:prstGeom>
        </p:spPr>
      </p:pic>
      <p:pic>
        <p:nvPicPr>
          <p:cNvPr id="2" name="图片 1" descr="u=1053791185,1494442982&amp;fm=26&amp;gp=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23735" y="788035"/>
            <a:ext cx="5168265" cy="3669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pic>
        <p:nvPicPr>
          <p:cNvPr id="8" name="图片 7" descr="9bfb4f56807640d3a1697c67cc544f92~tplv-shrink-1080-8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95300"/>
            <a:ext cx="5219700" cy="62712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245860" y="5163820"/>
            <a:ext cx="419290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这是台儿庄战役的场景，可以看出，浑身绑满手榴弹的中国军人、独自步行去医院医治的伤员，还有带领敢死队员夜袭敌方阵地、浴血奋战，等到阵地夺回后，却仅有几名队员生还！</a:t>
            </a:r>
          </a:p>
        </p:txBody>
      </p:sp>
      <p:pic>
        <p:nvPicPr>
          <p:cNvPr id="10" name="图片 9" descr="src=http---img1001.pocoimg.cn-image-poco-works-10-2010-0902-14-55664051201009021455211474390673932_006_55664051.jpg&amp;refer=http---img1001.poco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010" y="586740"/>
            <a:ext cx="3183890" cy="4412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第一章节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6590527" y="4279533"/>
            <a:ext cx="1632688" cy="16326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161583" y="4610231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pic>
        <p:nvPicPr>
          <p:cNvPr id="9" name="图片 8" descr="src=http---www.52shici.com-upload-works-59666-640575.jpg&amp;refer=http---www.52shic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610" y="553720"/>
            <a:ext cx="7620000" cy="3822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351280" y="4915535"/>
            <a:ext cx="48621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这场战斗，历时一个月，中国参战约29万人，日军参战约5万人，根据战后的统计：我们伤亡约5万余人，毙伤日军约2万余人。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232111" y="16231"/>
            <a:ext cx="44577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696488" y="1540237"/>
            <a:ext cx="1066800" cy="3276600"/>
          </a:xfrm>
          <a:prstGeom prst="rect">
            <a:avLst/>
          </a:prstGeom>
          <a:solidFill>
            <a:srgbClr val="D7D0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06037" y="1995800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第二章节</a:t>
            </a:r>
          </a:p>
        </p:txBody>
      </p:sp>
      <p:sp>
        <p:nvSpPr>
          <p:cNvPr id="8" name="矩形 7"/>
          <p:cNvSpPr/>
          <p:nvPr/>
        </p:nvSpPr>
        <p:spPr>
          <a:xfrm>
            <a:off x="6848890" y="1749787"/>
            <a:ext cx="723900" cy="280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13517" y="1311596"/>
            <a:ext cx="495731" cy="403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台儿庄战役的意义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5216835" y="4550403"/>
            <a:ext cx="1632688" cy="163268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21549" y="4914121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55" y="3445231"/>
            <a:ext cx="3602439" cy="3602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第二章节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33240" y="4730117"/>
            <a:ext cx="1632688" cy="1632688"/>
          </a:xfrm>
          <a:prstGeom prst="rect">
            <a:avLst/>
          </a:prstGeom>
        </p:spPr>
      </p:pic>
      <p:pic>
        <p:nvPicPr>
          <p:cNvPr id="9" name="图片 8" descr="src=http---www.sdzcjy.com-hongseyou-wp-content-uploads-15-11-115.jpg&amp;refer=http---www.sdzcj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925" y="400050"/>
            <a:ext cx="6286500" cy="42862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031480" y="1129030"/>
            <a:ext cx="30480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台儿庄战役的胜利打击了日本侵略者的嚣张气焰，坚定了全国军民坚持抗战的信心。这次战役鼓舞了全民族的士气，改变了国际视听，消灭了日本侵略者的威风，歼灭了日军大量有生力量。此次大捷是中华民族全面抗战以来，继长城战役、平型关大捷等战役后，中国人民取得的又一次胜利，是抗日战争以来取得的最大胜利，也是徐州会战中国革命军取得的一次重大胜利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第二章节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74356" y="4722182"/>
            <a:ext cx="1632688" cy="16326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79705" y="5064310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79880" y="597535"/>
            <a:ext cx="2540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台儿庄战役的胜利，在政治上增强了全国军民抗战必胜的信心，鼓舞了抗日军队的士气，说明了只要众志成城、精诚团结，坚持到底，中国人民是不可战胜的。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675765" y="3079115"/>
            <a:ext cx="2540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台儿庄战役的胜利，同时改变了国际上对中日战争前途的看法，提高了中国在国际上的地位，并为中国争取外援增强了有利条件。</a:t>
            </a:r>
          </a:p>
        </p:txBody>
      </p:sp>
      <p:pic>
        <p:nvPicPr>
          <p:cNvPr id="15" name="图片 14" descr="src=http---www.sdzcjy.com-hongseyou-wp-content-uploads-15-11-115.jpg&amp;refer=http---www.sdzcj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777875"/>
            <a:ext cx="6286500" cy="4286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232111" y="0"/>
            <a:ext cx="4457700" cy="68580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696488" y="1540237"/>
            <a:ext cx="1066800" cy="3276600"/>
          </a:xfrm>
          <a:prstGeom prst="rect">
            <a:avLst/>
          </a:prstGeom>
          <a:solidFill>
            <a:srgbClr val="D7D0CE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06037" y="1995800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第三章节</a:t>
            </a:r>
          </a:p>
        </p:txBody>
      </p:sp>
      <p:sp>
        <p:nvSpPr>
          <p:cNvPr id="8" name="矩形 7"/>
          <p:cNvSpPr/>
          <p:nvPr/>
        </p:nvSpPr>
        <p:spPr>
          <a:xfrm>
            <a:off x="6848890" y="1749787"/>
            <a:ext cx="723900" cy="28003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629672" y="2092646"/>
            <a:ext cx="495731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spc="6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自我感想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5216200" y="4571993"/>
            <a:ext cx="1632688" cy="1632688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21549" y="4914121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55" y="3445231"/>
            <a:ext cx="3602439" cy="3602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第三章节</a:t>
            </a:r>
          </a:p>
        </p:txBody>
      </p:sp>
      <p:sp>
        <p:nvSpPr>
          <p:cNvPr id="6" name="椭圆 5"/>
          <p:cNvSpPr/>
          <p:nvPr/>
        </p:nvSpPr>
        <p:spPr>
          <a:xfrm>
            <a:off x="6330230" y="2096961"/>
            <a:ext cx="438148" cy="4381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323358" y="4075451"/>
            <a:ext cx="438148" cy="4381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25740" y="752475"/>
            <a:ext cx="329819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台儿庄战役的胜利，来源于全中国人民的坚持，尽管我们装备不如敌军，我们仍然能够取得胜利。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给我印象最深的是，在《血战台儿庄》影片的最后，仅剩一名断臂的军人把我们的旗帜插在了堆满敌人的尸体上，我们仅剩一人，却坚持到了最后。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90" y="509270"/>
            <a:ext cx="6263005" cy="417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第三章节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7253" y="954040"/>
            <a:ext cx="4949927" cy="494992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10175" y="241300"/>
            <a:ext cx="6856095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而我们今天的美好生活，真的是英勇的中国军人用血肉之躯迎来的，一寸山河一寸血，他们坚持到了最后，我们没有理由不爱我们的国家，向先烈们致敬。</a:t>
            </a:r>
          </a:p>
          <a:p>
            <a:pPr>
              <a:lnSpc>
                <a:spcPct val="150000"/>
              </a:lnSpc>
            </a:pPr>
            <a:r>
              <a:rPr lang="en-US" altLang="zh-CN" sz="2400">
                <a:sym typeface="+mn-ea"/>
              </a:rPr>
              <a:t>	</a:t>
            </a:r>
            <a:r>
              <a:rPr lang="zh-CN" altLang="en-US" sz="2400">
                <a:sym typeface="+mn-ea"/>
              </a:rPr>
              <a:t>同时我们也应该向先烈们学习，继承他们坚持的品质，在生活中，我们有很多事情需要坚持，比如：坚持每天按时上课，坚持完成老师布置的作业，坚持做完自己想做的事情，或许坚持了不一定成功，但不坚持一定会失败，我们作为当代大学生，应该坚持学习自己的专业知识，砥砺前行，为国家贡献出自己的一份力量。</a:t>
            </a:r>
          </a:p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33402" y="400050"/>
            <a:ext cx="11087100" cy="5962650"/>
          </a:xfrm>
          <a:prstGeom prst="rect">
            <a:avLst/>
          </a:prstGeom>
          <a:noFill/>
          <a:ln>
            <a:solidFill>
              <a:srgbClr val="D7D0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9551" y="1847850"/>
            <a:ext cx="647700" cy="2762250"/>
          </a:xfrm>
          <a:prstGeom prst="rect">
            <a:avLst/>
          </a:prstGeom>
          <a:solidFill>
            <a:srgbClr val="D7D0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9549" y="2227213"/>
            <a:ext cx="6286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第三章节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857253" y="954040"/>
            <a:ext cx="4949927" cy="494992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35905" y="1285875"/>
            <a:ext cx="58731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清明节即将到来，大家可以在清明节假期到烈士陵园进行参观，了解我们革命先烈们的事迹。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最后提前祝大家清明节快乐！</a:t>
            </a:r>
            <a:endParaRPr lang="en-US" altLang="zh-CN" sz="2400" b="1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2400" dirty="0">
              <a:solidFill>
                <a:schemeClr val="bg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47556" y="-112542"/>
            <a:ext cx="4130903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54323" y="885945"/>
            <a:ext cx="2538484" cy="503602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73642" y="1088200"/>
            <a:ext cx="1746913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9600" dirty="0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2977" y="566417"/>
            <a:ext cx="1746913" cy="550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谢谢观看</a:t>
            </a:r>
          </a:p>
        </p:txBody>
      </p:sp>
      <p:sp>
        <p:nvSpPr>
          <p:cNvPr id="9" name="矩形 8"/>
          <p:cNvSpPr/>
          <p:nvPr/>
        </p:nvSpPr>
        <p:spPr>
          <a:xfrm>
            <a:off x="4306723" y="1038345"/>
            <a:ext cx="2538484" cy="503602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59号-创粗黑" panose="00000500000000000000" pitchFamily="2" charset="-122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970315" y="1935142"/>
            <a:ext cx="5192973" cy="519297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327707" y="3725434"/>
            <a:ext cx="3431371" cy="289378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8266768" y="3374553"/>
            <a:ext cx="1632688" cy="163268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8872116" y="3716679"/>
            <a:ext cx="4915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bg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rPr>
              <a:t>肆月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3F419E94-A631-4589-A787-AA9CC6FEDB5E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OeJc0s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DniXNL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OeJc0u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54lzSy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54lzS2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aWGeSz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aWGeS5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aWGeS7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amGeSyTg/xfEDAAAYxkAABcAAAB1bml2ZXJzYWwvdW5pdmVyc2FsLnBuZ+1XaVxT55o/isVOLSBqCrI7ttJFxKgBFJO4AOIom4QisouWyy7IIQYI0UtbBEXa3lvwgiESLAHCTkMwAUJF4NYYUFnCYqSCISSHJGAgIWSbg/bOb2a+zefhw/md8/zf9z3P+n/Oc/L9fU+ZfGT1EQAAJqe9Pc4BgBECADbe/NAYRox/4u+Gbxuunjt1AmgYsBHDwqbY4z7HAaC5aIs2+gNY/rcr3iFXAcC0Z+3a0J9SfQkALFdOexzHXYuQCs7QLwnH+1/rz+YA2GNVJ4ynP3Xbnr8b8bEH7vElhy83eVSctvmi4HNfj022f9n/1/s3HbYN52/e+mLgqGeNq0pJnKAFT4EThvAJ9uqFKwHshPqgoISRaCynNojtXFclLkvpCiEqx2Ppfhj1m8eb7bNhc648NK+1qLWeFafhshd7LaRPYOzMiFnMkfyCMyX7GFs2AkBdoG3qNsQUyUBkw4vdLiPbLSR3q5P3/PmMWZ2rzPiXwNoJb2Fvg0NyzAMHP5oHbAAADw/Y8a3m6+A6uA6ug+vgOrgOroPr4Dq4Dv4/BPdla6TMrwDg+tD/8UfhDS5gcZkf2RiRoxaOzBRhuzLnKvK+xk8RVShacrCgi0UGs9hSAIjqJDzlFzIHbrF0wu8sIsYSws5zR4/E6GQtgzCUZ2Mht0VEwu+QvMqSJ6XMM2qTUwSy5CwAaJ+gUXIyeV2Ee9Wp0UmhTF7rhdmOQgI+QCXeN8lp7KycFtMoySl/MBqS8Ux0jYhC0nu4poj9SKtDkr/5YR5KtCS9gkLn6KQpjvrFIlIYitJDMOhUznJNcARBWEBQ6M5xeYpvQEqhsGtVQv9qtlCB74zko70Gpo+0OalKONrLMxlVs3j2wHTJ3/12bzClvbqN7rtvqderOMxJNP0yCyw6LmDG6r7XvApIjbhVv2ZHvtU9wZUeE0cjRrL+RT3zVeYIAfEpmGMSxZXnqNh/GxKm2XhJNQX5EyL8y9R+YVP1DU278xM5yaBhHD8PjcTVh3ILCcvt1TcyedbYQSiD1f/PkLD+KmF8KPQWag5TiJYHnlRgX9dxlXGfdo9Xu8bbEd78qFxW3k2fxECjh/eA9hRhWVrWKU985cCt5CxfunE0qp0+ZPUA5D6NPzZhsiIhiwkOwSUMrvBHug5j9gwKX/0of5VweKHhep2mNqdhq41q/OZPzWFouz7HYJQ3BRvUvthnPbl/5yjayzfLlmEyI/LhjrgU9SsqqNP8lW8V/hSvjWEpku1/yEDl2HsrXMBI/GSOFXX6733R/872OmbyH6Ibr49galaWh4ktHfL4hXAad4xO6ad9iFqwz121uld0+cm1o8PXieqak7qsISJbhkybgKopUCor6aG5hYIQK13TtPW9pvMaGUppCU5i1zQtsxV1XZG7vjwRc53PKxtx/03h3ku2+ucdfM/hDlmXdUCzTRR/kHuDsJNrNnOALWSaTMAJfgGNgQ+TmM7P0fZmFexkICMw75GNQvV5MYu4H36pF2iJY+o02xAVyG5ollecywox+TSh6/4KCKoEKTsRAqFFQDNbxtowxkOSkA+HpLkhzIHmWmzZpDSXeLPgmeUfoOL7Iw8uCw4gdoB7s/B70XlBeft5u1xJNOqAfZ7bz2p3ROuFHBsMrk9lK+lIDempkuMSM28/4DdDadSNf6wuj4amMBrp/XWTZq3J5BiljC1v00QHc0Jwe2nhos9Y0tPSbQjEx5AeF2uC67e4lCeMKuqp1oXlQqlTw0TkowpjKcjBLRUuWP8YQItZQDcGlhw0G01wwDa22owNtsGJvGq73P5S1BaWELAooTe2iVIyfeYarK/zTHUWqw1Bgq67IGTTuuT8RUGBv8mzvqgksrDCscdtPi5uUpiaER/Jf+152ePx3WAjNbIRY2spGowctvsNWVwmZ5sDYA452aqJr3tFjoTrBfzHblzGQ6eyR3tG0Pb8GgtGEVZ/TXqVJFD/Agfe5Yw+O7Fzw69Lw4F+4eWRnNBZgnPn0gtJvmP5efTqXGWoM+2oZr61xLkyp5z/BRiCavQtUbSJlb11obFlLCdGoYIw4zKaMcxJcJdMkUsjNY055aqYGm69AlK96Rh4Eafs/SGbcwIHbOaj7d2XT6zwXKe0hoMGCf879a9D4a4ANNK8JIDEDaM+MVHhjRBUZYZZiYKEw2VnUSRt8vkc6lu1iEK5hzWe18wp+9e0InlGGqu5QVGh6wCrZjb4yghu8mgbc2NlVTPWxQckMp7GkZUaBHWjW7tM7ZZYWszl0chwqcwRV17nSRPEmHgrI8E5JJLiSr1oN/c1EMZKF7/RmhuheCWtSwPu8nt7D5I+8odGcdFIZzY9mfKUBbbtDEyacksJx91Wk5t9k/Df9d6svXy0UMeOmyJ7oV1YxJb8asC0IQtjWlaF5LhL0/kmx+R79ROBPtwN0pWl+zkyKrUD5rCjqOhGhk+Zcd+MQHPYwas7Pc9TSp10hCssaTYuURFHpd7WuRVHynrSqqur+72Yfi7miO7fwMH+6KFDs/j3XoCNlZraGmMOqt1p9ycS8nIp1iwzwT+smHubK64iOKAxAsupfstcmXBXAFui/H0tYKVw62obUY44boGoFw879UR9i/NRONq3nvT0FCt/30O9mAs3vym6IyX77ZsNSLoiPoJpeoXxLnh9Wtm7LHXKwPRIqGrxsxnknO1x/0CTNkizA1VV6kwbaPxtMVG/4+Jjb/IoCzXy+niMvotFPACNjldVsQQx7AR3vmdvB/mXtoSuOnUTrRQ7aO3Ra/iTRWLc/uHc5SKSdkbSSNJBkuZ+O/ajXDNMO0vaNulbbG7RFK7KtnHxicnBT4hhdrwK0crHUTwK7vYNxX7jzpntecjuCNP7CRMu+8s53UdNiRf03z0gpmsujda3+vjEuPepjkmmUIXEg3p0I7/GoSZu07iW+FP0/FTrnYLMRHjf9oDmBYpBGwuKyPjyb0+i/fkPry1O/36AkVg/FP7JQuv/rKBO/Sr0roImDt0P9/LcmefkZFgd2mc0o95eBOZtkta+z2W81SSS9MJ/CBMQQHk2jOMOIFGmOitTBGJ5bO5dvCsw+e2i8qyJH+aGWxi++JDuQZYoJrYjF1VFeLWiclurn+7MNZpqMln0UheTv7CrLfP2jRwynkCBeVgn56zsEwFDb4fuEEFNzDtPFUkNzdN3iwOQKTP+z/01NKVnDSWB3CxAXJpp4e6iUu22C/RjXrizEqy+tqe0+HUTz4n5siVzsdciWN6pshM9vTqIxqfdtYZGtoSpssdPqbLDaBEO/e7uAi0oKoFdPy+HGjmYZQvyGZNvXE1kEN7bqVW7xQfl3aA4lTg8CD2FRhyyYJK+pI1Ii+Be7AKyizWVprm1in7axyhSYs85p0DNg5wIO9mhfbS+8pmOZtJQt5Wk2b8oP5mUuPvLPcsfzK+a9h6wkgwQFTxXv+FBrtrs6EK3pEsjS9hcH6Zh3TgULCl31syVF5UN37rQ6Z2hcOncsxaob2IXDUH3Tr3vmGx4/GEKLNgrPOo081nS4LxyMgVLKEk3/b72sdDh14GykhpYY5d6ll48kz1n/DysJqtrvjILY3cCLwASVW+5zsz/1vWXhvyYcNenXkyD6pkR5lt+sf62WJjmKkgPZNvwu5K38n5mibgYlmhm15ohye8GAcbyeVATNVp/tU7SiCYrm2jHcWc9epdrrD2u/iJTtxTJ1Nc+FIBGTWXOHO2B1Zxewp8fr1VY2SSxySwAKTYl1cr9926u4MqD3LTibOhPM2f4K58F8Z/DbGTTYyRs/ljMcJKhLlRk2Ql/raRK+Rk4v349GZHDOVIGf5/ZMUgk1K5SM3Rx44T7T9TPTagPz63l1pY2jnYcPJe593MAq0FFtDZ+IGgbZIF3eCF62Uv3Lweg/ovsjlvqNT5eAhi3v0/SL+Rh68oJs//I6H7CkEqZU13xAO9nGQtqUML+nCQ9iCgJf2eW5ozBUJAg2GeIWQrRFs3wW4b0pB3QvC1CxIjAOzVjDerBUIOrNMQpFEov+UBLvcM/+ti5hvW01e2THdcjbTSqrzJ2WtgpHF3yrh1Mlle7FZm1EDNexlKIGW8FBRo5h1N48/V07y1H7nvWAIAoqDP66u3oZqh94XxPbZt4a0qf1BYh9Je72T2Ke9Vb510tDx6OtgdZHxfk2eesvGn6odTxc+B6DFjel80ew4dd60wxYHwRCP4tfiRJ94ZzvRGLcn/f/wAgLOV/zd8/boFH63B3I3iiLpPkb8FqF066b/+XoFsK/C+BbvDB1MMHlEG2AUOnccNLUwY9M3wrvFqzGn22pJJaZU/Spi7rVFPMr+CRHueMc9UeqP/asNk8bFOh9WHvr+GzwGlPX4+GE1F//U9QSwMEFAACAAgAamGeS3Br3rpLAAAAagAAABsAAAB1bml2ZXJzYWwvdW5pdmVyc2FsLnBuZy54bWyzsa/IzVEoSy0qzszPs1Uy1DNQsrfj5bIpKEoty0wtV6gAigEFIUBJoRLINUJwyzNTSjJslczNTBFiGamZ6Rkltkqm5iZwQX2gkQBQSwECAAAUAAIACADniXNLFQ6tKGQEAAAHEQAAHQAAAAAAAAABAAAAAAAAAAAAdW5pdmVyc2FsL2NvbW1vbl9tZXNzYWdlcy5sbmdQSwECAAAUAAIACADniXNLCH4LIykDAACGDAAAJwAAAAAAAAABAAAAAACfBAAAdW5pdmVyc2FsL2ZsYXNoX3B1Ymxpc2hpbmdfc2V0dGluZ3MueG1sUEsBAgAAFAACAAgA54lzS7X8CWS6AgAAVQoAACEAAAAAAAAAAQAAAAAADQgAAHVuaXZlcnNhbC9mbGFzaF9za2luX3NldHRpbmdzLnhtbFBLAQIAABQAAgAIAOeJc0sqlg9n/gIAAJcLAAAmAAAAAAAAAAEAAAAAAAYLAAB1bml2ZXJzYWwvaHRtbF9wdWJsaXNoaW5nX3NldHRpbmdzLnhtbFBLAQIAABQAAgAIAOeJc0tocVKRmgEAAB8GAAAfAAAAAAAAAAEAAAAAAEgOAAB1bml2ZXJzYWwvaHRtbF9za2luX3NldHRpbmdzLmpzUEsBAgAAFAACAAgAaWGeSz08L9HBAAAA5QEAABoAAAAAAAAAAQAAAAAAHxAAAHVuaXZlcnNhbC9pMThuX3ByZXNldHMueG1sUEsBAgAAFAACAAgAaWGeS5r5lmRrAAAAawAAABwAAAAAAAAAAQAAAAAAGBEAAHVuaXZlcnNhbC9sb2NhbF9zZXR0aW5ncy54bWxQSwECAAAUAAIACABElFdHI7RO+/sCAACwCAAAFAAAAAAAAAABAAAAAAC9EQAAdW5pdmVyc2FsL3BsYXllci54bWxQSwECAAAUAAIACABpYZ5LsIcj9GwBAAD3AgAAKQAAAAAAAAABAAAAAADqFAAAdW5pdmVyc2FsL3NraW5fY3VzdG9taXphdGlvbl9zZXR0aW5ncy54bWxQSwECAAAUAAIACABqYZ5LJOD/F8QMAABjGQAAFwAAAAAAAAAAAAAAAACdFgAAdW5pdmVyc2FsL3VuaXZlcnNhbC5wbmdQSwECAAAUAAIACABqYZ5LcGveuksAAABqAAAAGwAAAAAAAAABAAAAAACWIwAAdW5pdmVyc2FsL3VuaXZlcnNhbC5wbmcueG1sUEsFBgAAAAALAAsASQMAABokAAAAAA=="/>
  <p:tag name="ISPRING_PRESENTATION_TITLE" val="40"/>
  <p:tag name="ISPRING_SCORM_PASSING_SCORE" val="100.000000"/>
  <p:tag name="ISPRING_OUTPUT_FOLDER" val="D:\ppt\第11批\642938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702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571.1622047244095,&quot;width&quot;:2571.162204724409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5673.130708661417,&quot;width&quot;:5673.132283464567}"/>
</p:tagLst>
</file>

<file path=ppt/theme/theme1.xml><?xml version="1.0" encoding="utf-8"?>
<a:theme xmlns:a="http://schemas.openxmlformats.org/drawingml/2006/main" name="第一PPT，www.1ppt.com">
  <a:themeElements>
    <a:clrScheme name="自定义 18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F79646"/>
      </a:folHlink>
    </a:clrScheme>
    <a:fontScheme name="nimgqaz5">
      <a:majorFont>
        <a:latin typeface="字魂59号-创粗黑"/>
        <a:ea typeface="字魂59号-创粗黑"/>
        <a:cs typeface=""/>
      </a:majorFont>
      <a:minorFont>
        <a:latin typeface="字魂59号-创粗黑"/>
        <a:ea typeface="字魂59号-创粗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736</Words>
  <Application>Microsoft Office PowerPoint</Application>
  <PresentationFormat>宽屏</PresentationFormat>
  <Paragraphs>56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字魂59号-创粗黑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四月你好</dc:title>
  <dc:creator>第一PPT</dc:creator>
  <cp:keywords>www.1ppt.com</cp:keywords>
  <dc:description>www.1ppt.com</dc:description>
  <cp:lastModifiedBy>maikesw D</cp:lastModifiedBy>
  <cp:revision>155</cp:revision>
  <dcterms:created xsi:type="dcterms:W3CDTF">2017-08-18T03:02:00Z</dcterms:created>
  <dcterms:modified xsi:type="dcterms:W3CDTF">2025-03-10T15:35:44Z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8CB69417C7B846E2A4DD09096369B353</vt:lpwstr>
  </property>
</Properties>
</file>