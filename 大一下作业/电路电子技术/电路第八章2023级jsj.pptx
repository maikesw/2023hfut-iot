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3" r:id="rId4"/>
  </p:sldMasterIdLst>
  <p:notesMasterIdLst>
    <p:notesMasterId r:id="rId18"/>
  </p:notesMasterIdLst>
  <p:sldIdLst>
    <p:sldId id="295" r:id="rId5"/>
    <p:sldId id="257" r:id="rId6"/>
    <p:sldId id="258" r:id="rId7"/>
    <p:sldId id="259" r:id="rId8"/>
    <p:sldId id="293" r:id="rId9"/>
    <p:sldId id="263" r:id="rId10"/>
    <p:sldId id="264" r:id="rId11"/>
    <p:sldId id="265" r:id="rId12"/>
    <p:sldId id="266" r:id="rId13"/>
    <p:sldId id="296" r:id="rId14"/>
    <p:sldId id="267" r:id="rId15"/>
    <p:sldId id="268" r:id="rId16"/>
    <p:sldId id="269" r:id="rId17"/>
    <p:sldId id="270" r:id="rId19"/>
    <p:sldId id="271" r:id="rId20"/>
    <p:sldId id="297" r:id="rId21"/>
    <p:sldId id="275" r:id="rId22"/>
    <p:sldId id="276" r:id="rId23"/>
    <p:sldId id="282" r:id="rId24"/>
    <p:sldId id="278" r:id="rId25"/>
    <p:sldId id="279" r:id="rId26"/>
    <p:sldId id="284" r:id="rId27"/>
    <p:sldId id="287" r:id="rId28"/>
    <p:sldId id="288" r:id="rId29"/>
  </p:sldIdLst>
  <p:sldSz cx="9144000" cy="6858000" type="screen4x3"/>
  <p:notesSz cx="6858000" cy="9144000"/>
  <p:custDataLst>
    <p:tags r:id="rId33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2"/>
        </a:solidFill>
        <a:latin typeface="方正行楷简体" pitchFamily="2" charset="-122"/>
        <a:ea typeface="方正行楷简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2"/>
        </a:solidFill>
        <a:latin typeface="方正行楷简体" pitchFamily="2" charset="-122"/>
        <a:ea typeface="方正行楷简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2"/>
        </a:solidFill>
        <a:latin typeface="方正行楷简体" pitchFamily="2" charset="-122"/>
        <a:ea typeface="方正行楷简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2"/>
        </a:solidFill>
        <a:latin typeface="方正行楷简体" pitchFamily="2" charset="-122"/>
        <a:ea typeface="方正行楷简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2"/>
        </a:solidFill>
        <a:latin typeface="方正行楷简体" pitchFamily="2" charset="-122"/>
        <a:ea typeface="方正行楷简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2"/>
        </a:solidFill>
        <a:latin typeface="方正行楷简体" pitchFamily="2" charset="-122"/>
        <a:ea typeface="方正行楷简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2"/>
        </a:solidFill>
        <a:latin typeface="方正行楷简体" pitchFamily="2" charset="-122"/>
        <a:ea typeface="方正行楷简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2"/>
        </a:solidFill>
        <a:latin typeface="方正行楷简体" pitchFamily="2" charset="-122"/>
        <a:ea typeface="方正行楷简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2"/>
        </a:solidFill>
        <a:latin typeface="方正行楷简体" pitchFamily="2" charset="-122"/>
        <a:ea typeface="方正行楷简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9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0000"/>
    <a:srgbClr val="66FFFF"/>
    <a:srgbClr val="FF3300"/>
    <a:srgbClr val="18F618"/>
    <a:srgbClr val="CC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1"/>
    <p:restoredTop sz="94649"/>
  </p:normalViewPr>
  <p:slideViewPr>
    <p:cSldViewPr showGuides="1">
      <p:cViewPr varScale="1">
        <p:scale>
          <a:sx n="85" d="100"/>
          <a:sy n="85" d="100"/>
        </p:scale>
        <p:origin x="1554" y="90"/>
      </p:cViewPr>
      <p:guideLst>
        <p:guide orient="horz" pos="2115"/>
        <p:guide pos="2920"/>
      </p:guideLst>
    </p:cSldViewPr>
  </p:slideViewPr>
  <p:outlineViewPr>
    <p:cViewPr>
      <p:scale>
        <a:sx n="33" d="100"/>
        <a:sy n="33" d="100"/>
      </p:scale>
      <p:origin x="0" y="-894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3942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3" Type="http://schemas.openxmlformats.org/officeDocument/2006/relationships/tags" Target="tags/tag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.wmf"/><Relationship Id="rId8" Type="http://schemas.openxmlformats.org/officeDocument/2006/relationships/image" Target="../media/image16.wmf"/><Relationship Id="rId7" Type="http://schemas.openxmlformats.org/officeDocument/2006/relationships/image" Target="../media/image15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2" Type="http://schemas.openxmlformats.org/officeDocument/2006/relationships/image" Target="../media/image20.wmf"/><Relationship Id="rId11" Type="http://schemas.openxmlformats.org/officeDocument/2006/relationships/image" Target="../media/image19.wmf"/><Relationship Id="rId10" Type="http://schemas.openxmlformats.org/officeDocument/2006/relationships/image" Target="../media/image18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5" Type="http://schemas.openxmlformats.org/officeDocument/2006/relationships/image" Target="../media/image35.emf"/><Relationship Id="rId4" Type="http://schemas.openxmlformats.org/officeDocument/2006/relationships/image" Target="../media/image34.wmf"/><Relationship Id="rId3" Type="http://schemas.openxmlformats.org/officeDocument/2006/relationships/image" Target="../media/image33.wmf"/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44.wmf"/><Relationship Id="rId8" Type="http://schemas.openxmlformats.org/officeDocument/2006/relationships/image" Target="../media/image43.wmf"/><Relationship Id="rId7" Type="http://schemas.openxmlformats.org/officeDocument/2006/relationships/image" Target="../media/image42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48.wmf"/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56.emf"/><Relationship Id="rId8" Type="http://schemas.openxmlformats.org/officeDocument/2006/relationships/image" Target="../media/image55.wmf"/><Relationship Id="rId7" Type="http://schemas.openxmlformats.org/officeDocument/2006/relationships/image" Target="../media/image54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0" Type="http://schemas.openxmlformats.org/officeDocument/2006/relationships/image" Target="../media/image57.wmf"/><Relationship Id="rId1" Type="http://schemas.openxmlformats.org/officeDocument/2006/relationships/image" Target="../media/image47.wmf"/></Relationships>
</file>

<file path=ppt/drawings/_rels/vmlDrawing8.vml.rels><?xml version="1.0" encoding="UTF-8" standalone="yes"?>
<Relationships xmlns="http://schemas.openxmlformats.org/package/2006/relationships"><Relationship Id="rId5" Type="http://schemas.openxmlformats.org/officeDocument/2006/relationships/image" Target="../media/image62.wmf"/><Relationship Id="rId4" Type="http://schemas.openxmlformats.org/officeDocument/2006/relationships/image" Target="../media/image61.wmf"/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9.vml.rels><?xml version="1.0" encoding="UTF-8" standalone="yes"?>
<Relationships xmlns="http://schemas.openxmlformats.org/package/2006/relationships"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0.vml.rels><?xml version="1.0" encoding="UTF-8" standalone="yes"?>
<Relationships xmlns="http://schemas.openxmlformats.org/package/2006/relationships"><Relationship Id="rId5" Type="http://schemas.openxmlformats.org/officeDocument/2006/relationships/image" Target="../media/image73.wmf"/><Relationship Id="rId4" Type="http://schemas.openxmlformats.org/officeDocument/2006/relationships/image" Target="../media/image72.wmf"/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11.vml.rels><?xml version="1.0" encoding="UTF-8" standalone="yes"?>
<Relationships xmlns="http://schemas.openxmlformats.org/package/2006/relationships"><Relationship Id="rId6" Type="http://schemas.openxmlformats.org/officeDocument/2006/relationships/image" Target="../media/image20.wmf"/><Relationship Id="rId5" Type="http://schemas.openxmlformats.org/officeDocument/2006/relationships/image" Target="../media/image12.wmf"/><Relationship Id="rId4" Type="http://schemas.openxmlformats.org/officeDocument/2006/relationships/image" Target="../media/image76.emf"/><Relationship Id="rId3" Type="http://schemas.openxmlformats.org/officeDocument/2006/relationships/image" Target="../media/image33.wmf"/><Relationship Id="rId2" Type="http://schemas.openxmlformats.org/officeDocument/2006/relationships/image" Target="../media/image75.emf"/><Relationship Id="rId1" Type="http://schemas.openxmlformats.org/officeDocument/2006/relationships/image" Target="../media/image74.emf"/></Relationships>
</file>

<file path=ppt/drawings/_rels/vmlDrawing12.vml.rels><?xml version="1.0" encoding="UTF-8" standalone="yes"?>
<Relationships xmlns="http://schemas.openxmlformats.org/package/2006/relationships"><Relationship Id="rId7" Type="http://schemas.openxmlformats.org/officeDocument/2006/relationships/image" Target="../media/image85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94.wmf"/><Relationship Id="rId8" Type="http://schemas.openxmlformats.org/officeDocument/2006/relationships/image" Target="../media/image93.wmf"/><Relationship Id="rId7" Type="http://schemas.openxmlformats.org/officeDocument/2006/relationships/image" Target="../media/image92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1" Type="http://schemas.openxmlformats.org/officeDocument/2006/relationships/image" Target="../media/image96.wmf"/><Relationship Id="rId10" Type="http://schemas.openxmlformats.org/officeDocument/2006/relationships/image" Target="../media/image95.wmf"/><Relationship Id="rId1" Type="http://schemas.openxmlformats.org/officeDocument/2006/relationships/image" Target="../media/image86.wmf"/></Relationships>
</file>

<file path=ppt/drawings/_rels/vmlDrawing14.vml.rels><?xml version="1.0" encoding="UTF-8" standalone="yes"?>
<Relationships xmlns="http://schemas.openxmlformats.org/package/2006/relationships"><Relationship Id="rId5" Type="http://schemas.openxmlformats.org/officeDocument/2006/relationships/image" Target="../media/image103.emf"/><Relationship Id="rId4" Type="http://schemas.openxmlformats.org/officeDocument/2006/relationships/image" Target="../media/image101.emf"/><Relationship Id="rId3" Type="http://schemas.openxmlformats.org/officeDocument/2006/relationships/image" Target="../media/image100.emf"/><Relationship Id="rId2" Type="http://schemas.openxmlformats.org/officeDocument/2006/relationships/image" Target="../media/image98.emf"/><Relationship Id="rId1" Type="http://schemas.openxmlformats.org/officeDocument/2006/relationships/image" Target="../media/image97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2" Type="http://schemas.openxmlformats.org/officeDocument/2006/relationships/image" Target="../media/image106.emf"/><Relationship Id="rId1" Type="http://schemas.openxmlformats.org/officeDocument/2006/relationships/image" Target="../media/image105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emf"/><Relationship Id="rId7" Type="http://schemas.openxmlformats.org/officeDocument/2006/relationships/image" Target="../media/image114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4.wmf"/><Relationship Id="rId8" Type="http://schemas.openxmlformats.org/officeDocument/2006/relationships/image" Target="../media/image123.wmf"/><Relationship Id="rId7" Type="http://schemas.openxmlformats.org/officeDocument/2006/relationships/image" Target="../media/image122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3" Type="http://schemas.openxmlformats.org/officeDocument/2006/relationships/image" Target="../media/image94.wmf"/><Relationship Id="rId12" Type="http://schemas.openxmlformats.org/officeDocument/2006/relationships/image" Target="../media/image127.wmf"/><Relationship Id="rId11" Type="http://schemas.openxmlformats.org/officeDocument/2006/relationships/image" Target="../media/image126.wmf"/><Relationship Id="rId10" Type="http://schemas.openxmlformats.org/officeDocument/2006/relationships/image" Target="../media/image125.wmf"/><Relationship Id="rId1" Type="http://schemas.openxmlformats.org/officeDocument/2006/relationships/image" Target="../media/image116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5.emf"/><Relationship Id="rId8" Type="http://schemas.openxmlformats.org/officeDocument/2006/relationships/image" Target="../media/image134.emf"/><Relationship Id="rId7" Type="http://schemas.openxmlformats.org/officeDocument/2006/relationships/image" Target="../media/image133.wmf"/><Relationship Id="rId6" Type="http://schemas.openxmlformats.org/officeDocument/2006/relationships/image" Target="../media/image132.wmf"/><Relationship Id="rId5" Type="http://schemas.openxmlformats.org/officeDocument/2006/relationships/image" Target="../media/image131.wmf"/><Relationship Id="rId4" Type="http://schemas.openxmlformats.org/officeDocument/2006/relationships/image" Target="../media/image130.wmf"/><Relationship Id="rId3" Type="http://schemas.openxmlformats.org/officeDocument/2006/relationships/image" Target="../media/image129.wmf"/><Relationship Id="rId2" Type="http://schemas.openxmlformats.org/officeDocument/2006/relationships/image" Target="../media/image64.wmf"/><Relationship Id="rId10" Type="http://schemas.openxmlformats.org/officeDocument/2006/relationships/image" Target="../media/image136.emf"/><Relationship Id="rId1" Type="http://schemas.openxmlformats.org/officeDocument/2006/relationships/image" Target="../media/image128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5.wmf"/><Relationship Id="rId8" Type="http://schemas.openxmlformats.org/officeDocument/2006/relationships/image" Target="../media/image144.wmf"/><Relationship Id="rId7" Type="http://schemas.openxmlformats.org/officeDocument/2006/relationships/image" Target="../media/image143.wmf"/><Relationship Id="rId6" Type="http://schemas.openxmlformats.org/officeDocument/2006/relationships/image" Target="../media/image142.wmf"/><Relationship Id="rId5" Type="http://schemas.openxmlformats.org/officeDocument/2006/relationships/image" Target="../media/image141.wmf"/><Relationship Id="rId4" Type="http://schemas.openxmlformats.org/officeDocument/2006/relationships/image" Target="../media/image140.emf"/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1" Type="http://schemas.openxmlformats.org/officeDocument/2006/relationships/image" Target="../media/image147.wmf"/><Relationship Id="rId10" Type="http://schemas.openxmlformats.org/officeDocument/2006/relationships/image" Target="../media/image146.wmf"/><Relationship Id="rId1" Type="http://schemas.openxmlformats.org/officeDocument/2006/relationships/image" Target="../media/image137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7.emf"/><Relationship Id="rId8" Type="http://schemas.openxmlformats.org/officeDocument/2006/relationships/image" Target="../media/image156.emf"/><Relationship Id="rId7" Type="http://schemas.openxmlformats.org/officeDocument/2006/relationships/image" Target="../media/image155.wmf"/><Relationship Id="rId6" Type="http://schemas.openxmlformats.org/officeDocument/2006/relationships/image" Target="../media/image154.w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1" Type="http://schemas.openxmlformats.org/officeDocument/2006/relationships/image" Target="../media/image159.emf"/><Relationship Id="rId10" Type="http://schemas.openxmlformats.org/officeDocument/2006/relationships/image" Target="../media/image158.emf"/><Relationship Id="rId1" Type="http://schemas.openxmlformats.org/officeDocument/2006/relationships/image" Target="../media/image149.w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3.wmf"/><Relationship Id="rId3" Type="http://schemas.openxmlformats.org/officeDocument/2006/relationships/image" Target="../media/image162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6.wmf"/><Relationship Id="rId8" Type="http://schemas.openxmlformats.org/officeDocument/2006/relationships/image" Target="../media/image145.wmf"/><Relationship Id="rId7" Type="http://schemas.openxmlformats.org/officeDocument/2006/relationships/image" Target="../media/image147.wmf"/><Relationship Id="rId6" Type="http://schemas.openxmlformats.org/officeDocument/2006/relationships/image" Target="../media/image146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Relationship Id="rId3" Type="http://schemas.openxmlformats.org/officeDocument/2006/relationships/image" Target="../media/image153.wmf"/><Relationship Id="rId2" Type="http://schemas.openxmlformats.org/officeDocument/2006/relationships/image" Target="../media/image165.wmf"/><Relationship Id="rId17" Type="http://schemas.openxmlformats.org/officeDocument/2006/relationships/image" Target="../media/image174.emf"/><Relationship Id="rId16" Type="http://schemas.openxmlformats.org/officeDocument/2006/relationships/image" Target="../media/image173.emf"/><Relationship Id="rId15" Type="http://schemas.openxmlformats.org/officeDocument/2006/relationships/image" Target="../media/image172.emf"/><Relationship Id="rId14" Type="http://schemas.openxmlformats.org/officeDocument/2006/relationships/image" Target="../media/image171.wmf"/><Relationship Id="rId13" Type="http://schemas.openxmlformats.org/officeDocument/2006/relationships/image" Target="../media/image170.wmf"/><Relationship Id="rId12" Type="http://schemas.openxmlformats.org/officeDocument/2006/relationships/image" Target="../media/image169.wmf"/><Relationship Id="rId11" Type="http://schemas.openxmlformats.org/officeDocument/2006/relationships/image" Target="../media/image168.wmf"/><Relationship Id="rId10" Type="http://schemas.openxmlformats.org/officeDocument/2006/relationships/image" Target="../media/image167.wmf"/><Relationship Id="rId1" Type="http://schemas.openxmlformats.org/officeDocument/2006/relationships/image" Target="../media/image16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5015DA-5B6A-4B1C-8744-2B8FB967261D}" type="datetimeFigureOut">
              <a:rPr kumimoji="1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fontAlgn="base"/>
            <a:fld id="{9A0DB2DC-4C9A-4742-B13C-FB6460FD3503}" type="slidenum">
              <a:rPr lang="zh-CN" altLang="en-US" sz="1200" strike="noStrike" noProof="1" dirty="0">
                <a:latin typeface="方正行楷简体" pitchFamily="2" charset="-122"/>
                <a:ea typeface="方正行楷简体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150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150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/>
          <p:nvPr/>
        </p:nvGrpSpPr>
        <p:grpSpPr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46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47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48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4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50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5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5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53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5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55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5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57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5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59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0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3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5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6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7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9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70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7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72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7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74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75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76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77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78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79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80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81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grpSp>
          <p:nvGrpSpPr>
            <p:cNvPr id="4135" name="Group 39"/>
            <p:cNvGrpSpPr/>
            <p:nvPr userDrawn="1"/>
          </p:nvGrpSpPr>
          <p:grpSpPr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83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84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</p:grpSp>
      <p:sp>
        <p:nvSpPr>
          <p:cNvPr id="7210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600200"/>
            <a:ext cx="8229600" cy="1828800"/>
          </a:xfrm>
        </p:spPr>
        <p:txBody>
          <a:bodyPr/>
          <a:lstStyle>
            <a:lvl1pPr>
              <a:defRPr sz="4800"/>
            </a:lvl1pPr>
          </a:lstStyle>
          <a:p>
            <a:pPr lvl="0" fontAlgn="base"/>
            <a:r>
              <a:rPr lang="zh-CN" altLang="en-US" strike="noStrike" noProof="0"/>
              <a:t>单击此处编辑母版标题样式</a:t>
            </a:r>
            <a:endParaRPr lang="zh-CN" altLang="en-US" strike="noStrike" noProof="0"/>
          </a:p>
        </p:txBody>
      </p:sp>
      <p:sp>
        <p:nvSpPr>
          <p:cNvPr id="85" name="Rectangle 44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6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4835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48350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33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80513" cy="6884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33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80513" cy="6884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image" Target="../media/image4.png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3" Type="http://schemas.openxmlformats.org/officeDocument/2006/relationships/theme" Target="../theme/theme3.xml"/><Relationship Id="rId12" Type="http://schemas.openxmlformats.org/officeDocument/2006/relationships/image" Target="../media/image4.png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6147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48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49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50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51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52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53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54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55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56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57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58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59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60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61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62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63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64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65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66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67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68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69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70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71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72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73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74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75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76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77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78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79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80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81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6182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grpSp>
          <p:nvGrpSpPr>
            <p:cNvPr id="1063" name="Group 39"/>
            <p:cNvGrpSpPr/>
            <p:nvPr userDrawn="1"/>
          </p:nvGrpSpPr>
          <p:grpSpPr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6184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6185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</p:grpSp>
      <p:sp>
        <p:nvSpPr>
          <p:cNvPr id="6186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6188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90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3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4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50" name="Picture 2" descr="333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9180513" cy="68849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074" name="Picture 2" descr="333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9180513" cy="6884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WordArt 3"/>
          <p:cNvSpPr>
            <a:spLocks noTextEdit="1"/>
          </p:cNvSpPr>
          <p:nvPr userDrawn="1"/>
        </p:nvSpPr>
        <p:spPr>
          <a:xfrm>
            <a:off x="6084888" y="90488"/>
            <a:ext cx="1582737" cy="3143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2400" b="1" spc="480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储能元件</a:t>
            </a:r>
            <a:endParaRPr lang="zh-CN" altLang="en-US" sz="2400" b="1" spc="480">
              <a:gradFill rotWithShape="1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79999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" Target="slide11.xml"/><Relationship Id="rId3" Type="http://schemas.openxmlformats.org/officeDocument/2006/relationships/slide" Target="slide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2.bin"/><Relationship Id="rId27" Type="http://schemas.openxmlformats.org/officeDocument/2006/relationships/vmlDrawing" Target="../drawings/vmlDrawing1.v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21.jpeg"/><Relationship Id="rId24" Type="http://schemas.openxmlformats.org/officeDocument/2006/relationships/image" Target="../media/image20.wmf"/><Relationship Id="rId23" Type="http://schemas.openxmlformats.org/officeDocument/2006/relationships/oleObject" Target="../embeddings/oleObject12.bin"/><Relationship Id="rId22" Type="http://schemas.openxmlformats.org/officeDocument/2006/relationships/image" Target="../media/image19.wmf"/><Relationship Id="rId21" Type="http://schemas.openxmlformats.org/officeDocument/2006/relationships/oleObject" Target="../embeddings/oleObject11.bin"/><Relationship Id="rId20" Type="http://schemas.openxmlformats.org/officeDocument/2006/relationships/image" Target="../media/image18.wmf"/><Relationship Id="rId2" Type="http://schemas.openxmlformats.org/officeDocument/2006/relationships/image" Target="../media/image9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17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16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15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14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13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.bin"/><Relationship Id="rId8" Type="http://schemas.openxmlformats.org/officeDocument/2006/relationships/image" Target="../media/image25.w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22.wmf"/><Relationship Id="rId12" Type="http://schemas.openxmlformats.org/officeDocument/2006/relationships/vmlDrawing" Target="../drawings/vmlDrawing2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6.wmf"/><Relationship Id="rId1" Type="http://schemas.openxmlformats.org/officeDocument/2006/relationships/oleObject" Target="../embeddings/oleObject13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0.wmf"/><Relationship Id="rId7" Type="http://schemas.openxmlformats.org/officeDocument/2006/relationships/oleObject" Target="../embeddings/oleObject21.bin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8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27.wmf"/><Relationship Id="rId10" Type="http://schemas.openxmlformats.org/officeDocument/2006/relationships/vmlDrawing" Target="../drawings/vmlDrawing3.vml"/><Relationship Id="rId1" Type="http://schemas.openxmlformats.org/officeDocument/2006/relationships/oleObject" Target="../embeddings/oleObject18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34.w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32.e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31.emf"/><Relationship Id="rId12" Type="http://schemas.openxmlformats.org/officeDocument/2006/relationships/vmlDrawing" Target="../drawings/vmlDrawing4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5.emf"/><Relationship Id="rId1" Type="http://schemas.openxmlformats.org/officeDocument/2006/relationships/oleObject" Target="../embeddings/oleObject22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.bin"/><Relationship Id="rId8" Type="http://schemas.openxmlformats.org/officeDocument/2006/relationships/image" Target="../media/image39.wmf"/><Relationship Id="rId7" Type="http://schemas.openxmlformats.org/officeDocument/2006/relationships/oleObject" Target="../embeddings/oleObject30.bin"/><Relationship Id="rId6" Type="http://schemas.openxmlformats.org/officeDocument/2006/relationships/image" Target="../media/image38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7.wmf"/><Relationship Id="rId3" Type="http://schemas.openxmlformats.org/officeDocument/2006/relationships/oleObject" Target="../embeddings/oleObject28.bin"/><Relationship Id="rId20" Type="http://schemas.openxmlformats.org/officeDocument/2006/relationships/vmlDrawing" Target="../drawings/vmlDrawing5.vml"/><Relationship Id="rId2" Type="http://schemas.openxmlformats.org/officeDocument/2006/relationships/image" Target="../media/image36.wmf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44.wmf"/><Relationship Id="rId17" Type="http://schemas.openxmlformats.org/officeDocument/2006/relationships/oleObject" Target="../embeddings/oleObject35.bin"/><Relationship Id="rId16" Type="http://schemas.openxmlformats.org/officeDocument/2006/relationships/image" Target="../media/image43.wmf"/><Relationship Id="rId15" Type="http://schemas.openxmlformats.org/officeDocument/2006/relationships/oleObject" Target="../embeddings/oleObject34.bin"/><Relationship Id="rId14" Type="http://schemas.openxmlformats.org/officeDocument/2006/relationships/image" Target="../media/image42.wmf"/><Relationship Id="rId13" Type="http://schemas.openxmlformats.org/officeDocument/2006/relationships/oleObject" Target="../embeddings/oleObject33.bin"/><Relationship Id="rId12" Type="http://schemas.openxmlformats.org/officeDocument/2006/relationships/image" Target="../media/image41.wmf"/><Relationship Id="rId11" Type="http://schemas.openxmlformats.org/officeDocument/2006/relationships/oleObject" Target="../embeddings/oleObject32.bin"/><Relationship Id="rId10" Type="http://schemas.openxmlformats.org/officeDocument/2006/relationships/image" Target="../media/image40.wmf"/><Relationship Id="rId1" Type="http://schemas.openxmlformats.org/officeDocument/2006/relationships/oleObject" Target="../embeddings/oleObject27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8.w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47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6.w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45.w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36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4.bin"/><Relationship Id="rId8" Type="http://schemas.openxmlformats.org/officeDocument/2006/relationships/image" Target="../media/image51.wmf"/><Relationship Id="rId7" Type="http://schemas.openxmlformats.org/officeDocument/2006/relationships/oleObject" Target="../embeddings/oleObject43.bin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9.wmf"/><Relationship Id="rId3" Type="http://schemas.openxmlformats.org/officeDocument/2006/relationships/oleObject" Target="../embeddings/oleObject41.bin"/><Relationship Id="rId22" Type="http://schemas.openxmlformats.org/officeDocument/2006/relationships/vmlDrawing" Target="../drawings/vmlDrawing7.v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57.wmf"/><Relationship Id="rId2" Type="http://schemas.openxmlformats.org/officeDocument/2006/relationships/image" Target="../media/image47.wmf"/><Relationship Id="rId19" Type="http://schemas.openxmlformats.org/officeDocument/2006/relationships/oleObject" Target="../embeddings/oleObject49.bin"/><Relationship Id="rId18" Type="http://schemas.openxmlformats.org/officeDocument/2006/relationships/image" Target="../media/image56.emf"/><Relationship Id="rId17" Type="http://schemas.openxmlformats.org/officeDocument/2006/relationships/oleObject" Target="../embeddings/oleObject48.bin"/><Relationship Id="rId16" Type="http://schemas.openxmlformats.org/officeDocument/2006/relationships/image" Target="../media/image55.wmf"/><Relationship Id="rId15" Type="http://schemas.openxmlformats.org/officeDocument/2006/relationships/oleObject" Target="../embeddings/oleObject47.bin"/><Relationship Id="rId14" Type="http://schemas.openxmlformats.org/officeDocument/2006/relationships/image" Target="../media/image54.wmf"/><Relationship Id="rId13" Type="http://schemas.openxmlformats.org/officeDocument/2006/relationships/oleObject" Target="../embeddings/oleObject46.bin"/><Relationship Id="rId12" Type="http://schemas.openxmlformats.org/officeDocument/2006/relationships/image" Target="../media/image53.wmf"/><Relationship Id="rId11" Type="http://schemas.openxmlformats.org/officeDocument/2006/relationships/oleObject" Target="../embeddings/oleObject45.bin"/><Relationship Id="rId10" Type="http://schemas.openxmlformats.org/officeDocument/2006/relationships/image" Target="../media/image52.wmf"/><Relationship Id="rId1" Type="http://schemas.openxmlformats.org/officeDocument/2006/relationships/oleObject" Target="../embeddings/oleObject40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4.bin"/><Relationship Id="rId8" Type="http://schemas.openxmlformats.org/officeDocument/2006/relationships/image" Target="../media/image61.wmf"/><Relationship Id="rId7" Type="http://schemas.openxmlformats.org/officeDocument/2006/relationships/oleObject" Target="../embeddings/oleObject53.bin"/><Relationship Id="rId6" Type="http://schemas.openxmlformats.org/officeDocument/2006/relationships/image" Target="../media/image60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59.wmf"/><Relationship Id="rId3" Type="http://schemas.openxmlformats.org/officeDocument/2006/relationships/oleObject" Target="../embeddings/oleObject51.bin"/><Relationship Id="rId2" Type="http://schemas.openxmlformats.org/officeDocument/2006/relationships/image" Target="../media/image58.wmf"/><Relationship Id="rId12" Type="http://schemas.openxmlformats.org/officeDocument/2006/relationships/vmlDrawing" Target="../drawings/vmlDrawing8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2.wmf"/><Relationship Id="rId1" Type="http://schemas.openxmlformats.org/officeDocument/2006/relationships/oleObject" Target="../embeddings/oleObject50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9.bin"/><Relationship Id="rId8" Type="http://schemas.openxmlformats.org/officeDocument/2006/relationships/image" Target="../media/image66.wmf"/><Relationship Id="rId7" Type="http://schemas.openxmlformats.org/officeDocument/2006/relationships/oleObject" Target="../embeddings/oleObject58.bin"/><Relationship Id="rId6" Type="http://schemas.openxmlformats.org/officeDocument/2006/relationships/image" Target="../media/image65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64.wmf"/><Relationship Id="rId3" Type="http://schemas.openxmlformats.org/officeDocument/2006/relationships/oleObject" Target="../embeddings/oleObject56.bin"/><Relationship Id="rId2" Type="http://schemas.openxmlformats.org/officeDocument/2006/relationships/image" Target="../media/image63.wmf"/><Relationship Id="rId14" Type="http://schemas.openxmlformats.org/officeDocument/2006/relationships/vmlDrawing" Target="../drawings/vmlDrawing9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68.wmf"/><Relationship Id="rId11" Type="http://schemas.openxmlformats.org/officeDocument/2006/relationships/oleObject" Target="../embeddings/oleObject60.bin"/><Relationship Id="rId10" Type="http://schemas.openxmlformats.org/officeDocument/2006/relationships/image" Target="../media/image67.wmf"/><Relationship Id="rId1" Type="http://schemas.openxmlformats.org/officeDocument/2006/relationships/oleObject" Target="../embeddings/oleObject55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5.bin"/><Relationship Id="rId8" Type="http://schemas.openxmlformats.org/officeDocument/2006/relationships/image" Target="../media/image72.wmf"/><Relationship Id="rId7" Type="http://schemas.openxmlformats.org/officeDocument/2006/relationships/oleObject" Target="../embeddings/oleObject64.bin"/><Relationship Id="rId6" Type="http://schemas.openxmlformats.org/officeDocument/2006/relationships/image" Target="../media/image71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70.wmf"/><Relationship Id="rId3" Type="http://schemas.openxmlformats.org/officeDocument/2006/relationships/oleObject" Target="../embeddings/oleObject62.bin"/><Relationship Id="rId2" Type="http://schemas.openxmlformats.org/officeDocument/2006/relationships/image" Target="../media/image69.wmf"/><Relationship Id="rId12" Type="http://schemas.openxmlformats.org/officeDocument/2006/relationships/vmlDrawing" Target="../drawings/vmlDrawing10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73.wmf"/><Relationship Id="rId1" Type="http://schemas.openxmlformats.org/officeDocument/2006/relationships/oleObject" Target="../embeddings/oleObject61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0.bin"/><Relationship Id="rId8" Type="http://schemas.openxmlformats.org/officeDocument/2006/relationships/image" Target="../media/image76.e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33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75.e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74.emf"/><Relationship Id="rId17" Type="http://schemas.openxmlformats.org/officeDocument/2006/relationships/notesSlide" Target="../notesSlides/notesSlide1.xml"/><Relationship Id="rId16" Type="http://schemas.openxmlformats.org/officeDocument/2006/relationships/vmlDrawing" Target="../drawings/vmlDrawing11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78.png"/><Relationship Id="rId13" Type="http://schemas.openxmlformats.org/officeDocument/2006/relationships/image" Target="../media/image77.png"/><Relationship Id="rId12" Type="http://schemas.openxmlformats.org/officeDocument/2006/relationships/image" Target="../media/image20.wmf"/><Relationship Id="rId11" Type="http://schemas.openxmlformats.org/officeDocument/2006/relationships/oleObject" Target="../embeddings/oleObject71.bin"/><Relationship Id="rId10" Type="http://schemas.openxmlformats.org/officeDocument/2006/relationships/image" Target="../media/image12.wmf"/><Relationship Id="rId1" Type="http://schemas.openxmlformats.org/officeDocument/2006/relationships/oleObject" Target="../embeddings/oleObject66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6.bin"/><Relationship Id="rId8" Type="http://schemas.openxmlformats.org/officeDocument/2006/relationships/image" Target="../media/image82.wmf"/><Relationship Id="rId7" Type="http://schemas.openxmlformats.org/officeDocument/2006/relationships/oleObject" Target="../embeddings/oleObject75.bin"/><Relationship Id="rId6" Type="http://schemas.openxmlformats.org/officeDocument/2006/relationships/image" Target="../media/image81.w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80.wmf"/><Relationship Id="rId3" Type="http://schemas.openxmlformats.org/officeDocument/2006/relationships/oleObject" Target="../embeddings/oleObject73.bin"/><Relationship Id="rId2" Type="http://schemas.openxmlformats.org/officeDocument/2006/relationships/image" Target="../media/image79.wmf"/><Relationship Id="rId16" Type="http://schemas.openxmlformats.org/officeDocument/2006/relationships/vmlDrawing" Target="../drawings/vmlDrawing12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85.wmf"/><Relationship Id="rId13" Type="http://schemas.openxmlformats.org/officeDocument/2006/relationships/oleObject" Target="../embeddings/oleObject78.bin"/><Relationship Id="rId12" Type="http://schemas.openxmlformats.org/officeDocument/2006/relationships/image" Target="../media/image84.wmf"/><Relationship Id="rId11" Type="http://schemas.openxmlformats.org/officeDocument/2006/relationships/oleObject" Target="../embeddings/oleObject77.bin"/><Relationship Id="rId10" Type="http://schemas.openxmlformats.org/officeDocument/2006/relationships/image" Target="../media/image83.wmf"/><Relationship Id="rId1" Type="http://schemas.openxmlformats.org/officeDocument/2006/relationships/oleObject" Target="../embeddings/oleObject72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3.bin"/><Relationship Id="rId8" Type="http://schemas.openxmlformats.org/officeDocument/2006/relationships/image" Target="../media/image89.wmf"/><Relationship Id="rId7" Type="http://schemas.openxmlformats.org/officeDocument/2006/relationships/oleObject" Target="../embeddings/oleObject82.bin"/><Relationship Id="rId6" Type="http://schemas.openxmlformats.org/officeDocument/2006/relationships/image" Target="../media/image88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87.wmf"/><Relationship Id="rId3" Type="http://schemas.openxmlformats.org/officeDocument/2006/relationships/oleObject" Target="../embeddings/oleObject80.bin"/><Relationship Id="rId24" Type="http://schemas.openxmlformats.org/officeDocument/2006/relationships/vmlDrawing" Target="../drawings/vmlDrawing13.vml"/><Relationship Id="rId23" Type="http://schemas.openxmlformats.org/officeDocument/2006/relationships/slideLayout" Target="../slideLayouts/slideLayout2.xml"/><Relationship Id="rId22" Type="http://schemas.openxmlformats.org/officeDocument/2006/relationships/image" Target="../media/image96.wmf"/><Relationship Id="rId21" Type="http://schemas.openxmlformats.org/officeDocument/2006/relationships/oleObject" Target="../embeddings/oleObject89.bin"/><Relationship Id="rId20" Type="http://schemas.openxmlformats.org/officeDocument/2006/relationships/image" Target="../media/image95.wmf"/><Relationship Id="rId2" Type="http://schemas.openxmlformats.org/officeDocument/2006/relationships/image" Target="../media/image86.wmf"/><Relationship Id="rId19" Type="http://schemas.openxmlformats.org/officeDocument/2006/relationships/oleObject" Target="../embeddings/oleObject88.bin"/><Relationship Id="rId18" Type="http://schemas.openxmlformats.org/officeDocument/2006/relationships/image" Target="../media/image94.wmf"/><Relationship Id="rId17" Type="http://schemas.openxmlformats.org/officeDocument/2006/relationships/oleObject" Target="../embeddings/oleObject87.bin"/><Relationship Id="rId16" Type="http://schemas.openxmlformats.org/officeDocument/2006/relationships/image" Target="../media/image93.wmf"/><Relationship Id="rId15" Type="http://schemas.openxmlformats.org/officeDocument/2006/relationships/oleObject" Target="../embeddings/oleObject86.bin"/><Relationship Id="rId14" Type="http://schemas.openxmlformats.org/officeDocument/2006/relationships/image" Target="../media/image92.wmf"/><Relationship Id="rId13" Type="http://schemas.openxmlformats.org/officeDocument/2006/relationships/oleObject" Target="../embeddings/oleObject85.bin"/><Relationship Id="rId12" Type="http://schemas.openxmlformats.org/officeDocument/2006/relationships/image" Target="../media/image91.wmf"/><Relationship Id="rId11" Type="http://schemas.openxmlformats.org/officeDocument/2006/relationships/oleObject" Target="../embeddings/oleObject84.bin"/><Relationship Id="rId10" Type="http://schemas.openxmlformats.org/officeDocument/2006/relationships/image" Target="../media/image90.wmf"/><Relationship Id="rId1" Type="http://schemas.openxmlformats.org/officeDocument/2006/relationships/oleObject" Target="../embeddings/oleObject79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1.emf"/><Relationship Id="rId8" Type="http://schemas.openxmlformats.org/officeDocument/2006/relationships/oleObject" Target="../embeddings/oleObject93.bin"/><Relationship Id="rId7" Type="http://schemas.openxmlformats.org/officeDocument/2006/relationships/image" Target="../media/image100.emf"/><Relationship Id="rId6" Type="http://schemas.openxmlformats.org/officeDocument/2006/relationships/oleObject" Target="../embeddings/oleObject92.bin"/><Relationship Id="rId5" Type="http://schemas.openxmlformats.org/officeDocument/2006/relationships/image" Target="../media/image99.jpeg"/><Relationship Id="rId4" Type="http://schemas.openxmlformats.org/officeDocument/2006/relationships/image" Target="../media/image98.emf"/><Relationship Id="rId3" Type="http://schemas.openxmlformats.org/officeDocument/2006/relationships/oleObject" Target="../embeddings/oleObject91.bin"/><Relationship Id="rId2" Type="http://schemas.openxmlformats.org/officeDocument/2006/relationships/image" Target="../media/image97.emf"/><Relationship Id="rId15" Type="http://schemas.openxmlformats.org/officeDocument/2006/relationships/vmlDrawing" Target="../drawings/vmlDrawing14.vml"/><Relationship Id="rId14" Type="http://schemas.openxmlformats.org/officeDocument/2006/relationships/slideLayout" Target="../slideLayouts/slideLayout30.xml"/><Relationship Id="rId13" Type="http://schemas.openxmlformats.org/officeDocument/2006/relationships/image" Target="../media/image104.png"/><Relationship Id="rId12" Type="http://schemas.openxmlformats.org/officeDocument/2006/relationships/image" Target="../media/image103.emf"/><Relationship Id="rId11" Type="http://schemas.openxmlformats.org/officeDocument/2006/relationships/oleObject" Target="../embeddings/oleObject94.bin"/><Relationship Id="rId10" Type="http://schemas.openxmlformats.org/officeDocument/2006/relationships/image" Target="../media/image102.png"/><Relationship Id="rId1" Type="http://schemas.openxmlformats.org/officeDocument/2006/relationships/oleObject" Target="../embeddings/oleObject90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7.e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106.emf"/><Relationship Id="rId3" Type="http://schemas.openxmlformats.org/officeDocument/2006/relationships/oleObject" Target="../embeddings/oleObject96.bin"/><Relationship Id="rId2" Type="http://schemas.openxmlformats.org/officeDocument/2006/relationships/image" Target="../media/image105.emf"/><Relationship Id="rId1" Type="http://schemas.openxmlformats.org/officeDocument/2006/relationships/oleObject" Target="../embeddings/oleObject95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2.bin"/><Relationship Id="rId8" Type="http://schemas.openxmlformats.org/officeDocument/2006/relationships/image" Target="../media/image111.wmf"/><Relationship Id="rId7" Type="http://schemas.openxmlformats.org/officeDocument/2006/relationships/oleObject" Target="../embeddings/oleObject101.bin"/><Relationship Id="rId6" Type="http://schemas.openxmlformats.org/officeDocument/2006/relationships/image" Target="../media/image110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109.wmf"/><Relationship Id="rId3" Type="http://schemas.openxmlformats.org/officeDocument/2006/relationships/oleObject" Target="../embeddings/oleObject99.bin"/><Relationship Id="rId2" Type="http://schemas.openxmlformats.org/officeDocument/2006/relationships/image" Target="../media/image108.wmf"/><Relationship Id="rId18" Type="http://schemas.openxmlformats.org/officeDocument/2006/relationships/vmlDrawing" Target="../drawings/vmlDrawing16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15.emf"/><Relationship Id="rId15" Type="http://schemas.openxmlformats.org/officeDocument/2006/relationships/oleObject" Target="../embeddings/oleObject105.bin"/><Relationship Id="rId14" Type="http://schemas.openxmlformats.org/officeDocument/2006/relationships/image" Target="../media/image114.wmf"/><Relationship Id="rId13" Type="http://schemas.openxmlformats.org/officeDocument/2006/relationships/oleObject" Target="../embeddings/oleObject104.bin"/><Relationship Id="rId12" Type="http://schemas.openxmlformats.org/officeDocument/2006/relationships/image" Target="../media/image113.wmf"/><Relationship Id="rId11" Type="http://schemas.openxmlformats.org/officeDocument/2006/relationships/oleObject" Target="../embeddings/oleObject103.bin"/><Relationship Id="rId10" Type="http://schemas.openxmlformats.org/officeDocument/2006/relationships/image" Target="../media/image112.wmf"/><Relationship Id="rId1" Type="http://schemas.openxmlformats.org/officeDocument/2006/relationships/oleObject" Target="../embeddings/oleObject98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0.bin"/><Relationship Id="rId8" Type="http://schemas.openxmlformats.org/officeDocument/2006/relationships/image" Target="../media/image119.wmf"/><Relationship Id="rId7" Type="http://schemas.openxmlformats.org/officeDocument/2006/relationships/oleObject" Target="../embeddings/oleObject109.bin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08.bin"/><Relationship Id="rId4" Type="http://schemas.openxmlformats.org/officeDocument/2006/relationships/image" Target="../media/image117.wmf"/><Relationship Id="rId3" Type="http://schemas.openxmlformats.org/officeDocument/2006/relationships/oleObject" Target="../embeddings/oleObject107.bin"/><Relationship Id="rId29" Type="http://schemas.openxmlformats.org/officeDocument/2006/relationships/vmlDrawing" Target="../drawings/vmlDrawing17.vml"/><Relationship Id="rId28" Type="http://schemas.openxmlformats.org/officeDocument/2006/relationships/slideLayout" Target="../slideLayouts/slideLayout2.xml"/><Relationship Id="rId27" Type="http://schemas.openxmlformats.org/officeDocument/2006/relationships/oleObject" Target="../embeddings/oleObject119.bin"/><Relationship Id="rId26" Type="http://schemas.openxmlformats.org/officeDocument/2006/relationships/image" Target="../media/image94.wmf"/><Relationship Id="rId25" Type="http://schemas.openxmlformats.org/officeDocument/2006/relationships/oleObject" Target="../embeddings/oleObject118.bin"/><Relationship Id="rId24" Type="http://schemas.openxmlformats.org/officeDocument/2006/relationships/image" Target="../media/image127.wmf"/><Relationship Id="rId23" Type="http://schemas.openxmlformats.org/officeDocument/2006/relationships/oleObject" Target="../embeddings/oleObject117.bin"/><Relationship Id="rId22" Type="http://schemas.openxmlformats.org/officeDocument/2006/relationships/image" Target="../media/image126.wmf"/><Relationship Id="rId21" Type="http://schemas.openxmlformats.org/officeDocument/2006/relationships/oleObject" Target="../embeddings/oleObject116.bin"/><Relationship Id="rId20" Type="http://schemas.openxmlformats.org/officeDocument/2006/relationships/image" Target="../media/image125.wmf"/><Relationship Id="rId2" Type="http://schemas.openxmlformats.org/officeDocument/2006/relationships/image" Target="../media/image116.wmf"/><Relationship Id="rId19" Type="http://schemas.openxmlformats.org/officeDocument/2006/relationships/oleObject" Target="../embeddings/oleObject115.bin"/><Relationship Id="rId18" Type="http://schemas.openxmlformats.org/officeDocument/2006/relationships/image" Target="../media/image124.wmf"/><Relationship Id="rId17" Type="http://schemas.openxmlformats.org/officeDocument/2006/relationships/oleObject" Target="../embeddings/oleObject114.bin"/><Relationship Id="rId16" Type="http://schemas.openxmlformats.org/officeDocument/2006/relationships/image" Target="../media/image123.wmf"/><Relationship Id="rId15" Type="http://schemas.openxmlformats.org/officeDocument/2006/relationships/oleObject" Target="../embeddings/oleObject113.bin"/><Relationship Id="rId14" Type="http://schemas.openxmlformats.org/officeDocument/2006/relationships/image" Target="../media/image122.wmf"/><Relationship Id="rId13" Type="http://schemas.openxmlformats.org/officeDocument/2006/relationships/oleObject" Target="../embeddings/oleObject112.bin"/><Relationship Id="rId12" Type="http://schemas.openxmlformats.org/officeDocument/2006/relationships/image" Target="../media/image121.wmf"/><Relationship Id="rId11" Type="http://schemas.openxmlformats.org/officeDocument/2006/relationships/oleObject" Target="../embeddings/oleObject111.bin"/><Relationship Id="rId10" Type="http://schemas.openxmlformats.org/officeDocument/2006/relationships/image" Target="../media/image120.wmf"/><Relationship Id="rId1" Type="http://schemas.openxmlformats.org/officeDocument/2006/relationships/oleObject" Target="../embeddings/oleObject106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4.bin"/><Relationship Id="rId8" Type="http://schemas.openxmlformats.org/officeDocument/2006/relationships/image" Target="../media/image130.wmf"/><Relationship Id="rId7" Type="http://schemas.openxmlformats.org/officeDocument/2006/relationships/oleObject" Target="../embeddings/oleObject123.bin"/><Relationship Id="rId6" Type="http://schemas.openxmlformats.org/officeDocument/2006/relationships/image" Target="../media/image129.wmf"/><Relationship Id="rId5" Type="http://schemas.openxmlformats.org/officeDocument/2006/relationships/oleObject" Target="../embeddings/oleObject122.bin"/><Relationship Id="rId4" Type="http://schemas.openxmlformats.org/officeDocument/2006/relationships/image" Target="../media/image64.wmf"/><Relationship Id="rId3" Type="http://schemas.openxmlformats.org/officeDocument/2006/relationships/oleObject" Target="../embeddings/oleObject121.bin"/><Relationship Id="rId22" Type="http://schemas.openxmlformats.org/officeDocument/2006/relationships/vmlDrawing" Target="../drawings/vmlDrawing18.v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136.emf"/><Relationship Id="rId2" Type="http://schemas.openxmlformats.org/officeDocument/2006/relationships/image" Target="../media/image128.wmf"/><Relationship Id="rId19" Type="http://schemas.openxmlformats.org/officeDocument/2006/relationships/oleObject" Target="../embeddings/oleObject129.bin"/><Relationship Id="rId18" Type="http://schemas.openxmlformats.org/officeDocument/2006/relationships/image" Target="../media/image135.emf"/><Relationship Id="rId17" Type="http://schemas.openxmlformats.org/officeDocument/2006/relationships/oleObject" Target="../embeddings/oleObject128.bin"/><Relationship Id="rId16" Type="http://schemas.openxmlformats.org/officeDocument/2006/relationships/image" Target="../media/image134.emf"/><Relationship Id="rId15" Type="http://schemas.openxmlformats.org/officeDocument/2006/relationships/oleObject" Target="../embeddings/oleObject127.bin"/><Relationship Id="rId14" Type="http://schemas.openxmlformats.org/officeDocument/2006/relationships/image" Target="../media/image133.wmf"/><Relationship Id="rId13" Type="http://schemas.openxmlformats.org/officeDocument/2006/relationships/oleObject" Target="../embeddings/oleObject126.bin"/><Relationship Id="rId12" Type="http://schemas.openxmlformats.org/officeDocument/2006/relationships/image" Target="../media/image132.wmf"/><Relationship Id="rId11" Type="http://schemas.openxmlformats.org/officeDocument/2006/relationships/oleObject" Target="../embeddings/oleObject125.bin"/><Relationship Id="rId10" Type="http://schemas.openxmlformats.org/officeDocument/2006/relationships/image" Target="../media/image131.wmf"/><Relationship Id="rId1" Type="http://schemas.openxmlformats.org/officeDocument/2006/relationships/oleObject" Target="../embeddings/oleObject120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4.bin"/><Relationship Id="rId8" Type="http://schemas.openxmlformats.org/officeDocument/2006/relationships/image" Target="../media/image140.emf"/><Relationship Id="rId7" Type="http://schemas.openxmlformats.org/officeDocument/2006/relationships/oleObject" Target="../embeddings/oleObject133.bin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38.wmf"/><Relationship Id="rId3" Type="http://schemas.openxmlformats.org/officeDocument/2006/relationships/oleObject" Target="../embeddings/oleObject131.bin"/><Relationship Id="rId25" Type="http://schemas.openxmlformats.org/officeDocument/2006/relationships/vmlDrawing" Target="../drawings/vmlDrawing19.vml"/><Relationship Id="rId24" Type="http://schemas.openxmlformats.org/officeDocument/2006/relationships/slideLayout" Target="../slideLayouts/slideLayout12.xml"/><Relationship Id="rId23" Type="http://schemas.openxmlformats.org/officeDocument/2006/relationships/image" Target="../media/image148.png"/><Relationship Id="rId22" Type="http://schemas.openxmlformats.org/officeDocument/2006/relationships/image" Target="../media/image147.wmf"/><Relationship Id="rId21" Type="http://schemas.openxmlformats.org/officeDocument/2006/relationships/oleObject" Target="../embeddings/oleObject140.bin"/><Relationship Id="rId20" Type="http://schemas.openxmlformats.org/officeDocument/2006/relationships/image" Target="../media/image146.wmf"/><Relationship Id="rId2" Type="http://schemas.openxmlformats.org/officeDocument/2006/relationships/image" Target="../media/image137.wmf"/><Relationship Id="rId19" Type="http://schemas.openxmlformats.org/officeDocument/2006/relationships/oleObject" Target="../embeddings/oleObject139.bin"/><Relationship Id="rId18" Type="http://schemas.openxmlformats.org/officeDocument/2006/relationships/image" Target="../media/image145.wmf"/><Relationship Id="rId17" Type="http://schemas.openxmlformats.org/officeDocument/2006/relationships/oleObject" Target="../embeddings/oleObject138.bin"/><Relationship Id="rId16" Type="http://schemas.openxmlformats.org/officeDocument/2006/relationships/image" Target="../media/image144.wmf"/><Relationship Id="rId15" Type="http://schemas.openxmlformats.org/officeDocument/2006/relationships/oleObject" Target="../embeddings/oleObject137.bin"/><Relationship Id="rId14" Type="http://schemas.openxmlformats.org/officeDocument/2006/relationships/image" Target="../media/image143.wmf"/><Relationship Id="rId13" Type="http://schemas.openxmlformats.org/officeDocument/2006/relationships/oleObject" Target="../embeddings/oleObject136.bin"/><Relationship Id="rId12" Type="http://schemas.openxmlformats.org/officeDocument/2006/relationships/image" Target="../media/image142.wmf"/><Relationship Id="rId11" Type="http://schemas.openxmlformats.org/officeDocument/2006/relationships/oleObject" Target="../embeddings/oleObject135.bin"/><Relationship Id="rId10" Type="http://schemas.openxmlformats.org/officeDocument/2006/relationships/image" Target="../media/image141.wmf"/><Relationship Id="rId1" Type="http://schemas.openxmlformats.org/officeDocument/2006/relationships/oleObject" Target="../embeddings/oleObject130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5.bin"/><Relationship Id="rId8" Type="http://schemas.openxmlformats.org/officeDocument/2006/relationships/image" Target="../media/image152.wmf"/><Relationship Id="rId7" Type="http://schemas.openxmlformats.org/officeDocument/2006/relationships/oleObject" Target="../embeddings/oleObject144.bin"/><Relationship Id="rId6" Type="http://schemas.openxmlformats.org/officeDocument/2006/relationships/image" Target="../media/image151.wmf"/><Relationship Id="rId5" Type="http://schemas.openxmlformats.org/officeDocument/2006/relationships/oleObject" Target="../embeddings/oleObject143.bin"/><Relationship Id="rId4" Type="http://schemas.openxmlformats.org/officeDocument/2006/relationships/image" Target="../media/image150.wmf"/><Relationship Id="rId3" Type="http://schemas.openxmlformats.org/officeDocument/2006/relationships/oleObject" Target="../embeddings/oleObject142.bin"/><Relationship Id="rId24" Type="http://schemas.openxmlformats.org/officeDocument/2006/relationships/vmlDrawing" Target="../drawings/vmlDrawing20.vml"/><Relationship Id="rId23" Type="http://schemas.openxmlformats.org/officeDocument/2006/relationships/slideLayout" Target="../slideLayouts/slideLayout12.xml"/><Relationship Id="rId22" Type="http://schemas.openxmlformats.org/officeDocument/2006/relationships/image" Target="../media/image159.emf"/><Relationship Id="rId21" Type="http://schemas.openxmlformats.org/officeDocument/2006/relationships/oleObject" Target="../embeddings/oleObject151.bin"/><Relationship Id="rId20" Type="http://schemas.openxmlformats.org/officeDocument/2006/relationships/image" Target="../media/image158.emf"/><Relationship Id="rId2" Type="http://schemas.openxmlformats.org/officeDocument/2006/relationships/image" Target="../media/image149.wmf"/><Relationship Id="rId19" Type="http://schemas.openxmlformats.org/officeDocument/2006/relationships/oleObject" Target="../embeddings/oleObject150.bin"/><Relationship Id="rId18" Type="http://schemas.openxmlformats.org/officeDocument/2006/relationships/image" Target="../media/image157.emf"/><Relationship Id="rId17" Type="http://schemas.openxmlformats.org/officeDocument/2006/relationships/oleObject" Target="../embeddings/oleObject149.bin"/><Relationship Id="rId16" Type="http://schemas.openxmlformats.org/officeDocument/2006/relationships/image" Target="../media/image156.emf"/><Relationship Id="rId15" Type="http://schemas.openxmlformats.org/officeDocument/2006/relationships/oleObject" Target="../embeddings/oleObject148.bin"/><Relationship Id="rId14" Type="http://schemas.openxmlformats.org/officeDocument/2006/relationships/image" Target="../media/image155.wmf"/><Relationship Id="rId13" Type="http://schemas.openxmlformats.org/officeDocument/2006/relationships/oleObject" Target="../embeddings/oleObject147.bin"/><Relationship Id="rId12" Type="http://schemas.openxmlformats.org/officeDocument/2006/relationships/image" Target="../media/image154.wmf"/><Relationship Id="rId11" Type="http://schemas.openxmlformats.org/officeDocument/2006/relationships/oleObject" Target="../embeddings/oleObject146.bin"/><Relationship Id="rId10" Type="http://schemas.openxmlformats.org/officeDocument/2006/relationships/image" Target="../media/image153.wmf"/><Relationship Id="rId1" Type="http://schemas.openxmlformats.org/officeDocument/2006/relationships/oleObject" Target="../embeddings/oleObject141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audio" Target="../media/audio1.wav"/><Relationship Id="rId8" Type="http://schemas.openxmlformats.org/officeDocument/2006/relationships/image" Target="../media/image163.wmf"/><Relationship Id="rId7" Type="http://schemas.openxmlformats.org/officeDocument/2006/relationships/oleObject" Target="../embeddings/oleObject155.bin"/><Relationship Id="rId6" Type="http://schemas.openxmlformats.org/officeDocument/2006/relationships/image" Target="../media/image162.wmf"/><Relationship Id="rId5" Type="http://schemas.openxmlformats.org/officeDocument/2006/relationships/oleObject" Target="../embeddings/oleObject154.bin"/><Relationship Id="rId4" Type="http://schemas.openxmlformats.org/officeDocument/2006/relationships/image" Target="../media/image161.wmf"/><Relationship Id="rId3" Type="http://schemas.openxmlformats.org/officeDocument/2006/relationships/oleObject" Target="../embeddings/oleObject153.bin"/><Relationship Id="rId2" Type="http://schemas.openxmlformats.org/officeDocument/2006/relationships/image" Target="../media/image160.wmf"/><Relationship Id="rId11" Type="http://schemas.openxmlformats.org/officeDocument/2006/relationships/vmlDrawing" Target="../drawings/vmlDrawing21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152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0.bin"/><Relationship Id="rId8" Type="http://schemas.openxmlformats.org/officeDocument/2006/relationships/image" Target="../media/image154.wmf"/><Relationship Id="rId7" Type="http://schemas.openxmlformats.org/officeDocument/2006/relationships/oleObject" Target="../embeddings/oleObject159.bin"/><Relationship Id="rId6" Type="http://schemas.openxmlformats.org/officeDocument/2006/relationships/image" Target="../media/image153.wmf"/><Relationship Id="rId5" Type="http://schemas.openxmlformats.org/officeDocument/2006/relationships/oleObject" Target="../embeddings/oleObject158.bin"/><Relationship Id="rId4" Type="http://schemas.openxmlformats.org/officeDocument/2006/relationships/image" Target="../media/image165.wmf"/><Relationship Id="rId36" Type="http://schemas.openxmlformats.org/officeDocument/2006/relationships/vmlDrawing" Target="../drawings/vmlDrawing22.vml"/><Relationship Id="rId35" Type="http://schemas.openxmlformats.org/officeDocument/2006/relationships/slideLayout" Target="../slideLayouts/slideLayout2.xml"/><Relationship Id="rId34" Type="http://schemas.openxmlformats.org/officeDocument/2006/relationships/image" Target="../media/image174.emf"/><Relationship Id="rId33" Type="http://schemas.openxmlformats.org/officeDocument/2006/relationships/oleObject" Target="../embeddings/oleObject172.bin"/><Relationship Id="rId32" Type="http://schemas.openxmlformats.org/officeDocument/2006/relationships/image" Target="../media/image173.emf"/><Relationship Id="rId31" Type="http://schemas.openxmlformats.org/officeDocument/2006/relationships/oleObject" Target="../embeddings/oleObject171.bin"/><Relationship Id="rId30" Type="http://schemas.openxmlformats.org/officeDocument/2006/relationships/image" Target="../media/image172.emf"/><Relationship Id="rId3" Type="http://schemas.openxmlformats.org/officeDocument/2006/relationships/oleObject" Target="../embeddings/oleObject157.bin"/><Relationship Id="rId29" Type="http://schemas.openxmlformats.org/officeDocument/2006/relationships/oleObject" Target="../embeddings/oleObject170.bin"/><Relationship Id="rId28" Type="http://schemas.openxmlformats.org/officeDocument/2006/relationships/image" Target="../media/image171.wmf"/><Relationship Id="rId27" Type="http://schemas.openxmlformats.org/officeDocument/2006/relationships/oleObject" Target="../embeddings/oleObject169.bin"/><Relationship Id="rId26" Type="http://schemas.openxmlformats.org/officeDocument/2006/relationships/image" Target="../media/image170.wmf"/><Relationship Id="rId25" Type="http://schemas.openxmlformats.org/officeDocument/2006/relationships/oleObject" Target="../embeddings/oleObject168.bin"/><Relationship Id="rId24" Type="http://schemas.openxmlformats.org/officeDocument/2006/relationships/image" Target="../media/image169.wmf"/><Relationship Id="rId23" Type="http://schemas.openxmlformats.org/officeDocument/2006/relationships/oleObject" Target="../embeddings/oleObject167.bin"/><Relationship Id="rId22" Type="http://schemas.openxmlformats.org/officeDocument/2006/relationships/image" Target="../media/image168.wmf"/><Relationship Id="rId21" Type="http://schemas.openxmlformats.org/officeDocument/2006/relationships/oleObject" Target="../embeddings/oleObject166.bin"/><Relationship Id="rId20" Type="http://schemas.openxmlformats.org/officeDocument/2006/relationships/image" Target="../media/image167.wmf"/><Relationship Id="rId2" Type="http://schemas.openxmlformats.org/officeDocument/2006/relationships/image" Target="../media/image164.wmf"/><Relationship Id="rId19" Type="http://schemas.openxmlformats.org/officeDocument/2006/relationships/oleObject" Target="../embeddings/oleObject165.bin"/><Relationship Id="rId18" Type="http://schemas.openxmlformats.org/officeDocument/2006/relationships/image" Target="../media/image166.wmf"/><Relationship Id="rId17" Type="http://schemas.openxmlformats.org/officeDocument/2006/relationships/oleObject" Target="../embeddings/oleObject164.bin"/><Relationship Id="rId16" Type="http://schemas.openxmlformats.org/officeDocument/2006/relationships/image" Target="../media/image145.wmf"/><Relationship Id="rId15" Type="http://schemas.openxmlformats.org/officeDocument/2006/relationships/oleObject" Target="../embeddings/oleObject163.bin"/><Relationship Id="rId14" Type="http://schemas.openxmlformats.org/officeDocument/2006/relationships/image" Target="../media/image147.wmf"/><Relationship Id="rId13" Type="http://schemas.openxmlformats.org/officeDocument/2006/relationships/oleObject" Target="../embeddings/oleObject162.bin"/><Relationship Id="rId12" Type="http://schemas.openxmlformats.org/officeDocument/2006/relationships/image" Target="../media/image146.wmf"/><Relationship Id="rId11" Type="http://schemas.openxmlformats.org/officeDocument/2006/relationships/oleObject" Target="../embeddings/oleObject161.bin"/><Relationship Id="rId10" Type="http://schemas.openxmlformats.org/officeDocument/2006/relationships/image" Target="../media/image155.wmf"/><Relationship Id="rId1" Type="http://schemas.openxmlformats.org/officeDocument/2006/relationships/oleObject" Target="../embeddings/oleObject15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1426" name="Text Box 2"/>
          <p:cNvSpPr txBox="1"/>
          <p:nvPr/>
        </p:nvSpPr>
        <p:spPr>
          <a:xfrm>
            <a:off x="2051050" y="404813"/>
            <a:ext cx="4984750" cy="914400"/>
          </a:xfrm>
          <a:prstGeom prst="rect">
            <a:avLst/>
          </a:prstGeom>
          <a:noFill/>
          <a:ln w="9525">
            <a:noFill/>
          </a:ln>
          <a:effectLst>
            <a:prstShdw prst="shdw17" dist="17961" dir="2699999">
              <a:srgbClr val="7A8E99"/>
            </a:prstShdw>
          </a:effectLst>
        </p:spPr>
        <p:txBody>
          <a:bodyPr wrap="none" anchor="t" anchorCtr="0">
            <a:spAutoFit/>
          </a:bodyPr>
          <a:p>
            <a:r>
              <a:rPr lang="zh-CN" altLang="zh-CN" sz="540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第8章</a:t>
            </a:r>
            <a:r>
              <a:rPr lang="zh-CN" altLang="en-US" sz="540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zh-CN" sz="540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sz="540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相量法</a:t>
            </a:r>
            <a:r>
              <a:rPr lang="zh-CN" altLang="zh-CN" sz="540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endParaRPr lang="zh-CN" altLang="en-US" sz="5400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31427" name="Group 3"/>
          <p:cNvGrpSpPr/>
          <p:nvPr/>
        </p:nvGrpSpPr>
        <p:grpSpPr>
          <a:xfrm>
            <a:off x="1835150" y="2906713"/>
            <a:ext cx="5400675" cy="620712"/>
            <a:chOff x="1156" y="1831"/>
            <a:chExt cx="3402" cy="391"/>
          </a:xfrm>
        </p:grpSpPr>
        <p:pic>
          <p:nvPicPr>
            <p:cNvPr id="8195" name="Picture 4" descr="GEL Rounded Rectangle aquamarine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854" y="1831"/>
              <a:ext cx="2704" cy="39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196" name="Text Box 5"/>
            <p:cNvSpPr txBox="1"/>
            <p:nvPr/>
          </p:nvSpPr>
          <p:spPr>
            <a:xfrm>
              <a:off x="2029" y="1860"/>
              <a:ext cx="235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复数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8197" name="Picture 6" descr="GEL Rounded Rectangle aquamarin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6" y="1831"/>
              <a:ext cx="771" cy="39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198" name="Text Box 7"/>
            <p:cNvSpPr txBox="1"/>
            <p:nvPr/>
          </p:nvSpPr>
          <p:spPr>
            <a:xfrm>
              <a:off x="1338" y="1861"/>
              <a:ext cx="4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8.1</a:t>
              </a:r>
              <a:endPara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231432" name="Group 8"/>
          <p:cNvGrpSpPr/>
          <p:nvPr/>
        </p:nvGrpSpPr>
        <p:grpSpPr>
          <a:xfrm>
            <a:off x="1835150" y="3627438"/>
            <a:ext cx="5400675" cy="620712"/>
            <a:chOff x="1156" y="2285"/>
            <a:chExt cx="3402" cy="391"/>
          </a:xfrm>
        </p:grpSpPr>
        <p:pic>
          <p:nvPicPr>
            <p:cNvPr id="8200" name="Picture 9" descr="GEL Rounded Rectangle aquamarine">
              <a:hlinkClick r:id="rId3" action="ppaction://hlinksldjump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854" y="2285"/>
              <a:ext cx="2704" cy="39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01" name="Text Box 10">
              <a:hlinkClick r:id="rId3" action="ppaction://hlinksldjump"/>
            </p:cNvPr>
            <p:cNvSpPr txBox="1"/>
            <p:nvPr/>
          </p:nvSpPr>
          <p:spPr>
            <a:xfrm>
              <a:off x="2029" y="2314"/>
              <a:ext cx="235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正弦量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8202" name="Picture 11" descr="GEL Rounded Rectangle aquamarine">
              <a:hlinkClick r:id="rId3" action="ppaction://hlinksldjump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6" y="2285"/>
              <a:ext cx="771" cy="39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03" name="Text Box 12">
              <a:hlinkClick r:id="rId3" action="ppaction://hlinksldjump"/>
            </p:cNvPr>
            <p:cNvSpPr txBox="1"/>
            <p:nvPr/>
          </p:nvSpPr>
          <p:spPr>
            <a:xfrm>
              <a:off x="1338" y="2315"/>
              <a:ext cx="4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8.2</a:t>
              </a:r>
              <a:endPara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231437" name="Group 13"/>
          <p:cNvGrpSpPr/>
          <p:nvPr/>
        </p:nvGrpSpPr>
        <p:grpSpPr>
          <a:xfrm>
            <a:off x="1835150" y="4346575"/>
            <a:ext cx="5400675" cy="620713"/>
            <a:chOff x="1156" y="2738"/>
            <a:chExt cx="3402" cy="391"/>
          </a:xfrm>
        </p:grpSpPr>
        <p:pic>
          <p:nvPicPr>
            <p:cNvPr id="8205" name="Picture 14" descr="GEL Rounded Rectangle aquamarine">
              <a:hlinkClick r:id="rId4" action="ppaction://hlinksldjump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854" y="2738"/>
              <a:ext cx="2704" cy="39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06" name="Text Box 15">
              <a:hlinkClick r:id="rId4" action="ppaction://hlinksldjump"/>
            </p:cNvPr>
            <p:cNvSpPr txBox="1"/>
            <p:nvPr/>
          </p:nvSpPr>
          <p:spPr>
            <a:xfrm>
              <a:off x="2029" y="2767"/>
              <a:ext cx="235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相量法的基础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8207" name="Picture 16" descr="GEL Rounded Rectangle aquamarine">
              <a:hlinkClick r:id="rId4" action="ppaction://hlinksldjump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6" y="2738"/>
              <a:ext cx="771" cy="39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08" name="Text Box 17">
              <a:hlinkClick r:id="rId4" action="ppaction://hlinksldjump"/>
            </p:cNvPr>
            <p:cNvSpPr txBox="1"/>
            <p:nvPr/>
          </p:nvSpPr>
          <p:spPr>
            <a:xfrm>
              <a:off x="1338" y="2768"/>
              <a:ext cx="4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8.3</a:t>
              </a:r>
              <a:endPara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231442" name="Group 18"/>
          <p:cNvGrpSpPr/>
          <p:nvPr/>
        </p:nvGrpSpPr>
        <p:grpSpPr>
          <a:xfrm>
            <a:off x="1835150" y="5040313"/>
            <a:ext cx="5400675" cy="620712"/>
            <a:chOff x="1156" y="3175"/>
            <a:chExt cx="3402" cy="391"/>
          </a:xfrm>
        </p:grpSpPr>
        <p:pic>
          <p:nvPicPr>
            <p:cNvPr id="8210" name="Picture 19" descr="GEL Rounded Rectangle aquamarine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854" y="3175"/>
              <a:ext cx="2704" cy="39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11" name="Text Box 20"/>
            <p:cNvSpPr txBox="1"/>
            <p:nvPr/>
          </p:nvSpPr>
          <p:spPr>
            <a:xfrm>
              <a:off x="2029" y="3204"/>
              <a:ext cx="235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电路定律的相量形式</a:t>
              </a:r>
              <a:endPara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8212" name="Picture 21" descr="GEL Rounded Rectangle aquamarin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6" y="3175"/>
              <a:ext cx="771" cy="39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13" name="Text Box 22"/>
            <p:cNvSpPr txBox="1"/>
            <p:nvPr/>
          </p:nvSpPr>
          <p:spPr>
            <a:xfrm>
              <a:off x="1338" y="3205"/>
              <a:ext cx="4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8.4</a:t>
              </a:r>
              <a:endPara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231447" name="Group 23"/>
          <p:cNvGrpSpPr/>
          <p:nvPr/>
        </p:nvGrpSpPr>
        <p:grpSpPr>
          <a:xfrm>
            <a:off x="7596188" y="6021388"/>
            <a:ext cx="1368425" cy="647700"/>
            <a:chOff x="2971" y="3113"/>
            <a:chExt cx="1043" cy="499"/>
          </a:xfrm>
        </p:grpSpPr>
        <p:sp>
          <p:nvSpPr>
            <p:cNvPr id="231448" name="Oval 24"/>
            <p:cNvSpPr>
              <a:spLocks noChangeArrowheads="1"/>
            </p:cNvSpPr>
            <p:nvPr/>
          </p:nvSpPr>
          <p:spPr bwMode="auto">
            <a:xfrm>
              <a:off x="2971" y="3113"/>
              <a:ext cx="1043" cy="499"/>
            </a:xfrm>
            <a:prstGeom prst="ellipse">
              <a:avLst/>
            </a:prstGeom>
            <a:gradFill rotWithShape="0">
              <a:gsLst>
                <a:gs pos="0">
                  <a:srgbClr val="3366FF"/>
                </a:gs>
                <a:gs pos="50000">
                  <a:srgbClr val="3366FF">
                    <a:gamma/>
                    <a:tint val="66667"/>
                    <a:invGamma/>
                  </a:srgbClr>
                </a:gs>
                <a:gs pos="100000">
                  <a:srgbClr val="3366FF"/>
                </a:gs>
              </a:gsLst>
              <a:lin ang="5400000" scaled="1"/>
            </a:gradFill>
            <a:ln w="28575" cap="sq" algn="ctr">
              <a:solidFill>
                <a:srgbClr val="0033CC"/>
              </a:solidFill>
              <a:round/>
            </a:ln>
            <a:effectLst>
              <a:prstShdw prst="shdw17" dist="17961" dir="2700000">
                <a:schemeClr val="bg2"/>
              </a:prst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8216" name="Oval 25">
              <a:hlinkClick r:id="" action="ppaction://hlinkshowjump?jump=endshow"/>
            </p:cNvPr>
            <p:cNvSpPr/>
            <p:nvPr/>
          </p:nvSpPr>
          <p:spPr>
            <a:xfrm>
              <a:off x="3016" y="3158"/>
              <a:ext cx="953" cy="408"/>
            </a:xfrm>
            <a:prstGeom prst="ellipse">
              <a:avLst/>
            </a:prstGeom>
            <a:gradFill rotWithShape="0">
              <a:gsLst>
                <a:gs pos="0">
                  <a:srgbClr val="0033CC"/>
                </a:gs>
                <a:gs pos="50000">
                  <a:srgbClr val="87DAED"/>
                </a:gs>
                <a:gs pos="100000">
                  <a:srgbClr val="0033CC"/>
                </a:gs>
              </a:gsLst>
              <a:lin ang="5400000" scaled="1"/>
              <a:tileRect/>
            </a:gradFill>
            <a:ln w="28575" cap="sq" cmpd="sng">
              <a:solidFill>
                <a:srgbClr val="0033CC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  <p:txBody>
            <a:bodyPr wrap="none" anchor="ctr" anchorCtr="0"/>
            <a:p>
              <a:pPr algn="ctr"/>
              <a:r>
                <a:rPr lang="zh-CN" altLang="en-US" dirty="0">
                  <a:solidFill>
                    <a:srgbClr val="CC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首 页</a:t>
              </a:r>
              <a:endParaRPr lang="zh-CN" altLang="en-US" dirty="0">
                <a:solidFill>
                  <a:srgbClr val="CC0000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231450" name="Group 26"/>
          <p:cNvGrpSpPr/>
          <p:nvPr/>
        </p:nvGrpSpPr>
        <p:grpSpPr>
          <a:xfrm>
            <a:off x="3059113" y="1557338"/>
            <a:ext cx="3024187" cy="1079500"/>
            <a:chOff x="1928" y="890"/>
            <a:chExt cx="1905" cy="680"/>
          </a:xfrm>
        </p:grpSpPr>
        <p:pic>
          <p:nvPicPr>
            <p:cNvPr id="8218" name="Picture 27" descr="GEL Oval MS-blue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1928" y="890"/>
              <a:ext cx="1905" cy="68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9" name="Picture 28" descr="GEL Oval MS-yellow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2018" y="981"/>
              <a:ext cx="1715" cy="49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20" name="Text Box 29" descr="斜纹布"/>
            <p:cNvSpPr txBox="1"/>
            <p:nvPr/>
          </p:nvSpPr>
          <p:spPr>
            <a:xfrm>
              <a:off x="2291" y="1062"/>
              <a:ext cx="1238" cy="365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chemeClr val="bg2"/>
              </a:prstShdw>
            </a:effectLst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32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本章重点</a:t>
              </a:r>
              <a:endPara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1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1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1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1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1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1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1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1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1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1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9" presetClass="entr" presetSubtype="0" decel="10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1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1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14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1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1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74" name="Text Box 42"/>
          <p:cNvSpPr txBox="1"/>
          <p:nvPr/>
        </p:nvSpPr>
        <p:spPr>
          <a:xfrm>
            <a:off x="2971800" y="152400"/>
            <a:ext cx="2971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8.1  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复数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8476" name="Object 44"/>
          <p:cNvGraphicFramePr>
            <a:graphicFrameLocks noChangeAspect="1"/>
          </p:cNvGraphicFramePr>
          <p:nvPr/>
        </p:nvGraphicFramePr>
        <p:xfrm>
          <a:off x="506413" y="1371600"/>
          <a:ext cx="302736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1193800" imgH="215900" progId="Equation.3">
                  <p:embed/>
                </p:oleObj>
              </mc:Choice>
              <mc:Fallback>
                <p:oleObj name="" r:id="rId1" imgW="1193800" imgH="2159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06413" y="1371600"/>
                        <a:ext cx="3027362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77" name="Object 45"/>
          <p:cNvGraphicFramePr>
            <a:graphicFrameLocks noChangeAspect="1"/>
          </p:cNvGraphicFramePr>
          <p:nvPr/>
        </p:nvGraphicFramePr>
        <p:xfrm>
          <a:off x="3886200" y="1406525"/>
          <a:ext cx="9144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419100" imgH="215900" progId="Equation.3">
                  <p:embed/>
                </p:oleObj>
              </mc:Choice>
              <mc:Fallback>
                <p:oleObj name="" r:id="rId3" imgW="419100" imgH="2159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886200" y="1406525"/>
                        <a:ext cx="914400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78" name="Object 46"/>
          <p:cNvGraphicFramePr>
            <a:graphicFrameLocks noChangeAspect="1"/>
          </p:cNvGraphicFramePr>
          <p:nvPr/>
        </p:nvGraphicFramePr>
        <p:xfrm>
          <a:off x="3962400" y="2022475"/>
          <a:ext cx="32702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5" imgW="1422400" imgH="215900" progId="Equation.3">
                  <p:embed/>
                </p:oleObj>
              </mc:Choice>
              <mc:Fallback>
                <p:oleObj name="" r:id="rId5" imgW="1422400" imgH="2159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962400" y="2022475"/>
                        <a:ext cx="3270250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80" name="Group 48"/>
          <p:cNvGrpSpPr/>
          <p:nvPr/>
        </p:nvGrpSpPr>
        <p:grpSpPr>
          <a:xfrm>
            <a:off x="492125" y="2590800"/>
            <a:ext cx="3241675" cy="2014538"/>
            <a:chOff x="633" y="3065"/>
            <a:chExt cx="2042" cy="1269"/>
          </a:xfrm>
        </p:grpSpPr>
        <p:sp>
          <p:nvSpPr>
            <p:cNvPr id="18481" name="Line 49"/>
            <p:cNvSpPr>
              <a:spLocks noChangeShapeType="1"/>
            </p:cNvSpPr>
            <p:nvPr/>
          </p:nvSpPr>
          <p:spPr bwMode="auto">
            <a:xfrm>
              <a:off x="633" y="4046"/>
              <a:ext cx="167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8482" name="Line 50"/>
            <p:cNvSpPr>
              <a:spLocks noChangeShapeType="1"/>
            </p:cNvSpPr>
            <p:nvPr/>
          </p:nvSpPr>
          <p:spPr bwMode="auto">
            <a:xfrm flipV="1">
              <a:off x="897" y="3137"/>
              <a:ext cx="0" cy="11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9224" name="Text Box 51"/>
            <p:cNvSpPr txBox="1"/>
            <p:nvPr/>
          </p:nvSpPr>
          <p:spPr>
            <a:xfrm>
              <a:off x="705" y="4046"/>
              <a:ext cx="49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0</a:t>
              </a:r>
              <a:endParaRPr lang="en-US" altLang="zh-CN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225" name="Text Box 52"/>
            <p:cNvSpPr txBox="1"/>
            <p:nvPr/>
          </p:nvSpPr>
          <p:spPr>
            <a:xfrm>
              <a:off x="2166" y="4046"/>
              <a:ext cx="50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+1</a:t>
              </a:r>
              <a:endParaRPr lang="en-US" altLang="zh-CN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226" name="Text Box 53"/>
            <p:cNvSpPr txBox="1"/>
            <p:nvPr/>
          </p:nvSpPr>
          <p:spPr>
            <a:xfrm>
              <a:off x="897" y="3065"/>
              <a:ext cx="6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+j</a:t>
              </a:r>
              <a:endParaRPr lang="en-US" altLang="zh-CN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8486" name="Line 54"/>
          <p:cNvSpPr>
            <a:spLocks noChangeShapeType="1"/>
          </p:cNvSpPr>
          <p:nvPr/>
        </p:nvSpPr>
        <p:spPr bwMode="auto">
          <a:xfrm flipV="1">
            <a:off x="915988" y="3062288"/>
            <a:ext cx="1346200" cy="106521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sp>
        <p:nvSpPr>
          <p:cNvPr id="18487" name="Text Box 55"/>
          <p:cNvSpPr txBox="1"/>
          <p:nvPr/>
        </p:nvSpPr>
        <p:spPr>
          <a:xfrm>
            <a:off x="1149350" y="3201988"/>
            <a:ext cx="831850" cy="36671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1800" b="0" dirty="0">
                <a:latin typeface="方正行楷简体" pitchFamily="2" charset="-122"/>
                <a:ea typeface="方正行楷简体" pitchFamily="2" charset="-122"/>
              </a:rPr>
              <a:t>︳</a:t>
            </a:r>
            <a:r>
              <a:rPr lang="en-US" altLang="zh-CN" sz="1800" b="0" dirty="0">
                <a:latin typeface="方正行楷简体" pitchFamily="2" charset="-122"/>
                <a:ea typeface="宋体" panose="02010600030101010101" pitchFamily="2" charset="-122"/>
              </a:rPr>
              <a:t>F </a:t>
            </a:r>
            <a:r>
              <a:rPr lang="en-US" altLang="zh-CN" sz="1800" b="0" dirty="0">
                <a:latin typeface="方正行楷简体" pitchFamily="2" charset="-122"/>
                <a:ea typeface="方正行楷简体" pitchFamily="2" charset="-122"/>
              </a:rPr>
              <a:t>︳</a:t>
            </a:r>
            <a:endParaRPr lang="en-US" altLang="zh-CN" sz="1800" b="0" dirty="0">
              <a:latin typeface="方正行楷简体" pitchFamily="2" charset="-122"/>
              <a:ea typeface="方正行楷简体" pitchFamily="2" charset="-122"/>
            </a:endParaRPr>
          </a:p>
        </p:txBody>
      </p:sp>
      <p:grpSp>
        <p:nvGrpSpPr>
          <p:cNvPr id="18488" name="Group 56"/>
          <p:cNvGrpSpPr/>
          <p:nvPr/>
        </p:nvGrpSpPr>
        <p:grpSpPr>
          <a:xfrm>
            <a:off x="2030413" y="3097213"/>
            <a:ext cx="688975" cy="1474787"/>
            <a:chOff x="1599" y="3375"/>
            <a:chExt cx="434" cy="929"/>
          </a:xfrm>
        </p:grpSpPr>
        <p:sp>
          <p:nvSpPr>
            <p:cNvPr id="18489" name="Line 57"/>
            <p:cNvSpPr>
              <a:spLocks noChangeShapeType="1"/>
            </p:cNvSpPr>
            <p:nvPr/>
          </p:nvSpPr>
          <p:spPr bwMode="auto">
            <a:xfrm>
              <a:off x="1709" y="3375"/>
              <a:ext cx="0" cy="671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9231" name="Text Box 58"/>
            <p:cNvSpPr txBox="1"/>
            <p:nvPr/>
          </p:nvSpPr>
          <p:spPr>
            <a:xfrm>
              <a:off x="1599" y="3939"/>
              <a:ext cx="43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a</a:t>
              </a:r>
              <a:endParaRPr lang="en-US" altLang="zh-CN" sz="32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8491" name="Group 59"/>
          <p:cNvGrpSpPr/>
          <p:nvPr/>
        </p:nvGrpSpPr>
        <p:grpSpPr>
          <a:xfrm>
            <a:off x="457200" y="2684463"/>
            <a:ext cx="1709738" cy="584200"/>
            <a:chOff x="632" y="3137"/>
            <a:chExt cx="1077" cy="368"/>
          </a:xfrm>
        </p:grpSpPr>
        <p:sp>
          <p:nvSpPr>
            <p:cNvPr id="18492" name="Line 60"/>
            <p:cNvSpPr>
              <a:spLocks noChangeShapeType="1"/>
            </p:cNvSpPr>
            <p:nvPr/>
          </p:nvSpPr>
          <p:spPr bwMode="auto">
            <a:xfrm flipH="1">
              <a:off x="897" y="3375"/>
              <a:ext cx="812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9234" name="Text Box 61"/>
            <p:cNvSpPr txBox="1"/>
            <p:nvPr/>
          </p:nvSpPr>
          <p:spPr>
            <a:xfrm>
              <a:off x="632" y="3137"/>
              <a:ext cx="458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32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                      </a:t>
              </a:r>
              <a:endParaRPr lang="en-US" altLang="zh-CN" sz="32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8494" name="Group 62"/>
          <p:cNvGrpSpPr/>
          <p:nvPr/>
        </p:nvGrpSpPr>
        <p:grpSpPr>
          <a:xfrm>
            <a:off x="1139825" y="3708400"/>
            <a:ext cx="785813" cy="584200"/>
            <a:chOff x="1090" y="3772"/>
            <a:chExt cx="495" cy="368"/>
          </a:xfrm>
        </p:grpSpPr>
        <p:sp>
          <p:nvSpPr>
            <p:cNvPr id="18495" name="Arc 63"/>
            <p:cNvSpPr/>
            <p:nvPr/>
          </p:nvSpPr>
          <p:spPr bwMode="auto">
            <a:xfrm>
              <a:off x="1090" y="3939"/>
              <a:ext cx="54" cy="10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7150">
              <a:solidFill>
                <a:schemeClr val="tx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9237" name="Text Box 64"/>
            <p:cNvSpPr txBox="1"/>
            <p:nvPr/>
          </p:nvSpPr>
          <p:spPr>
            <a:xfrm>
              <a:off x="1140" y="3772"/>
              <a:ext cx="445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θ</a:t>
              </a:r>
              <a:endParaRPr lang="en-US" altLang="zh-CN" sz="32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8498" name="Object 66"/>
          <p:cNvGraphicFramePr>
            <a:graphicFrameLocks noChangeAspect="1"/>
          </p:cNvGraphicFramePr>
          <p:nvPr/>
        </p:nvGraphicFramePr>
        <p:xfrm>
          <a:off x="2819400" y="5334000"/>
          <a:ext cx="1385888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7" imgW="558800" imgH="254000" progId="Equation.3">
                  <p:embed/>
                </p:oleObj>
              </mc:Choice>
              <mc:Fallback>
                <p:oleObj name="" r:id="rId7" imgW="558800" imgH="2540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819400" y="5334000"/>
                        <a:ext cx="1385888" cy="627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99" name="Object 67"/>
          <p:cNvGraphicFramePr>
            <a:graphicFrameLocks noChangeAspect="1"/>
          </p:cNvGraphicFramePr>
          <p:nvPr/>
        </p:nvGraphicFramePr>
        <p:xfrm>
          <a:off x="4191000" y="4016375"/>
          <a:ext cx="32226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9" imgW="1308100" imgH="228600" progId="Equation.3">
                  <p:embed/>
                </p:oleObj>
              </mc:Choice>
              <mc:Fallback>
                <p:oleObj name="" r:id="rId9" imgW="1308100" imgH="2286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191000" y="4016375"/>
                        <a:ext cx="3222625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00" name="Object 68"/>
          <p:cNvGraphicFramePr>
            <a:graphicFrameLocks noChangeAspect="1"/>
          </p:cNvGraphicFramePr>
          <p:nvPr/>
        </p:nvGraphicFramePr>
        <p:xfrm>
          <a:off x="1981200" y="1905000"/>
          <a:ext cx="138271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1" imgW="546100" imgH="241300" progId="Equation.3">
                  <p:embed/>
                </p:oleObj>
              </mc:Choice>
              <mc:Fallback>
                <p:oleObj name="" r:id="rId11" imgW="546100" imgH="2413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981200" y="1905000"/>
                        <a:ext cx="1382713" cy="608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06" name="Object 74"/>
          <p:cNvGraphicFramePr>
            <a:graphicFrameLocks noChangeAspect="1"/>
          </p:cNvGraphicFramePr>
          <p:nvPr/>
        </p:nvGraphicFramePr>
        <p:xfrm>
          <a:off x="5257800" y="2632075"/>
          <a:ext cx="19050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3" imgW="901065" imgH="304800" progId="Equation.3">
                  <p:embed/>
                </p:oleObj>
              </mc:Choice>
              <mc:Fallback>
                <p:oleObj name="" r:id="rId13" imgW="901065" imgH="3048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257800" y="2632075"/>
                        <a:ext cx="1905000" cy="644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07" name="Object 75"/>
          <p:cNvGraphicFramePr>
            <a:graphicFrameLocks noChangeAspect="1"/>
          </p:cNvGraphicFramePr>
          <p:nvPr/>
        </p:nvGraphicFramePr>
        <p:xfrm>
          <a:off x="5357813" y="3148013"/>
          <a:ext cx="1728787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5" imgW="761365" imgH="393700" progId="Equation.3">
                  <p:embed/>
                </p:oleObj>
              </mc:Choice>
              <mc:Fallback>
                <p:oleObj name="" r:id="rId15" imgW="761365" imgH="3937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357813" y="3148013"/>
                        <a:ext cx="1728787" cy="890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08" name="Rectangle 76"/>
          <p:cNvSpPr>
            <a:spLocks noChangeArrowheads="1"/>
          </p:cNvSpPr>
          <p:nvPr/>
        </p:nvSpPr>
        <p:spPr bwMode="auto">
          <a:xfrm>
            <a:off x="457200" y="762000"/>
            <a:ext cx="3581400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一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复数的概念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方正行楷简体" pitchFamily="2" charset="-122"/>
              <a:cs typeface="+mn-cs"/>
            </a:endParaRPr>
          </a:p>
        </p:txBody>
      </p:sp>
      <p:graphicFrame>
        <p:nvGraphicFramePr>
          <p:cNvPr id="18511" name="Object 79"/>
          <p:cNvGraphicFramePr>
            <a:graphicFrameLocks noChangeAspect="1"/>
          </p:cNvGraphicFramePr>
          <p:nvPr/>
        </p:nvGraphicFramePr>
        <p:xfrm>
          <a:off x="4829175" y="1400175"/>
          <a:ext cx="18288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7" imgW="799465" imgH="215900" progId="Equation.3">
                  <p:embed/>
                </p:oleObj>
              </mc:Choice>
              <mc:Fallback>
                <p:oleObj name="" r:id="rId17" imgW="799465" imgH="2159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829175" y="1400175"/>
                        <a:ext cx="1828800" cy="490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14" name="Object 82"/>
          <p:cNvGraphicFramePr>
            <a:graphicFrameLocks noChangeAspect="1"/>
          </p:cNvGraphicFramePr>
          <p:nvPr/>
        </p:nvGraphicFramePr>
        <p:xfrm>
          <a:off x="6664325" y="1497013"/>
          <a:ext cx="6223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9" imgW="241300" imgH="139700" progId="Equation.3">
                  <p:embed/>
                </p:oleObj>
              </mc:Choice>
              <mc:Fallback>
                <p:oleObj name="" r:id="rId19" imgW="241300" imgH="1397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664325" y="1497013"/>
                        <a:ext cx="622300" cy="357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17" name="Object 85"/>
          <p:cNvGraphicFramePr>
            <a:graphicFrameLocks noChangeAspect="1"/>
          </p:cNvGraphicFramePr>
          <p:nvPr/>
        </p:nvGraphicFramePr>
        <p:xfrm>
          <a:off x="990600" y="4724400"/>
          <a:ext cx="48006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21" imgW="1981200" imgH="228600" progId="Equation.3">
                  <p:embed/>
                </p:oleObj>
              </mc:Choice>
              <mc:Fallback>
                <p:oleObj name="" r:id="rId21" imgW="1981200" imgH="2286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990600" y="4724400"/>
                        <a:ext cx="4800600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20" name="Object 88"/>
          <p:cNvGraphicFramePr>
            <a:graphicFrameLocks noChangeAspect="1"/>
          </p:cNvGraphicFramePr>
          <p:nvPr/>
        </p:nvGraphicFramePr>
        <p:xfrm>
          <a:off x="990600" y="5334000"/>
          <a:ext cx="170815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23" imgW="647700" imgH="254000" progId="Equation.3">
                  <p:embed/>
                </p:oleObj>
              </mc:Choice>
              <mc:Fallback>
                <p:oleObj name="" r:id="rId23" imgW="647700" imgH="2540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990600" y="5334000"/>
                        <a:ext cx="1708150" cy="671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22" name="Text Box 90"/>
          <p:cNvSpPr txBox="1">
            <a:spLocks noChangeArrowheads="1"/>
          </p:cNvSpPr>
          <p:nvPr/>
        </p:nvSpPr>
        <p:spPr bwMode="auto">
          <a:xfrm>
            <a:off x="2216150" y="2730500"/>
            <a:ext cx="400050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方正行楷简体" pitchFamily="2" charset="-122"/>
                <a:cs typeface="Times New Roman" panose="02020603050405020304" pitchFamily="18" charset="0"/>
              </a:rPr>
              <a:t>F</a:t>
            </a:r>
            <a:endParaRPr kumimoji="1" lang="en-US" altLang="zh-CN" kern="1200" cap="none" spc="0" normalizeH="0" baseline="0" noProof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方正行楷简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8524" name="AutoShape 92" descr="羊皮纸"/>
          <p:cNvSpPr/>
          <p:nvPr/>
        </p:nvSpPr>
        <p:spPr>
          <a:xfrm>
            <a:off x="4572000" y="685800"/>
            <a:ext cx="1439863" cy="574675"/>
          </a:xfrm>
          <a:prstGeom prst="wedgeRoundRectCallout">
            <a:avLst>
              <a:gd name="adj1" fmla="val -128722"/>
              <a:gd name="adj2" fmla="val 83426"/>
              <a:gd name="adj3" fmla="val 16667"/>
            </a:avLst>
          </a:prstGeom>
          <a:blipFill rotWithShape="1">
            <a:blip r:embed="rId25"/>
          </a:blipFill>
          <a:ln w="9525">
            <a:noFill/>
          </a:ln>
        </p:spPr>
        <p:txBody>
          <a:bodyPr anchor="t" anchorCtr="0"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代数式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8526" name="AutoShape 94" descr="羊皮纸"/>
          <p:cNvSpPr/>
          <p:nvPr/>
        </p:nvSpPr>
        <p:spPr>
          <a:xfrm>
            <a:off x="2667000" y="2667000"/>
            <a:ext cx="1828800" cy="574675"/>
          </a:xfrm>
          <a:prstGeom prst="wedgeRoundRectCallout">
            <a:avLst>
              <a:gd name="adj1" fmla="val -95833"/>
              <a:gd name="adj2" fmla="val 124032"/>
              <a:gd name="adj3" fmla="val 16667"/>
            </a:avLst>
          </a:prstGeom>
          <a:blipFill rotWithShape="1">
            <a:blip r:embed="rId25"/>
          </a:blipFill>
          <a:ln w="9525">
            <a:noFill/>
          </a:ln>
        </p:spPr>
        <p:txBody>
          <a:bodyPr anchor="t" anchorCtr="0"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相量表示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8527" name="AutoShape 95" descr="羊皮纸"/>
          <p:cNvSpPr/>
          <p:nvPr/>
        </p:nvSpPr>
        <p:spPr>
          <a:xfrm>
            <a:off x="6324600" y="4572000"/>
            <a:ext cx="2133600" cy="574675"/>
          </a:xfrm>
          <a:prstGeom prst="wedgeRoundRectCallout">
            <a:avLst>
              <a:gd name="adj1" fmla="val -95685"/>
              <a:gd name="adj2" fmla="val -82597"/>
              <a:gd name="adj3" fmla="val 16667"/>
            </a:avLst>
          </a:prstGeom>
          <a:blipFill rotWithShape="1">
            <a:blip r:embed="rId25"/>
          </a:blipFill>
          <a:ln w="9525">
            <a:noFill/>
          </a:ln>
        </p:spPr>
        <p:txBody>
          <a:bodyPr anchor="t" anchorCtr="0"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三角函数式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8529" name="AutoShape 97" descr="羊皮纸"/>
          <p:cNvSpPr/>
          <p:nvPr/>
        </p:nvSpPr>
        <p:spPr>
          <a:xfrm>
            <a:off x="2133600" y="6096000"/>
            <a:ext cx="1368425" cy="574675"/>
          </a:xfrm>
          <a:prstGeom prst="wedgeRoundRectCallout">
            <a:avLst>
              <a:gd name="adj1" fmla="val -59167"/>
              <a:gd name="adj2" fmla="val -92542"/>
              <a:gd name="adj3" fmla="val 16667"/>
            </a:avLst>
          </a:prstGeom>
          <a:blipFill rotWithShape="1">
            <a:blip r:embed="rId25"/>
          </a:blipFill>
          <a:ln w="9525">
            <a:noFill/>
          </a:ln>
        </p:spPr>
        <p:txBody>
          <a:bodyPr anchor="t" anchorCtr="0"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指数式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8531" name="AutoShape 99" descr="羊皮纸"/>
          <p:cNvSpPr/>
          <p:nvPr/>
        </p:nvSpPr>
        <p:spPr>
          <a:xfrm>
            <a:off x="5292725" y="5445125"/>
            <a:ext cx="1800225" cy="574675"/>
          </a:xfrm>
          <a:prstGeom prst="wedgeRoundRectCallout">
            <a:avLst>
              <a:gd name="adj1" fmla="val -104144"/>
              <a:gd name="adj2" fmla="val -30940"/>
              <a:gd name="adj3" fmla="val 16667"/>
            </a:avLst>
          </a:prstGeom>
          <a:blipFill rotWithShape="1">
            <a:blip r:embed="rId25"/>
          </a:blipFill>
          <a:ln w="9525">
            <a:noFill/>
          </a:ln>
        </p:spPr>
        <p:txBody>
          <a:bodyPr anchor="t" anchorCtr="0"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极坐标式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8" dur="1000"/>
                                        <p:tgtEl>
                                          <p:spTgt spid="18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8" dur="500"/>
                                        <p:tgtEl>
                                          <p:spTgt spid="1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2" dur="500"/>
                                        <p:tgtEl>
                                          <p:spTgt spid="1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18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8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6" dur="1000"/>
                                        <p:tgtEl>
                                          <p:spTgt spid="18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8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8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6" dur="1000"/>
                                        <p:tgtEl>
                                          <p:spTgt spid="18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8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8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1" dur="1000"/>
                                        <p:tgtEl>
                                          <p:spTgt spid="18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1" dur="1000"/>
                                        <p:tgtEl>
                                          <p:spTgt spid="18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74" grpId="0"/>
      <p:bldP spid="18487" grpId="0"/>
      <p:bldP spid="18508" grpId="0"/>
      <p:bldP spid="18522" grpId="0" bldLvl="0" animBg="1"/>
      <p:bldP spid="18524" grpId="0" animBg="1"/>
      <p:bldP spid="18526" grpId="0" animBg="1"/>
      <p:bldP spid="18527" grpId="0" animBg="1"/>
      <p:bldP spid="18529" grpId="0" animBg="1"/>
      <p:bldP spid="185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7889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二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.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复数的运算规则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53604" name="Text Box 4"/>
          <p:cNvSpPr txBox="1"/>
          <p:nvPr/>
        </p:nvSpPr>
        <p:spPr>
          <a:xfrm>
            <a:off x="160338" y="762000"/>
            <a:ext cx="2598737" cy="519113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方正行楷简体" pitchFamily="2" charset="-122"/>
                <a:ea typeface="宋体" panose="02010600030101010101" pitchFamily="2" charset="-122"/>
              </a:rPr>
              <a:t>1. </a:t>
            </a:r>
            <a:r>
              <a:rPr lang="zh-CN" altLang="en-US" dirty="0">
                <a:latin typeface="方正行楷简体" pitchFamily="2" charset="-122"/>
                <a:ea typeface="宋体" panose="02010600030101010101" pitchFamily="2" charset="-122"/>
              </a:rPr>
              <a:t>相等：</a:t>
            </a:r>
            <a:endParaRPr lang="zh-CN" altLang="en-US" dirty="0">
              <a:latin typeface="方正行楷简体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3605" name="Object 5"/>
          <p:cNvGraphicFramePr>
            <a:graphicFrameLocks noChangeAspect="1"/>
          </p:cNvGraphicFramePr>
          <p:nvPr/>
        </p:nvGraphicFramePr>
        <p:xfrm>
          <a:off x="274638" y="1285875"/>
          <a:ext cx="64008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2489200" imgH="215900" progId="Equation.3">
                  <p:embed/>
                </p:oleObj>
              </mc:Choice>
              <mc:Fallback>
                <p:oleObj name="" r:id="rId1" imgW="2489200" imgH="2159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74638" y="1285875"/>
                        <a:ext cx="6400800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06" name="Object 6"/>
          <p:cNvGraphicFramePr>
            <a:graphicFrameLocks noChangeAspect="1"/>
          </p:cNvGraphicFramePr>
          <p:nvPr/>
        </p:nvGraphicFramePr>
        <p:xfrm>
          <a:off x="1784350" y="1931988"/>
          <a:ext cx="340518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3" imgW="1320165" imgH="215900" progId="Equation.3">
                  <p:embed/>
                </p:oleObj>
              </mc:Choice>
              <mc:Fallback>
                <p:oleObj name="" r:id="rId3" imgW="1320165" imgH="2159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784350" y="1931988"/>
                        <a:ext cx="3405188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07" name="Object 7"/>
          <p:cNvGraphicFramePr>
            <a:graphicFrameLocks noChangeAspect="1"/>
          </p:cNvGraphicFramePr>
          <p:nvPr/>
        </p:nvGraphicFramePr>
        <p:xfrm>
          <a:off x="5489575" y="1925638"/>
          <a:ext cx="2043113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5" imgW="799465" imgH="215900" progId="Equation.3">
                  <p:embed/>
                </p:oleObj>
              </mc:Choice>
              <mc:Fallback>
                <p:oleObj name="" r:id="rId5" imgW="799465" imgH="2159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489575" y="1925638"/>
                        <a:ext cx="2043113" cy="547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8" name="Text Box 8"/>
          <p:cNvSpPr txBox="1"/>
          <p:nvPr/>
        </p:nvSpPr>
        <p:spPr>
          <a:xfrm>
            <a:off x="152400" y="2514600"/>
            <a:ext cx="2598738" cy="519113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方正行楷简体" pitchFamily="2" charset="-122"/>
                <a:ea typeface="宋体" panose="02010600030101010101" pitchFamily="2" charset="-122"/>
              </a:rPr>
              <a:t>2. </a:t>
            </a:r>
            <a:r>
              <a:rPr lang="zh-CN" altLang="en-US" dirty="0">
                <a:latin typeface="方正行楷简体" pitchFamily="2" charset="-122"/>
                <a:ea typeface="宋体" panose="02010600030101010101" pitchFamily="2" charset="-122"/>
              </a:rPr>
              <a:t>加减：</a:t>
            </a:r>
            <a:endParaRPr lang="zh-CN" altLang="en-US" dirty="0">
              <a:latin typeface="方正行楷简体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3609" name="Object 9"/>
          <p:cNvGraphicFramePr>
            <a:graphicFrameLocks noChangeAspect="1"/>
          </p:cNvGraphicFramePr>
          <p:nvPr/>
        </p:nvGraphicFramePr>
        <p:xfrm>
          <a:off x="153988" y="3054350"/>
          <a:ext cx="5005387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7" imgW="1853565" imgH="215900" progId="Equation.3">
                  <p:embed/>
                </p:oleObj>
              </mc:Choice>
              <mc:Fallback>
                <p:oleObj name="" r:id="rId7" imgW="1853565" imgH="2159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53988" y="3054350"/>
                        <a:ext cx="5005387" cy="579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0" name="Object 10"/>
          <p:cNvGraphicFramePr>
            <a:graphicFrameLocks noChangeAspect="1"/>
          </p:cNvGraphicFramePr>
          <p:nvPr/>
        </p:nvGraphicFramePr>
        <p:xfrm>
          <a:off x="5121275" y="3048000"/>
          <a:ext cx="34988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9" imgW="1333500" imgH="215900" progId="Equation.3">
                  <p:embed/>
                </p:oleObj>
              </mc:Choice>
              <mc:Fallback>
                <p:oleObj name="" r:id="rId9" imgW="1333500" imgH="2159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121275" y="3048000"/>
                        <a:ext cx="3498850" cy="563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11" name="Group 11"/>
          <p:cNvGrpSpPr/>
          <p:nvPr/>
        </p:nvGrpSpPr>
        <p:grpSpPr>
          <a:xfrm>
            <a:off x="914400" y="4233863"/>
            <a:ext cx="3241675" cy="2014537"/>
            <a:chOff x="633" y="3065"/>
            <a:chExt cx="2042" cy="1269"/>
          </a:xfrm>
        </p:grpSpPr>
        <p:sp>
          <p:nvSpPr>
            <p:cNvPr id="153612" name="Line 12"/>
            <p:cNvSpPr>
              <a:spLocks noChangeShapeType="1"/>
            </p:cNvSpPr>
            <p:nvPr/>
          </p:nvSpPr>
          <p:spPr bwMode="auto">
            <a:xfrm>
              <a:off x="633" y="4046"/>
              <a:ext cx="167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53613" name="Line 13"/>
            <p:cNvSpPr>
              <a:spLocks noChangeShapeType="1"/>
            </p:cNvSpPr>
            <p:nvPr/>
          </p:nvSpPr>
          <p:spPr bwMode="auto">
            <a:xfrm flipV="1">
              <a:off x="897" y="3137"/>
              <a:ext cx="0" cy="11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0252" name="Text Box 14"/>
            <p:cNvSpPr txBox="1"/>
            <p:nvPr/>
          </p:nvSpPr>
          <p:spPr>
            <a:xfrm>
              <a:off x="705" y="4046"/>
              <a:ext cx="49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0</a:t>
              </a:r>
              <a:endParaRPr lang="en-US" altLang="zh-CN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253" name="Text Box 15"/>
            <p:cNvSpPr txBox="1"/>
            <p:nvPr/>
          </p:nvSpPr>
          <p:spPr>
            <a:xfrm>
              <a:off x="2166" y="4046"/>
              <a:ext cx="50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+1</a:t>
              </a:r>
              <a:endParaRPr lang="en-US" altLang="zh-CN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254" name="Text Box 16"/>
            <p:cNvSpPr txBox="1"/>
            <p:nvPr/>
          </p:nvSpPr>
          <p:spPr>
            <a:xfrm>
              <a:off x="897" y="3065"/>
              <a:ext cx="6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+j</a:t>
              </a:r>
              <a:endParaRPr lang="en-US" altLang="zh-CN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53617" name="Group 17"/>
          <p:cNvGrpSpPr/>
          <p:nvPr/>
        </p:nvGrpSpPr>
        <p:grpSpPr>
          <a:xfrm>
            <a:off x="1333500" y="5300663"/>
            <a:ext cx="1543050" cy="519112"/>
            <a:chOff x="1436" y="2084"/>
            <a:chExt cx="972" cy="327"/>
          </a:xfrm>
        </p:grpSpPr>
        <p:sp>
          <p:nvSpPr>
            <p:cNvPr id="153618" name="Line 18"/>
            <p:cNvSpPr>
              <a:spLocks noChangeShapeType="1"/>
            </p:cNvSpPr>
            <p:nvPr/>
          </p:nvSpPr>
          <p:spPr bwMode="auto">
            <a:xfrm flipV="1">
              <a:off x="1436" y="2163"/>
              <a:ext cx="612" cy="230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0257" name="Text Box 19"/>
            <p:cNvSpPr txBox="1"/>
            <p:nvPr/>
          </p:nvSpPr>
          <p:spPr>
            <a:xfrm>
              <a:off x="2012" y="2084"/>
              <a:ext cx="39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latin typeface="方正行楷简体" pitchFamily="2" charset="-122"/>
                  <a:ea typeface="宋体" panose="02010600030101010101" pitchFamily="2" charset="-122"/>
                </a:rPr>
                <a:t>F</a:t>
              </a:r>
              <a:r>
                <a:rPr lang="en-US" altLang="zh-CN" b="0" baseline="-25000" dirty="0">
                  <a:latin typeface="方正行楷简体" pitchFamily="2" charset="-122"/>
                  <a:ea typeface="宋体" panose="02010600030101010101" pitchFamily="2" charset="-122"/>
                </a:rPr>
                <a:t>1</a:t>
              </a:r>
              <a:endParaRPr lang="en-US" altLang="zh-CN" b="0" dirty="0"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53620" name="Line 20"/>
          <p:cNvSpPr>
            <a:spLocks noChangeShapeType="1"/>
          </p:cNvSpPr>
          <p:nvPr/>
        </p:nvSpPr>
        <p:spPr bwMode="auto">
          <a:xfrm flipV="1">
            <a:off x="2305050" y="4291013"/>
            <a:ext cx="474663" cy="1100138"/>
          </a:xfrm>
          <a:prstGeom prst="line">
            <a:avLst/>
          </a:prstGeom>
          <a:noFill/>
          <a:ln w="38100" cap="rnd">
            <a:solidFill>
              <a:schemeClr val="tx2"/>
            </a:solidFill>
            <a:prstDash val="sysDot"/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sp>
        <p:nvSpPr>
          <p:cNvPr id="153621" name="Line 21"/>
          <p:cNvSpPr>
            <a:spLocks noChangeShapeType="1"/>
          </p:cNvSpPr>
          <p:nvPr/>
        </p:nvSpPr>
        <p:spPr bwMode="auto">
          <a:xfrm flipV="1">
            <a:off x="1808163" y="4348163"/>
            <a:ext cx="971550" cy="365125"/>
          </a:xfrm>
          <a:prstGeom prst="line">
            <a:avLst/>
          </a:prstGeom>
          <a:noFill/>
          <a:ln w="38100" cap="rnd">
            <a:solidFill>
              <a:schemeClr val="tx2"/>
            </a:solidFill>
            <a:prstDash val="sysDot"/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grpSp>
        <p:nvGrpSpPr>
          <p:cNvPr id="153622" name="Group 22"/>
          <p:cNvGrpSpPr/>
          <p:nvPr/>
        </p:nvGrpSpPr>
        <p:grpSpPr>
          <a:xfrm>
            <a:off x="1333500" y="4291013"/>
            <a:ext cx="854075" cy="1500187"/>
            <a:chOff x="1436" y="1448"/>
            <a:chExt cx="538" cy="945"/>
          </a:xfrm>
        </p:grpSpPr>
        <p:sp>
          <p:nvSpPr>
            <p:cNvPr id="153623" name="Line 23"/>
            <p:cNvSpPr>
              <a:spLocks noChangeShapeType="1"/>
            </p:cNvSpPr>
            <p:nvPr/>
          </p:nvSpPr>
          <p:spPr bwMode="auto">
            <a:xfrm flipV="1">
              <a:off x="1436" y="1700"/>
              <a:ext cx="299" cy="693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0262" name="Text Box 24"/>
            <p:cNvSpPr txBox="1"/>
            <p:nvPr/>
          </p:nvSpPr>
          <p:spPr>
            <a:xfrm>
              <a:off x="1609" y="1448"/>
              <a:ext cx="36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latin typeface="方正行楷简体" pitchFamily="2" charset="-122"/>
                  <a:ea typeface="宋体" panose="02010600030101010101" pitchFamily="2" charset="-122"/>
                </a:rPr>
                <a:t>F</a:t>
              </a:r>
              <a:r>
                <a:rPr lang="en-US" altLang="zh-CN" b="0" baseline="-25000" dirty="0">
                  <a:latin typeface="方正行楷简体" pitchFamily="2" charset="-122"/>
                  <a:ea typeface="宋体" panose="02010600030101010101" pitchFamily="2" charset="-122"/>
                </a:rPr>
                <a:t>2</a:t>
              </a:r>
              <a:endParaRPr lang="en-US" altLang="zh-CN" b="0" dirty="0"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53625" name="Line 25"/>
          <p:cNvSpPr>
            <a:spLocks noChangeShapeType="1"/>
          </p:cNvSpPr>
          <p:nvPr/>
        </p:nvSpPr>
        <p:spPr bwMode="auto">
          <a:xfrm flipV="1">
            <a:off x="1333500" y="4348163"/>
            <a:ext cx="1446213" cy="144303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sp>
        <p:nvSpPr>
          <p:cNvPr id="153626" name="Text Box 26"/>
          <p:cNvSpPr txBox="1"/>
          <p:nvPr/>
        </p:nvSpPr>
        <p:spPr>
          <a:xfrm>
            <a:off x="2794000" y="4233863"/>
            <a:ext cx="1276350" cy="51911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方正行楷简体" pitchFamily="2" charset="-122"/>
                <a:ea typeface="宋体" panose="02010600030101010101" pitchFamily="2" charset="-122"/>
              </a:rPr>
              <a:t>F</a:t>
            </a:r>
            <a:r>
              <a:rPr lang="en-US" altLang="zh-CN" baseline="-25000" dirty="0">
                <a:solidFill>
                  <a:srgbClr val="FF0000"/>
                </a:solidFill>
                <a:latin typeface="方正行楷简体" pitchFamily="2" charset="-122"/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方正行楷简体" pitchFamily="2" charset="-122"/>
                <a:ea typeface="宋体" panose="02010600030101010101" pitchFamily="2" charset="-122"/>
              </a:rPr>
              <a:t>+F</a:t>
            </a:r>
            <a:r>
              <a:rPr lang="en-US" altLang="zh-CN" baseline="-25000" dirty="0">
                <a:solidFill>
                  <a:srgbClr val="FF0000"/>
                </a:solidFill>
                <a:latin typeface="方正行楷简体" pitchFamily="2" charset="-122"/>
                <a:ea typeface="宋体" panose="02010600030101010101" pitchFamily="2" charset="-122"/>
              </a:rPr>
              <a:t>2</a:t>
            </a:r>
            <a:endParaRPr lang="en-US" altLang="zh-CN" dirty="0">
              <a:solidFill>
                <a:srgbClr val="FF0000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grpSp>
        <p:nvGrpSpPr>
          <p:cNvPr id="153627" name="Group 27"/>
          <p:cNvGrpSpPr/>
          <p:nvPr/>
        </p:nvGrpSpPr>
        <p:grpSpPr>
          <a:xfrm>
            <a:off x="6054725" y="3581400"/>
            <a:ext cx="3241675" cy="2014538"/>
            <a:chOff x="633" y="3065"/>
            <a:chExt cx="2042" cy="1269"/>
          </a:xfrm>
        </p:grpSpPr>
        <p:sp>
          <p:nvSpPr>
            <p:cNvPr id="153628" name="Line 28"/>
            <p:cNvSpPr>
              <a:spLocks noChangeShapeType="1"/>
            </p:cNvSpPr>
            <p:nvPr/>
          </p:nvSpPr>
          <p:spPr bwMode="auto">
            <a:xfrm>
              <a:off x="633" y="4046"/>
              <a:ext cx="167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53629" name="Line 29"/>
            <p:cNvSpPr>
              <a:spLocks noChangeShapeType="1"/>
            </p:cNvSpPr>
            <p:nvPr/>
          </p:nvSpPr>
          <p:spPr bwMode="auto">
            <a:xfrm flipV="1">
              <a:off x="897" y="3137"/>
              <a:ext cx="0" cy="11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0268" name="Text Box 30"/>
            <p:cNvSpPr txBox="1"/>
            <p:nvPr/>
          </p:nvSpPr>
          <p:spPr>
            <a:xfrm>
              <a:off x="705" y="4046"/>
              <a:ext cx="49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0</a:t>
              </a:r>
              <a:endParaRPr lang="en-US" altLang="zh-CN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269" name="Text Box 31"/>
            <p:cNvSpPr txBox="1"/>
            <p:nvPr/>
          </p:nvSpPr>
          <p:spPr>
            <a:xfrm>
              <a:off x="2166" y="4046"/>
              <a:ext cx="50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+1</a:t>
              </a:r>
              <a:endParaRPr lang="en-US" altLang="zh-CN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270" name="Text Box 32"/>
            <p:cNvSpPr txBox="1"/>
            <p:nvPr/>
          </p:nvSpPr>
          <p:spPr>
            <a:xfrm>
              <a:off x="897" y="3065"/>
              <a:ext cx="6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+j</a:t>
              </a:r>
              <a:endParaRPr lang="en-US" altLang="zh-CN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53633" name="Group 33"/>
          <p:cNvGrpSpPr/>
          <p:nvPr/>
        </p:nvGrpSpPr>
        <p:grpSpPr>
          <a:xfrm>
            <a:off x="6502400" y="4619625"/>
            <a:ext cx="1543050" cy="519113"/>
            <a:chOff x="1436" y="2084"/>
            <a:chExt cx="972" cy="327"/>
          </a:xfrm>
        </p:grpSpPr>
        <p:sp>
          <p:nvSpPr>
            <p:cNvPr id="153634" name="Line 34"/>
            <p:cNvSpPr>
              <a:spLocks noChangeShapeType="1"/>
            </p:cNvSpPr>
            <p:nvPr/>
          </p:nvSpPr>
          <p:spPr bwMode="auto">
            <a:xfrm flipV="1">
              <a:off x="1436" y="2163"/>
              <a:ext cx="612" cy="230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0273" name="Text Box 35"/>
            <p:cNvSpPr txBox="1"/>
            <p:nvPr/>
          </p:nvSpPr>
          <p:spPr>
            <a:xfrm>
              <a:off x="2012" y="2084"/>
              <a:ext cx="39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latin typeface="方正行楷简体" pitchFamily="2" charset="-122"/>
                  <a:ea typeface="宋体" panose="02010600030101010101" pitchFamily="2" charset="-122"/>
                </a:rPr>
                <a:t>F</a:t>
              </a:r>
              <a:r>
                <a:rPr lang="en-US" altLang="zh-CN" b="0" baseline="-25000" dirty="0">
                  <a:latin typeface="方正行楷简体" pitchFamily="2" charset="-122"/>
                  <a:ea typeface="宋体" panose="02010600030101010101" pitchFamily="2" charset="-122"/>
                </a:rPr>
                <a:t>1</a:t>
              </a:r>
              <a:endParaRPr lang="en-US" altLang="zh-CN" b="0" dirty="0"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53636" name="Line 36"/>
          <p:cNvSpPr>
            <a:spLocks noChangeShapeType="1"/>
          </p:cNvSpPr>
          <p:nvPr/>
        </p:nvSpPr>
        <p:spPr bwMode="auto">
          <a:xfrm flipV="1">
            <a:off x="6054725" y="5816600"/>
            <a:ext cx="971550" cy="365125"/>
          </a:xfrm>
          <a:prstGeom prst="line">
            <a:avLst/>
          </a:prstGeom>
          <a:noFill/>
          <a:ln w="38100" cap="rnd">
            <a:solidFill>
              <a:schemeClr val="tx2"/>
            </a:solidFill>
            <a:prstDash val="sysDot"/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grpSp>
        <p:nvGrpSpPr>
          <p:cNvPr id="153637" name="Group 37"/>
          <p:cNvGrpSpPr/>
          <p:nvPr/>
        </p:nvGrpSpPr>
        <p:grpSpPr>
          <a:xfrm>
            <a:off x="6502400" y="3609975"/>
            <a:ext cx="854075" cy="1500188"/>
            <a:chOff x="1436" y="1448"/>
            <a:chExt cx="538" cy="945"/>
          </a:xfrm>
        </p:grpSpPr>
        <p:sp>
          <p:nvSpPr>
            <p:cNvPr id="153638" name="Line 38"/>
            <p:cNvSpPr>
              <a:spLocks noChangeShapeType="1"/>
            </p:cNvSpPr>
            <p:nvPr/>
          </p:nvSpPr>
          <p:spPr bwMode="auto">
            <a:xfrm flipV="1">
              <a:off x="1436" y="1700"/>
              <a:ext cx="299" cy="693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0277" name="Text Box 39"/>
            <p:cNvSpPr txBox="1"/>
            <p:nvPr/>
          </p:nvSpPr>
          <p:spPr>
            <a:xfrm>
              <a:off x="1609" y="1448"/>
              <a:ext cx="36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latin typeface="方正行楷简体" pitchFamily="2" charset="-122"/>
                  <a:ea typeface="宋体" panose="02010600030101010101" pitchFamily="2" charset="-122"/>
                </a:rPr>
                <a:t>F</a:t>
              </a:r>
              <a:r>
                <a:rPr lang="en-US" altLang="zh-CN" b="0" baseline="-25000" dirty="0">
                  <a:latin typeface="方正行楷简体" pitchFamily="2" charset="-122"/>
                  <a:ea typeface="宋体" panose="02010600030101010101" pitchFamily="2" charset="-122"/>
                </a:rPr>
                <a:t>2</a:t>
              </a:r>
              <a:endParaRPr lang="en-US" altLang="zh-CN" b="0" dirty="0"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53640" name="Text Box 40"/>
          <p:cNvSpPr txBox="1"/>
          <p:nvPr/>
        </p:nvSpPr>
        <p:spPr>
          <a:xfrm>
            <a:off x="6913563" y="5702300"/>
            <a:ext cx="1276350" cy="519113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方正行楷简体" pitchFamily="2" charset="-122"/>
                <a:ea typeface="宋体" panose="02010600030101010101" pitchFamily="2" charset="-122"/>
              </a:rPr>
              <a:t>F</a:t>
            </a:r>
            <a:r>
              <a:rPr lang="en-US" altLang="zh-CN" baseline="-25000" dirty="0">
                <a:solidFill>
                  <a:srgbClr val="FF0000"/>
                </a:solidFill>
                <a:latin typeface="方正行楷简体" pitchFamily="2" charset="-122"/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FF0000"/>
                </a:solidFill>
                <a:latin typeface="方正行楷简体" pitchFamily="2" charset="-122"/>
                <a:ea typeface="宋体" panose="02010600030101010101" pitchFamily="2" charset="-122"/>
              </a:rPr>
              <a:t>F</a:t>
            </a:r>
            <a:r>
              <a:rPr lang="en-US" altLang="zh-CN" baseline="-25000" dirty="0">
                <a:solidFill>
                  <a:srgbClr val="FF0000"/>
                </a:solidFill>
                <a:latin typeface="方正行楷简体" pitchFamily="2" charset="-122"/>
                <a:ea typeface="宋体" panose="02010600030101010101" pitchFamily="2" charset="-122"/>
              </a:rPr>
              <a:t>2</a:t>
            </a:r>
            <a:endParaRPr lang="en-US" altLang="zh-CN" dirty="0">
              <a:solidFill>
                <a:srgbClr val="FF0000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grpSp>
        <p:nvGrpSpPr>
          <p:cNvPr id="153641" name="Group 41"/>
          <p:cNvGrpSpPr/>
          <p:nvPr/>
        </p:nvGrpSpPr>
        <p:grpSpPr>
          <a:xfrm>
            <a:off x="5654675" y="5081588"/>
            <a:ext cx="1000125" cy="1544637"/>
            <a:chOff x="4135" y="3017"/>
            <a:chExt cx="630" cy="973"/>
          </a:xfrm>
        </p:grpSpPr>
        <p:sp>
          <p:nvSpPr>
            <p:cNvPr id="10280" name="Text Box 42"/>
            <p:cNvSpPr txBox="1"/>
            <p:nvPr/>
          </p:nvSpPr>
          <p:spPr>
            <a:xfrm>
              <a:off x="4135" y="3625"/>
              <a:ext cx="63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32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F</a:t>
              </a:r>
              <a:r>
                <a:rPr lang="en-US" altLang="zh-CN" sz="3200" b="0" baseline="-2500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2</a:t>
              </a:r>
              <a:endParaRPr lang="en-US" altLang="zh-CN" sz="3200" b="0" dirty="0"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3643" name="Line 43"/>
            <p:cNvSpPr>
              <a:spLocks noChangeShapeType="1"/>
            </p:cNvSpPr>
            <p:nvPr/>
          </p:nvSpPr>
          <p:spPr bwMode="auto">
            <a:xfrm flipH="1">
              <a:off x="4376" y="3017"/>
              <a:ext cx="299" cy="69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sp>
        <p:nvSpPr>
          <p:cNvPr id="153644" name="Line 44"/>
          <p:cNvSpPr>
            <a:spLocks noChangeShapeType="1"/>
          </p:cNvSpPr>
          <p:nvPr/>
        </p:nvSpPr>
        <p:spPr bwMode="auto">
          <a:xfrm flipH="1">
            <a:off x="6970713" y="4745038"/>
            <a:ext cx="474663" cy="1100138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sp>
        <p:nvSpPr>
          <p:cNvPr id="153645" name="Line 45"/>
          <p:cNvSpPr>
            <a:spLocks noChangeShapeType="1"/>
          </p:cNvSpPr>
          <p:nvPr/>
        </p:nvSpPr>
        <p:spPr bwMode="auto">
          <a:xfrm>
            <a:off x="6473825" y="5138738"/>
            <a:ext cx="496888" cy="70643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3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5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3" dur="500"/>
                                        <p:tgtEl>
                                          <p:spTgt spid="15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8" dur="500"/>
                                        <p:tgtEl>
                                          <p:spTgt spid="153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3" dur="500"/>
                                        <p:tgtEl>
                                          <p:spTgt spid="153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8" dur="500"/>
                                        <p:tgtEl>
                                          <p:spTgt spid="153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153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8" dur="500"/>
                                        <p:tgtEl>
                                          <p:spTgt spid="153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3" dur="500"/>
                                        <p:tgtEl>
                                          <p:spTgt spid="153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8" dur="500"/>
                                        <p:tgtEl>
                                          <p:spTgt spid="153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3" dur="500"/>
                                        <p:tgtEl>
                                          <p:spTgt spid="15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8" dur="500"/>
                                        <p:tgtEl>
                                          <p:spTgt spid="153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3" dur="500"/>
                                        <p:tgtEl>
                                          <p:spTgt spid="153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8" dur="500"/>
                                        <p:tgtEl>
                                          <p:spTgt spid="153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3" dur="500"/>
                                        <p:tgtEl>
                                          <p:spTgt spid="153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8" dur="500"/>
                                        <p:tgtEl>
                                          <p:spTgt spid="153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2" grpId="0"/>
      <p:bldP spid="153604" grpId="0"/>
      <p:bldP spid="153608" grpId="0"/>
      <p:bldP spid="153626" grpId="0"/>
      <p:bldP spid="1536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4628" name="Rectangle 4"/>
          <p:cNvSpPr>
            <a:spLocks noChangeArrowheads="1"/>
          </p:cNvSpPr>
          <p:nvPr/>
        </p:nvSpPr>
        <p:spPr bwMode="auto">
          <a:xfrm>
            <a:off x="376238" y="692150"/>
            <a:ext cx="1685925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3.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乘法：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4629" name="Text Box 5"/>
          <p:cNvSpPr txBox="1"/>
          <p:nvPr/>
        </p:nvSpPr>
        <p:spPr>
          <a:xfrm>
            <a:off x="479425" y="2819400"/>
            <a:ext cx="2598738" cy="519113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方正行楷简体" pitchFamily="2" charset="-122"/>
                <a:ea typeface="宋体" panose="02010600030101010101" pitchFamily="2" charset="-122"/>
              </a:rPr>
              <a:t>4. </a:t>
            </a:r>
            <a:r>
              <a:rPr lang="zh-CN" altLang="en-US" dirty="0">
                <a:latin typeface="方正行楷简体" pitchFamily="2" charset="-122"/>
                <a:ea typeface="宋体" panose="02010600030101010101" pitchFamily="2" charset="-122"/>
              </a:rPr>
              <a:t>除法：</a:t>
            </a:r>
            <a:endParaRPr lang="zh-CN" altLang="en-US" dirty="0">
              <a:latin typeface="方正行楷简体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4630" name="Object 6"/>
          <p:cNvGraphicFramePr>
            <a:graphicFrameLocks noChangeAspect="1"/>
          </p:cNvGraphicFramePr>
          <p:nvPr/>
        </p:nvGraphicFramePr>
        <p:xfrm>
          <a:off x="1219200" y="1766888"/>
          <a:ext cx="3783013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1435100" imgH="254000" progId="Equation.3">
                  <p:embed/>
                </p:oleObj>
              </mc:Choice>
              <mc:Fallback>
                <p:oleObj name="" r:id="rId1" imgW="1435100" imgH="2540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219200" y="1766888"/>
                        <a:ext cx="3783013" cy="671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1" name="Object 7"/>
          <p:cNvGraphicFramePr>
            <a:graphicFrameLocks noChangeAspect="1"/>
          </p:cNvGraphicFramePr>
          <p:nvPr/>
        </p:nvGraphicFramePr>
        <p:xfrm>
          <a:off x="1838325" y="3633788"/>
          <a:ext cx="2252663" cy="1220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862965" imgH="469900" progId="Equation.3">
                  <p:embed/>
                </p:oleObj>
              </mc:Choice>
              <mc:Fallback>
                <p:oleObj name="" r:id="rId3" imgW="862965" imgH="4699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838325" y="3633788"/>
                        <a:ext cx="2252663" cy="1220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0" name="Object 16"/>
          <p:cNvGraphicFramePr>
            <a:graphicFrameLocks noChangeAspect="1"/>
          </p:cNvGraphicFramePr>
          <p:nvPr/>
        </p:nvGraphicFramePr>
        <p:xfrm>
          <a:off x="4953000" y="1766888"/>
          <a:ext cx="2713038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5" imgW="1028065" imgH="254000" progId="Equation.3">
                  <p:embed/>
                </p:oleObj>
              </mc:Choice>
              <mc:Fallback>
                <p:oleObj name="" r:id="rId5" imgW="1028065" imgH="2540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953000" y="1766888"/>
                        <a:ext cx="2713038" cy="671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3" name="Object 19"/>
          <p:cNvGraphicFramePr>
            <a:graphicFrameLocks noChangeAspect="1"/>
          </p:cNvGraphicFramePr>
          <p:nvPr/>
        </p:nvGraphicFramePr>
        <p:xfrm>
          <a:off x="4124325" y="3656013"/>
          <a:ext cx="2352675" cy="1220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7" imgW="901065" imgH="469900" progId="Equation.3">
                  <p:embed/>
                </p:oleObj>
              </mc:Choice>
              <mc:Fallback>
                <p:oleObj name="" r:id="rId7" imgW="901065" imgH="4699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124325" y="3656013"/>
                        <a:ext cx="2352675" cy="1220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8" grpId="0"/>
      <p:bldP spid="1546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2"/>
          <p:cNvSpPr>
            <a:spLocks noGrp="1"/>
          </p:cNvSpPr>
          <p:nvPr>
            <p:ph type="title"/>
          </p:nvPr>
        </p:nvSpPr>
        <p:spPr>
          <a:xfrm>
            <a:off x="-381000" y="0"/>
            <a:ext cx="82296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 dirty="0">
                <a:effectLst/>
                <a:latin typeface="宋体" panose="02010600030101010101" pitchFamily="2" charset="-122"/>
              </a:rPr>
              <a:t>8.2  </a:t>
            </a:r>
            <a:r>
              <a:rPr lang="zh-CN" altLang="en-US" sz="3600" dirty="0">
                <a:effectLst/>
                <a:latin typeface="宋体" panose="02010600030101010101" pitchFamily="2" charset="-122"/>
              </a:rPr>
              <a:t>正弦量</a:t>
            </a:r>
            <a:endParaRPr lang="zh-CN" altLang="en-US" sz="3600" dirty="0">
              <a:effectLst/>
              <a:latin typeface="宋体" panose="02010600030101010101" pitchFamily="2" charset="-122"/>
            </a:endParaRPr>
          </a:p>
        </p:txBody>
      </p:sp>
      <p:sp>
        <p:nvSpPr>
          <p:cNvPr id="225284" name="Rectangle 4"/>
          <p:cNvSpPr>
            <a:spLocks noChangeArrowheads="1"/>
          </p:cNvSpPr>
          <p:nvPr/>
        </p:nvSpPr>
        <p:spPr bwMode="auto">
          <a:xfrm>
            <a:off x="76200" y="990600"/>
            <a:ext cx="8229600" cy="865188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一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正弦量的三要素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25285" name="Object 5"/>
          <p:cNvGraphicFramePr>
            <a:graphicFrameLocks noChangeAspect="1"/>
          </p:cNvGraphicFramePr>
          <p:nvPr/>
        </p:nvGraphicFramePr>
        <p:xfrm>
          <a:off x="5410200" y="2124710"/>
          <a:ext cx="14478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927735" imgH="255270" progId="Equation.3">
                  <p:embed/>
                </p:oleObj>
              </mc:Choice>
              <mc:Fallback>
                <p:oleObj name="" r:id="rId1" imgW="927735" imgH="25527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10200" y="2124710"/>
                        <a:ext cx="1447800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6" name="Object 6"/>
          <p:cNvGraphicFramePr>
            <a:graphicFrameLocks noChangeAspect="1"/>
          </p:cNvGraphicFramePr>
          <p:nvPr/>
        </p:nvGraphicFramePr>
        <p:xfrm>
          <a:off x="5410200" y="3115310"/>
          <a:ext cx="15240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3" imgW="1008380" imgH="255270" progId="Equation.3">
                  <p:embed/>
                </p:oleObj>
              </mc:Choice>
              <mc:Fallback>
                <p:oleObj name="" r:id="rId3" imgW="1008380" imgH="25527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10200" y="3115310"/>
                        <a:ext cx="1524000" cy="439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7" name="Object 7"/>
          <p:cNvGraphicFramePr>
            <a:graphicFrameLocks noChangeAspect="1"/>
          </p:cNvGraphicFramePr>
          <p:nvPr/>
        </p:nvGraphicFramePr>
        <p:xfrm>
          <a:off x="685800" y="2124075"/>
          <a:ext cx="365760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5" imgW="1396365" imgH="215900" progId="Equation.3">
                  <p:embed/>
                </p:oleObj>
              </mc:Choice>
              <mc:Fallback>
                <p:oleObj name="" r:id="rId5" imgW="1396365" imgH="2159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85800" y="2124075"/>
                        <a:ext cx="3657600" cy="560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8" name="Object 8"/>
          <p:cNvGraphicFramePr>
            <a:graphicFrameLocks noChangeAspect="1"/>
          </p:cNvGraphicFramePr>
          <p:nvPr/>
        </p:nvGraphicFramePr>
        <p:xfrm>
          <a:off x="5499100" y="2632710"/>
          <a:ext cx="284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7" imgW="1562100" imgH="203200" progId="Equation.3">
                  <p:embed/>
                </p:oleObj>
              </mc:Choice>
              <mc:Fallback>
                <p:oleObj name="" r:id="rId7" imgW="1562100" imgH="2032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499100" y="2632710"/>
                        <a:ext cx="28448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289" name="AutoShape 9"/>
          <p:cNvSpPr/>
          <p:nvPr/>
        </p:nvSpPr>
        <p:spPr bwMode="auto">
          <a:xfrm>
            <a:off x="5029200" y="2346960"/>
            <a:ext cx="228600" cy="1600200"/>
          </a:xfrm>
          <a:prstGeom prst="leftBrace">
            <a:avLst>
              <a:gd name="adj1" fmla="val 58333"/>
              <a:gd name="adj2" fmla="val 51407"/>
            </a:avLst>
          </a:prstGeom>
          <a:noFill/>
          <a:ln w="38100">
            <a:solidFill>
              <a:schemeClr val="tx2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grpSp>
        <p:nvGrpSpPr>
          <p:cNvPr id="225290" name="Group 10"/>
          <p:cNvGrpSpPr/>
          <p:nvPr/>
        </p:nvGrpSpPr>
        <p:grpSpPr>
          <a:xfrm>
            <a:off x="3141028" y="4341495"/>
            <a:ext cx="3024187" cy="1563688"/>
            <a:chOff x="1079" y="717"/>
            <a:chExt cx="1905" cy="985"/>
          </a:xfrm>
        </p:grpSpPr>
        <p:sp>
          <p:nvSpPr>
            <p:cNvPr id="225291" name="Arc 11"/>
            <p:cNvSpPr/>
            <p:nvPr/>
          </p:nvSpPr>
          <p:spPr bwMode="auto">
            <a:xfrm>
              <a:off x="1079" y="718"/>
              <a:ext cx="419" cy="607"/>
            </a:xfrm>
            <a:custGeom>
              <a:avLst/>
              <a:gdLst>
                <a:gd name="G0" fmla="+- 20873 0 0"/>
                <a:gd name="G1" fmla="+- 21600 0 0"/>
                <a:gd name="G2" fmla="+- 21600 0 0"/>
                <a:gd name="T0" fmla="*/ 0 w 42229"/>
                <a:gd name="T1" fmla="*/ 16044 h 21600"/>
                <a:gd name="T2" fmla="*/ 42229 w 42229"/>
                <a:gd name="T3" fmla="*/ 18360 h 21600"/>
                <a:gd name="T4" fmla="*/ 20873 w 4222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229" h="21600" fill="none" extrusionOk="0">
                  <a:moveTo>
                    <a:pt x="-1" y="16043"/>
                  </a:moveTo>
                  <a:cubicBezTo>
                    <a:pt x="2517" y="6583"/>
                    <a:pt x="11083" y="-1"/>
                    <a:pt x="20873" y="0"/>
                  </a:cubicBezTo>
                  <a:cubicBezTo>
                    <a:pt x="31551" y="0"/>
                    <a:pt x="40626" y="7802"/>
                    <a:pt x="42228" y="18360"/>
                  </a:cubicBezTo>
                </a:path>
                <a:path w="42229" h="21600" stroke="0" extrusionOk="0">
                  <a:moveTo>
                    <a:pt x="-1" y="16043"/>
                  </a:moveTo>
                  <a:cubicBezTo>
                    <a:pt x="2517" y="6583"/>
                    <a:pt x="11083" y="-1"/>
                    <a:pt x="20873" y="0"/>
                  </a:cubicBezTo>
                  <a:cubicBezTo>
                    <a:pt x="31551" y="0"/>
                    <a:pt x="40626" y="7802"/>
                    <a:pt x="42228" y="18360"/>
                  </a:cubicBezTo>
                  <a:lnTo>
                    <a:pt x="20873" y="2160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25292" name="Arc 12"/>
            <p:cNvSpPr/>
            <p:nvPr/>
          </p:nvSpPr>
          <p:spPr bwMode="auto">
            <a:xfrm rot="-10638320">
              <a:off x="1490" y="1095"/>
              <a:ext cx="425" cy="607"/>
            </a:xfrm>
            <a:custGeom>
              <a:avLst/>
              <a:gdLst>
                <a:gd name="G0" fmla="+- 21507 0 0"/>
                <a:gd name="G1" fmla="+- 21600 0 0"/>
                <a:gd name="G2" fmla="+- 21600 0 0"/>
                <a:gd name="T0" fmla="*/ 0 w 42863"/>
                <a:gd name="T1" fmla="*/ 19599 h 21600"/>
                <a:gd name="T2" fmla="*/ 42863 w 42863"/>
                <a:gd name="T3" fmla="*/ 18360 h 21600"/>
                <a:gd name="T4" fmla="*/ 21507 w 4286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863" h="21600" fill="none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</a:path>
                <a:path w="42863" h="21600" stroke="0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  <a:lnTo>
                    <a:pt x="21507" y="2160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25293" name="Arc 13"/>
            <p:cNvSpPr/>
            <p:nvPr/>
          </p:nvSpPr>
          <p:spPr bwMode="auto">
            <a:xfrm>
              <a:off x="1923" y="717"/>
              <a:ext cx="423" cy="607"/>
            </a:xfrm>
            <a:custGeom>
              <a:avLst/>
              <a:gdLst>
                <a:gd name="G0" fmla="+- 21351 0 0"/>
                <a:gd name="G1" fmla="+- 21600 0 0"/>
                <a:gd name="G2" fmla="+- 21600 0 0"/>
                <a:gd name="T0" fmla="*/ 0 w 42707"/>
                <a:gd name="T1" fmla="*/ 18331 h 21600"/>
                <a:gd name="T2" fmla="*/ 42707 w 42707"/>
                <a:gd name="T3" fmla="*/ 18360 h 21600"/>
                <a:gd name="T4" fmla="*/ 21351 w 42707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707" h="21600" fill="none" extrusionOk="0">
                  <a:moveTo>
                    <a:pt x="-1" y="18330"/>
                  </a:moveTo>
                  <a:cubicBezTo>
                    <a:pt x="1614" y="7786"/>
                    <a:pt x="10683" y="-1"/>
                    <a:pt x="21351" y="0"/>
                  </a:cubicBezTo>
                  <a:cubicBezTo>
                    <a:pt x="32029" y="0"/>
                    <a:pt x="41104" y="7802"/>
                    <a:pt x="42706" y="18360"/>
                  </a:cubicBezTo>
                </a:path>
                <a:path w="42707" h="21600" stroke="0" extrusionOk="0">
                  <a:moveTo>
                    <a:pt x="-1" y="18330"/>
                  </a:moveTo>
                  <a:cubicBezTo>
                    <a:pt x="1614" y="7786"/>
                    <a:pt x="10683" y="-1"/>
                    <a:pt x="21351" y="0"/>
                  </a:cubicBezTo>
                  <a:cubicBezTo>
                    <a:pt x="32029" y="0"/>
                    <a:pt x="41104" y="7802"/>
                    <a:pt x="42706" y="18360"/>
                  </a:cubicBezTo>
                  <a:lnTo>
                    <a:pt x="21351" y="2160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25294" name="Arc 14"/>
            <p:cNvSpPr/>
            <p:nvPr/>
          </p:nvSpPr>
          <p:spPr bwMode="auto">
            <a:xfrm>
              <a:off x="2772" y="864"/>
              <a:ext cx="212" cy="462"/>
            </a:xfrm>
            <a:custGeom>
              <a:avLst/>
              <a:gdLst>
                <a:gd name="G0" fmla="+- 21351 0 0"/>
                <a:gd name="G1" fmla="+- 16436 0 0"/>
                <a:gd name="G2" fmla="+- 21600 0 0"/>
                <a:gd name="T0" fmla="*/ 0 w 21351"/>
                <a:gd name="T1" fmla="*/ 13167 h 16436"/>
                <a:gd name="T2" fmla="*/ 7336 w 21351"/>
                <a:gd name="T3" fmla="*/ 0 h 16436"/>
                <a:gd name="T4" fmla="*/ 21351 w 21351"/>
                <a:gd name="T5" fmla="*/ 16436 h 16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351" h="16436" fill="none" extrusionOk="0">
                  <a:moveTo>
                    <a:pt x="-1" y="13166"/>
                  </a:moveTo>
                  <a:cubicBezTo>
                    <a:pt x="784" y="8039"/>
                    <a:pt x="3388" y="3365"/>
                    <a:pt x="7336" y="0"/>
                  </a:cubicBezTo>
                </a:path>
                <a:path w="21351" h="16436" stroke="0" extrusionOk="0">
                  <a:moveTo>
                    <a:pt x="-1" y="13166"/>
                  </a:moveTo>
                  <a:cubicBezTo>
                    <a:pt x="784" y="8039"/>
                    <a:pt x="3388" y="3365"/>
                    <a:pt x="7336" y="0"/>
                  </a:cubicBezTo>
                  <a:lnTo>
                    <a:pt x="21351" y="16436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25295" name="Arc 15"/>
            <p:cNvSpPr/>
            <p:nvPr/>
          </p:nvSpPr>
          <p:spPr bwMode="auto">
            <a:xfrm rot="-10638320">
              <a:off x="2329" y="1095"/>
              <a:ext cx="425" cy="607"/>
            </a:xfrm>
            <a:custGeom>
              <a:avLst/>
              <a:gdLst>
                <a:gd name="G0" fmla="+- 21507 0 0"/>
                <a:gd name="G1" fmla="+- 21600 0 0"/>
                <a:gd name="G2" fmla="+- 21600 0 0"/>
                <a:gd name="T0" fmla="*/ 0 w 42863"/>
                <a:gd name="T1" fmla="*/ 19599 h 21600"/>
                <a:gd name="T2" fmla="*/ 42863 w 42863"/>
                <a:gd name="T3" fmla="*/ 18360 h 21600"/>
                <a:gd name="T4" fmla="*/ 21507 w 4286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863" h="21600" fill="none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</a:path>
                <a:path w="42863" h="21600" stroke="0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  <a:lnTo>
                    <a:pt x="21507" y="2160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sp>
        <p:nvSpPr>
          <p:cNvPr id="225296" name="Line 16"/>
          <p:cNvSpPr>
            <a:spLocks noChangeShapeType="1"/>
          </p:cNvSpPr>
          <p:nvPr/>
        </p:nvSpPr>
        <p:spPr bwMode="auto">
          <a:xfrm>
            <a:off x="3450590" y="4341495"/>
            <a:ext cx="0" cy="1565275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sp>
        <p:nvSpPr>
          <p:cNvPr id="225297" name="Text Box 17"/>
          <p:cNvSpPr txBox="1"/>
          <p:nvPr/>
        </p:nvSpPr>
        <p:spPr>
          <a:xfrm>
            <a:off x="3152140" y="5336858"/>
            <a:ext cx="817563" cy="522287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θ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25298" name="Group 18"/>
          <p:cNvGrpSpPr/>
          <p:nvPr/>
        </p:nvGrpSpPr>
        <p:grpSpPr>
          <a:xfrm>
            <a:off x="2850515" y="3708083"/>
            <a:ext cx="3954463" cy="2220912"/>
            <a:chOff x="3269" y="681"/>
            <a:chExt cx="2491" cy="1399"/>
          </a:xfrm>
        </p:grpSpPr>
        <p:sp>
          <p:nvSpPr>
            <p:cNvPr id="225299" name="Line 19"/>
            <p:cNvSpPr>
              <a:spLocks noChangeShapeType="1"/>
            </p:cNvSpPr>
            <p:nvPr/>
          </p:nvSpPr>
          <p:spPr bwMode="auto">
            <a:xfrm flipV="1">
              <a:off x="3501" y="814"/>
              <a:ext cx="0" cy="12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25300" name="Line 20"/>
            <p:cNvSpPr>
              <a:spLocks noChangeShapeType="1"/>
            </p:cNvSpPr>
            <p:nvPr/>
          </p:nvSpPr>
          <p:spPr bwMode="auto">
            <a:xfrm>
              <a:off x="3269" y="1545"/>
              <a:ext cx="206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2307" name="Text Box 21"/>
            <p:cNvSpPr txBox="1"/>
            <p:nvPr/>
          </p:nvSpPr>
          <p:spPr>
            <a:xfrm>
              <a:off x="3323" y="1527"/>
              <a:ext cx="638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08" name="Text Box 22"/>
            <p:cNvSpPr txBox="1"/>
            <p:nvPr/>
          </p:nvSpPr>
          <p:spPr>
            <a:xfrm>
              <a:off x="3519" y="681"/>
              <a:ext cx="51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(t)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09" name="Text Box 23"/>
            <p:cNvSpPr txBox="1"/>
            <p:nvPr/>
          </p:nvSpPr>
          <p:spPr>
            <a:xfrm>
              <a:off x="5251" y="1527"/>
              <a:ext cx="509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5320" name="Group 40"/>
          <p:cNvGrpSpPr/>
          <p:nvPr/>
        </p:nvGrpSpPr>
        <p:grpSpPr>
          <a:xfrm>
            <a:off x="2717165" y="5552758"/>
            <a:ext cx="1376363" cy="15875"/>
            <a:chOff x="3017" y="1854"/>
            <a:chExt cx="867" cy="10"/>
          </a:xfrm>
        </p:grpSpPr>
        <p:sp>
          <p:nvSpPr>
            <p:cNvPr id="225321" name="Line 41"/>
            <p:cNvSpPr>
              <a:spLocks noChangeShapeType="1"/>
            </p:cNvSpPr>
            <p:nvPr/>
          </p:nvSpPr>
          <p:spPr bwMode="auto">
            <a:xfrm>
              <a:off x="3017" y="1854"/>
              <a:ext cx="3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25322" name="Line 42"/>
            <p:cNvSpPr>
              <a:spLocks noChangeShapeType="1"/>
            </p:cNvSpPr>
            <p:nvPr/>
          </p:nvSpPr>
          <p:spPr bwMode="auto">
            <a:xfrm flipH="1">
              <a:off x="3501" y="1864"/>
              <a:ext cx="38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sp>
        <p:nvSpPr>
          <p:cNvPr id="225326" name="Line 46"/>
          <p:cNvSpPr>
            <a:spLocks noChangeShapeType="1"/>
          </p:cNvSpPr>
          <p:nvPr/>
        </p:nvSpPr>
        <p:spPr bwMode="auto">
          <a:xfrm flipH="1" flipV="1">
            <a:off x="3104515" y="4317683"/>
            <a:ext cx="409575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sp>
        <p:nvSpPr>
          <p:cNvPr id="225329" name="Text Box 49"/>
          <p:cNvSpPr txBox="1"/>
          <p:nvPr/>
        </p:nvSpPr>
        <p:spPr>
          <a:xfrm>
            <a:off x="2542540" y="4093845"/>
            <a:ext cx="976313" cy="460375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25330" name="Object 50"/>
          <p:cNvGraphicFramePr>
            <a:graphicFrameLocks noChangeAspect="1"/>
          </p:cNvGraphicFramePr>
          <p:nvPr/>
        </p:nvGraphicFramePr>
        <p:xfrm>
          <a:off x="5486400" y="3674110"/>
          <a:ext cx="1447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9" imgW="968375" imgH="255270" progId="Equation.3">
                  <p:embed/>
                </p:oleObj>
              </mc:Choice>
              <mc:Fallback>
                <p:oleObj name="" r:id="rId9" imgW="968375" imgH="25527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86400" y="3674110"/>
                        <a:ext cx="14478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25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2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2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2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5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25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25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25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25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5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4" grpId="0"/>
      <p:bldP spid="225289" grpId="0" bldLvl="0" animBg="1"/>
      <p:bldP spid="225297" grpId="0"/>
      <p:bldP spid="2253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3500" y="1023938"/>
            <a:ext cx="8229600" cy="6365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2. 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正弦波的比较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61796" name="Object 4"/>
          <p:cNvGraphicFramePr>
            <a:graphicFrameLocks noChangeAspect="1"/>
          </p:cNvGraphicFramePr>
          <p:nvPr/>
        </p:nvGraphicFramePr>
        <p:xfrm>
          <a:off x="5881688" y="3245168"/>
          <a:ext cx="318611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" imgW="1231265" imgH="215900" progId="Equation.3">
                  <p:embed/>
                </p:oleObj>
              </mc:Choice>
              <mc:Fallback>
                <p:oleObj name="" r:id="rId1" imgW="1231265" imgH="2159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881688" y="3245168"/>
                        <a:ext cx="3186112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797" name="Text Box 5"/>
          <p:cNvSpPr txBox="1"/>
          <p:nvPr/>
        </p:nvSpPr>
        <p:spPr>
          <a:xfrm>
            <a:off x="4495800" y="3249930"/>
            <a:ext cx="1730375" cy="519113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相位差</a:t>
            </a:r>
            <a:r>
              <a:rPr lang="en-US" altLang="zh-CN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:</a:t>
            </a:r>
            <a:endParaRPr lang="en-US" altLang="zh-CN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61798" name="Object 6"/>
          <p:cNvGraphicFramePr>
            <a:graphicFrameLocks noChangeAspect="1"/>
          </p:cNvGraphicFramePr>
          <p:nvPr/>
        </p:nvGraphicFramePr>
        <p:xfrm>
          <a:off x="4464050" y="1746568"/>
          <a:ext cx="4157663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3" imgW="1485900" imgH="228600" progId="Equation.3">
                  <p:embed/>
                </p:oleObj>
              </mc:Choice>
              <mc:Fallback>
                <p:oleObj name="" r:id="rId3" imgW="1485900" imgH="2286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464050" y="1746568"/>
                        <a:ext cx="4157663" cy="639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799" name="Object 7"/>
          <p:cNvGraphicFramePr>
            <a:graphicFrameLocks noChangeAspect="1"/>
          </p:cNvGraphicFramePr>
          <p:nvPr/>
        </p:nvGraphicFramePr>
        <p:xfrm>
          <a:off x="4462463" y="2521268"/>
          <a:ext cx="4300537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5" imgW="1536700" imgH="228600" progId="Equation.3">
                  <p:embed/>
                </p:oleObj>
              </mc:Choice>
              <mc:Fallback>
                <p:oleObj name="" r:id="rId5" imgW="1536700" imgH="2286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462463" y="2521268"/>
                        <a:ext cx="4300537" cy="639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00" name="Object 8"/>
          <p:cNvGraphicFramePr>
            <a:graphicFrameLocks noChangeAspect="1"/>
          </p:cNvGraphicFramePr>
          <p:nvPr/>
        </p:nvGraphicFramePr>
        <p:xfrm>
          <a:off x="6008688" y="3873818"/>
          <a:ext cx="206851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7" imgW="799465" imgH="215900" progId="Equation.3">
                  <p:embed/>
                </p:oleObj>
              </mc:Choice>
              <mc:Fallback>
                <p:oleObj name="" r:id="rId7" imgW="799465" imgH="2159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008688" y="3873818"/>
                        <a:ext cx="2068512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1801" name="Group 9"/>
          <p:cNvGrpSpPr/>
          <p:nvPr/>
        </p:nvGrpSpPr>
        <p:grpSpPr>
          <a:xfrm>
            <a:off x="230188" y="1563688"/>
            <a:ext cx="3862387" cy="2859087"/>
            <a:chOff x="-2433" y="19"/>
            <a:chExt cx="2433" cy="1801"/>
          </a:xfrm>
        </p:grpSpPr>
        <p:sp>
          <p:nvSpPr>
            <p:cNvPr id="161802" name="Line 10"/>
            <p:cNvSpPr>
              <a:spLocks noChangeShapeType="1"/>
            </p:cNvSpPr>
            <p:nvPr/>
          </p:nvSpPr>
          <p:spPr bwMode="auto">
            <a:xfrm flipV="1">
              <a:off x="-1967" y="203"/>
              <a:ext cx="1" cy="161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1803" name="Line 11"/>
            <p:cNvSpPr>
              <a:spLocks noChangeShapeType="1"/>
            </p:cNvSpPr>
            <p:nvPr/>
          </p:nvSpPr>
          <p:spPr bwMode="auto">
            <a:xfrm>
              <a:off x="-2433" y="1215"/>
              <a:ext cx="2065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3322" name="Text Box 12"/>
            <p:cNvSpPr txBox="1"/>
            <p:nvPr/>
          </p:nvSpPr>
          <p:spPr>
            <a:xfrm>
              <a:off x="-2127" y="1190"/>
              <a:ext cx="638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23" name="Text Box 13"/>
            <p:cNvSpPr txBox="1"/>
            <p:nvPr/>
          </p:nvSpPr>
          <p:spPr>
            <a:xfrm>
              <a:off x="-1805" y="19"/>
              <a:ext cx="51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(t)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24" name="Text Box 14"/>
            <p:cNvSpPr txBox="1"/>
            <p:nvPr/>
          </p:nvSpPr>
          <p:spPr>
            <a:xfrm>
              <a:off x="-451" y="1190"/>
              <a:ext cx="45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ωt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1807" name="Line 15"/>
          <p:cNvSpPr>
            <a:spLocks noChangeShapeType="1"/>
          </p:cNvSpPr>
          <p:nvPr/>
        </p:nvSpPr>
        <p:spPr bwMode="auto">
          <a:xfrm>
            <a:off x="677863" y="2676525"/>
            <a:ext cx="0" cy="1757363"/>
          </a:xfrm>
          <a:prstGeom prst="line">
            <a:avLst/>
          </a:prstGeom>
          <a:noFill/>
          <a:ln w="38100" cap="rnd">
            <a:solidFill>
              <a:srgbClr val="00FF00"/>
            </a:solidFill>
            <a:prstDash val="sysDot"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sp>
        <p:nvSpPr>
          <p:cNvPr id="161808" name="Text Box 16"/>
          <p:cNvSpPr txBox="1"/>
          <p:nvPr/>
        </p:nvSpPr>
        <p:spPr>
          <a:xfrm>
            <a:off x="544513" y="4124325"/>
            <a:ext cx="817562" cy="522288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θ</a:t>
            </a:r>
            <a:r>
              <a:rPr lang="en-US" altLang="zh-CN" baseline="-25000" dirty="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400" dirty="0">
              <a:solidFill>
                <a:srgbClr val="00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1809" name="Line 17"/>
          <p:cNvSpPr>
            <a:spLocks noChangeShapeType="1"/>
          </p:cNvSpPr>
          <p:nvPr/>
        </p:nvSpPr>
        <p:spPr bwMode="auto">
          <a:xfrm>
            <a:off x="1192213" y="2387600"/>
            <a:ext cx="0" cy="1565275"/>
          </a:xfrm>
          <a:prstGeom prst="line">
            <a:avLst/>
          </a:prstGeom>
          <a:noFill/>
          <a:ln w="38100" cap="rnd">
            <a:solidFill>
              <a:schemeClr val="tx2"/>
            </a:solidFill>
            <a:prstDash val="sysDot"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grpSp>
        <p:nvGrpSpPr>
          <p:cNvPr id="161810" name="Group 18"/>
          <p:cNvGrpSpPr/>
          <p:nvPr/>
        </p:nvGrpSpPr>
        <p:grpSpPr>
          <a:xfrm>
            <a:off x="152400" y="4254500"/>
            <a:ext cx="1404938" cy="12700"/>
            <a:chOff x="787" y="3395"/>
            <a:chExt cx="885" cy="8"/>
          </a:xfrm>
        </p:grpSpPr>
        <p:sp>
          <p:nvSpPr>
            <p:cNvPr id="161811" name="Line 19"/>
            <p:cNvSpPr>
              <a:spLocks noChangeShapeType="1"/>
            </p:cNvSpPr>
            <p:nvPr/>
          </p:nvSpPr>
          <p:spPr bwMode="auto">
            <a:xfrm>
              <a:off x="787" y="3403"/>
              <a:ext cx="306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1812" name="Line 20"/>
            <p:cNvSpPr>
              <a:spLocks noChangeShapeType="1"/>
            </p:cNvSpPr>
            <p:nvPr/>
          </p:nvSpPr>
          <p:spPr bwMode="auto">
            <a:xfrm flipH="1">
              <a:off x="1289" y="3395"/>
              <a:ext cx="383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pSp>
        <p:nvGrpSpPr>
          <p:cNvPr id="161813" name="Group 21"/>
          <p:cNvGrpSpPr/>
          <p:nvPr/>
        </p:nvGrpSpPr>
        <p:grpSpPr>
          <a:xfrm>
            <a:off x="487363" y="3757613"/>
            <a:ext cx="1290637" cy="19050"/>
            <a:chOff x="643" y="1704"/>
            <a:chExt cx="813" cy="12"/>
          </a:xfrm>
        </p:grpSpPr>
        <p:sp>
          <p:nvSpPr>
            <p:cNvPr id="161814" name="Line 22"/>
            <p:cNvSpPr>
              <a:spLocks noChangeShapeType="1"/>
            </p:cNvSpPr>
            <p:nvPr/>
          </p:nvSpPr>
          <p:spPr bwMode="auto">
            <a:xfrm flipV="1">
              <a:off x="643" y="1704"/>
              <a:ext cx="30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1815" name="Line 23"/>
            <p:cNvSpPr>
              <a:spLocks noChangeShapeType="1"/>
            </p:cNvSpPr>
            <p:nvPr/>
          </p:nvSpPr>
          <p:spPr bwMode="auto">
            <a:xfrm flipH="1" flipV="1">
              <a:off x="1073" y="1716"/>
              <a:ext cx="383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sp>
        <p:nvSpPr>
          <p:cNvPr id="161816" name="Text Box 24"/>
          <p:cNvSpPr txBox="1"/>
          <p:nvPr/>
        </p:nvSpPr>
        <p:spPr>
          <a:xfrm>
            <a:off x="763588" y="3662363"/>
            <a:ext cx="817562" cy="51911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Arial Narrow" panose="020B0606020202030204" pitchFamily="34" charset="0"/>
                <a:ea typeface="宋体" panose="02010600030101010101" pitchFamily="2" charset="-122"/>
              </a:rPr>
              <a:t>θ</a:t>
            </a:r>
            <a:r>
              <a:rPr lang="en-US" altLang="zh-CN" baseline="-25000" dirty="0">
                <a:latin typeface="Arial Narrow" panose="020B0606020202030204" pitchFamily="34" charset="0"/>
                <a:ea typeface="宋体" panose="02010600030101010101" pitchFamily="2" charset="-122"/>
              </a:rPr>
              <a:t>1</a:t>
            </a:r>
            <a:endParaRPr lang="en-US" altLang="zh-CN" sz="2400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161817" name="Group 25"/>
          <p:cNvGrpSpPr/>
          <p:nvPr/>
        </p:nvGrpSpPr>
        <p:grpSpPr>
          <a:xfrm>
            <a:off x="830263" y="2301875"/>
            <a:ext cx="2273300" cy="2236788"/>
            <a:chOff x="-1943" y="689"/>
            <a:chExt cx="1784" cy="1409"/>
          </a:xfrm>
        </p:grpSpPr>
        <p:sp>
          <p:nvSpPr>
            <p:cNvPr id="161818" name="Arc 26"/>
            <p:cNvSpPr/>
            <p:nvPr/>
          </p:nvSpPr>
          <p:spPr bwMode="auto">
            <a:xfrm>
              <a:off x="-1943" y="690"/>
              <a:ext cx="591" cy="869"/>
            </a:xfrm>
            <a:custGeom>
              <a:avLst/>
              <a:gdLst>
                <a:gd name="G0" fmla="+- 20873 0 0"/>
                <a:gd name="G1" fmla="+- 21600 0 0"/>
                <a:gd name="G2" fmla="+- 21600 0 0"/>
                <a:gd name="T0" fmla="*/ 0 w 42229"/>
                <a:gd name="T1" fmla="*/ 16044 h 21600"/>
                <a:gd name="T2" fmla="*/ 42229 w 42229"/>
                <a:gd name="T3" fmla="*/ 18360 h 21600"/>
                <a:gd name="T4" fmla="*/ 20873 w 4222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229" h="21600" fill="none" extrusionOk="0">
                  <a:moveTo>
                    <a:pt x="-1" y="16043"/>
                  </a:moveTo>
                  <a:cubicBezTo>
                    <a:pt x="2517" y="6583"/>
                    <a:pt x="11083" y="-1"/>
                    <a:pt x="20873" y="0"/>
                  </a:cubicBezTo>
                  <a:cubicBezTo>
                    <a:pt x="31551" y="0"/>
                    <a:pt x="40626" y="7802"/>
                    <a:pt x="42228" y="18360"/>
                  </a:cubicBezTo>
                </a:path>
                <a:path w="42229" h="21600" stroke="0" extrusionOk="0">
                  <a:moveTo>
                    <a:pt x="-1" y="16043"/>
                  </a:moveTo>
                  <a:cubicBezTo>
                    <a:pt x="2517" y="6583"/>
                    <a:pt x="11083" y="-1"/>
                    <a:pt x="20873" y="0"/>
                  </a:cubicBezTo>
                  <a:cubicBezTo>
                    <a:pt x="31551" y="0"/>
                    <a:pt x="40626" y="7802"/>
                    <a:pt x="42228" y="18360"/>
                  </a:cubicBezTo>
                  <a:lnTo>
                    <a:pt x="20873" y="21600"/>
                  </a:lnTo>
                  <a:close/>
                </a:path>
              </a:pathLst>
            </a:custGeom>
            <a:noFill/>
            <a:ln w="57150">
              <a:solidFill>
                <a:schemeClr val="tx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1819" name="Arc 27"/>
            <p:cNvSpPr/>
            <p:nvPr/>
          </p:nvSpPr>
          <p:spPr bwMode="auto">
            <a:xfrm rot="-10638320">
              <a:off x="-1364" y="1230"/>
              <a:ext cx="598" cy="868"/>
            </a:xfrm>
            <a:custGeom>
              <a:avLst/>
              <a:gdLst>
                <a:gd name="G0" fmla="+- 21507 0 0"/>
                <a:gd name="G1" fmla="+- 21600 0 0"/>
                <a:gd name="G2" fmla="+- 21600 0 0"/>
                <a:gd name="T0" fmla="*/ 0 w 42863"/>
                <a:gd name="T1" fmla="*/ 19599 h 21600"/>
                <a:gd name="T2" fmla="*/ 42863 w 42863"/>
                <a:gd name="T3" fmla="*/ 18360 h 21600"/>
                <a:gd name="T4" fmla="*/ 21507 w 4286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863" h="21600" fill="none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</a:path>
                <a:path w="42863" h="21600" stroke="0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  <a:lnTo>
                    <a:pt x="21507" y="21600"/>
                  </a:lnTo>
                  <a:close/>
                </a:path>
              </a:pathLst>
            </a:custGeom>
            <a:noFill/>
            <a:ln w="57150">
              <a:solidFill>
                <a:schemeClr val="tx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1820" name="Arc 28"/>
            <p:cNvSpPr/>
            <p:nvPr/>
          </p:nvSpPr>
          <p:spPr bwMode="auto">
            <a:xfrm>
              <a:off x="-754" y="689"/>
              <a:ext cx="595" cy="868"/>
            </a:xfrm>
            <a:custGeom>
              <a:avLst/>
              <a:gdLst>
                <a:gd name="G0" fmla="+- 21351 0 0"/>
                <a:gd name="G1" fmla="+- 21600 0 0"/>
                <a:gd name="G2" fmla="+- 21600 0 0"/>
                <a:gd name="T0" fmla="*/ 0 w 42707"/>
                <a:gd name="T1" fmla="*/ 18331 h 21600"/>
                <a:gd name="T2" fmla="*/ 42707 w 42707"/>
                <a:gd name="T3" fmla="*/ 18360 h 21600"/>
                <a:gd name="T4" fmla="*/ 21351 w 42707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707" h="21600" fill="none" extrusionOk="0">
                  <a:moveTo>
                    <a:pt x="-1" y="18330"/>
                  </a:moveTo>
                  <a:cubicBezTo>
                    <a:pt x="1614" y="7786"/>
                    <a:pt x="10683" y="-1"/>
                    <a:pt x="21351" y="0"/>
                  </a:cubicBezTo>
                  <a:cubicBezTo>
                    <a:pt x="32029" y="0"/>
                    <a:pt x="41104" y="7802"/>
                    <a:pt x="42706" y="18360"/>
                  </a:cubicBezTo>
                </a:path>
                <a:path w="42707" h="21600" stroke="0" extrusionOk="0">
                  <a:moveTo>
                    <a:pt x="-1" y="18330"/>
                  </a:moveTo>
                  <a:cubicBezTo>
                    <a:pt x="1614" y="7786"/>
                    <a:pt x="10683" y="-1"/>
                    <a:pt x="21351" y="0"/>
                  </a:cubicBezTo>
                  <a:cubicBezTo>
                    <a:pt x="32029" y="0"/>
                    <a:pt x="41104" y="7802"/>
                    <a:pt x="42706" y="18360"/>
                  </a:cubicBezTo>
                  <a:lnTo>
                    <a:pt x="21351" y="21600"/>
                  </a:lnTo>
                  <a:close/>
                </a:path>
              </a:pathLst>
            </a:custGeom>
            <a:noFill/>
            <a:ln w="57150">
              <a:solidFill>
                <a:schemeClr val="tx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sp>
        <p:nvSpPr>
          <p:cNvPr id="161821" name="Text Box 29"/>
          <p:cNvSpPr txBox="1"/>
          <p:nvPr/>
        </p:nvSpPr>
        <p:spPr>
          <a:xfrm>
            <a:off x="3011488" y="2303463"/>
            <a:ext cx="852487" cy="460375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(t)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61822" name="Group 30"/>
          <p:cNvGrpSpPr/>
          <p:nvPr/>
        </p:nvGrpSpPr>
        <p:grpSpPr>
          <a:xfrm>
            <a:off x="334963" y="2690813"/>
            <a:ext cx="3392487" cy="1563687"/>
            <a:chOff x="-1669" y="1004"/>
            <a:chExt cx="1893" cy="985"/>
          </a:xfrm>
        </p:grpSpPr>
        <p:grpSp>
          <p:nvGrpSpPr>
            <p:cNvPr id="13341" name="Group 31"/>
            <p:cNvGrpSpPr/>
            <p:nvPr/>
          </p:nvGrpSpPr>
          <p:grpSpPr>
            <a:xfrm>
              <a:off x="-1669" y="1004"/>
              <a:ext cx="1285" cy="985"/>
              <a:chOff x="2928" y="841"/>
              <a:chExt cx="1267" cy="985"/>
            </a:xfrm>
          </p:grpSpPr>
          <p:sp>
            <p:nvSpPr>
              <p:cNvPr id="161824" name="Arc 32"/>
              <p:cNvSpPr/>
              <p:nvPr/>
            </p:nvSpPr>
            <p:spPr bwMode="auto">
              <a:xfrm>
                <a:off x="2928" y="842"/>
                <a:ext cx="419" cy="607"/>
              </a:xfrm>
              <a:custGeom>
                <a:avLst/>
                <a:gdLst>
                  <a:gd name="G0" fmla="+- 20873 0 0"/>
                  <a:gd name="G1" fmla="+- 21600 0 0"/>
                  <a:gd name="G2" fmla="+- 21600 0 0"/>
                  <a:gd name="T0" fmla="*/ 0 w 42229"/>
                  <a:gd name="T1" fmla="*/ 16044 h 21600"/>
                  <a:gd name="T2" fmla="*/ 42229 w 42229"/>
                  <a:gd name="T3" fmla="*/ 18360 h 21600"/>
                  <a:gd name="T4" fmla="*/ 20873 w 42229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229" h="21600" fill="none" extrusionOk="0">
                    <a:moveTo>
                      <a:pt x="-1" y="16043"/>
                    </a:moveTo>
                    <a:cubicBezTo>
                      <a:pt x="2517" y="6583"/>
                      <a:pt x="11083" y="-1"/>
                      <a:pt x="20873" y="0"/>
                    </a:cubicBezTo>
                    <a:cubicBezTo>
                      <a:pt x="31551" y="0"/>
                      <a:pt x="40626" y="7802"/>
                      <a:pt x="42228" y="18360"/>
                    </a:cubicBezTo>
                  </a:path>
                  <a:path w="42229" h="21600" stroke="0" extrusionOk="0">
                    <a:moveTo>
                      <a:pt x="-1" y="16043"/>
                    </a:moveTo>
                    <a:cubicBezTo>
                      <a:pt x="2517" y="6583"/>
                      <a:pt x="11083" y="-1"/>
                      <a:pt x="20873" y="0"/>
                    </a:cubicBezTo>
                    <a:cubicBezTo>
                      <a:pt x="31551" y="0"/>
                      <a:pt x="40626" y="7802"/>
                      <a:pt x="42228" y="18360"/>
                    </a:cubicBezTo>
                    <a:lnTo>
                      <a:pt x="20873" y="21600"/>
                    </a:lnTo>
                    <a:close/>
                  </a:path>
                </a:pathLst>
              </a:custGeom>
              <a:noFill/>
              <a:ln w="57150">
                <a:solidFill>
                  <a:srgbClr val="00FF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161825" name="Arc 33"/>
              <p:cNvSpPr/>
              <p:nvPr/>
            </p:nvSpPr>
            <p:spPr bwMode="auto">
              <a:xfrm rot="-10638320">
                <a:off x="3339" y="1219"/>
                <a:ext cx="424" cy="607"/>
              </a:xfrm>
              <a:custGeom>
                <a:avLst/>
                <a:gdLst>
                  <a:gd name="G0" fmla="+- 21507 0 0"/>
                  <a:gd name="G1" fmla="+- 21600 0 0"/>
                  <a:gd name="G2" fmla="+- 21600 0 0"/>
                  <a:gd name="T0" fmla="*/ 0 w 42863"/>
                  <a:gd name="T1" fmla="*/ 19599 h 21600"/>
                  <a:gd name="T2" fmla="*/ 42863 w 42863"/>
                  <a:gd name="T3" fmla="*/ 18360 h 21600"/>
                  <a:gd name="T4" fmla="*/ 21507 w 42863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863" h="21600" fill="none" extrusionOk="0">
                    <a:moveTo>
                      <a:pt x="-1" y="19598"/>
                    </a:moveTo>
                    <a:cubicBezTo>
                      <a:pt x="1033" y="8492"/>
                      <a:pt x="10352" y="-1"/>
                      <a:pt x="21507" y="0"/>
                    </a:cubicBezTo>
                    <a:cubicBezTo>
                      <a:pt x="32185" y="0"/>
                      <a:pt x="41260" y="7802"/>
                      <a:pt x="42862" y="18360"/>
                    </a:cubicBezTo>
                  </a:path>
                  <a:path w="42863" h="21600" stroke="0" extrusionOk="0">
                    <a:moveTo>
                      <a:pt x="-1" y="19598"/>
                    </a:moveTo>
                    <a:cubicBezTo>
                      <a:pt x="1033" y="8492"/>
                      <a:pt x="10352" y="-1"/>
                      <a:pt x="21507" y="0"/>
                    </a:cubicBezTo>
                    <a:cubicBezTo>
                      <a:pt x="32185" y="0"/>
                      <a:pt x="41260" y="7802"/>
                      <a:pt x="42862" y="18360"/>
                    </a:cubicBezTo>
                    <a:lnTo>
                      <a:pt x="21507" y="21600"/>
                    </a:lnTo>
                    <a:close/>
                  </a:path>
                </a:pathLst>
              </a:custGeom>
              <a:noFill/>
              <a:ln w="57150">
                <a:solidFill>
                  <a:srgbClr val="00FF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161826" name="Arc 34"/>
              <p:cNvSpPr/>
              <p:nvPr/>
            </p:nvSpPr>
            <p:spPr bwMode="auto">
              <a:xfrm>
                <a:off x="3773" y="841"/>
                <a:ext cx="423" cy="607"/>
              </a:xfrm>
              <a:custGeom>
                <a:avLst/>
                <a:gdLst>
                  <a:gd name="G0" fmla="+- 21351 0 0"/>
                  <a:gd name="G1" fmla="+- 21600 0 0"/>
                  <a:gd name="G2" fmla="+- 21600 0 0"/>
                  <a:gd name="T0" fmla="*/ 0 w 42707"/>
                  <a:gd name="T1" fmla="*/ 18331 h 21600"/>
                  <a:gd name="T2" fmla="*/ 42707 w 42707"/>
                  <a:gd name="T3" fmla="*/ 18360 h 21600"/>
                  <a:gd name="T4" fmla="*/ 21351 w 42707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707" h="21600" fill="none" extrusionOk="0">
                    <a:moveTo>
                      <a:pt x="-1" y="18330"/>
                    </a:moveTo>
                    <a:cubicBezTo>
                      <a:pt x="1614" y="7786"/>
                      <a:pt x="10683" y="-1"/>
                      <a:pt x="21351" y="0"/>
                    </a:cubicBezTo>
                    <a:cubicBezTo>
                      <a:pt x="32029" y="0"/>
                      <a:pt x="41104" y="7802"/>
                      <a:pt x="42706" y="18360"/>
                    </a:cubicBezTo>
                  </a:path>
                  <a:path w="42707" h="21600" stroke="0" extrusionOk="0">
                    <a:moveTo>
                      <a:pt x="-1" y="18330"/>
                    </a:moveTo>
                    <a:cubicBezTo>
                      <a:pt x="1614" y="7786"/>
                      <a:pt x="10683" y="-1"/>
                      <a:pt x="21351" y="0"/>
                    </a:cubicBezTo>
                    <a:cubicBezTo>
                      <a:pt x="32029" y="0"/>
                      <a:pt x="41104" y="7802"/>
                      <a:pt x="42706" y="18360"/>
                    </a:cubicBezTo>
                    <a:lnTo>
                      <a:pt x="21351" y="21600"/>
                    </a:lnTo>
                    <a:close/>
                  </a:path>
                </a:pathLst>
              </a:custGeom>
              <a:noFill/>
              <a:ln w="57150">
                <a:solidFill>
                  <a:srgbClr val="00FF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  <p:sp>
          <p:nvSpPr>
            <p:cNvPr id="13345" name="Text Box 35"/>
            <p:cNvSpPr txBox="1"/>
            <p:nvPr/>
          </p:nvSpPr>
          <p:spPr>
            <a:xfrm>
              <a:off x="-381" y="1230"/>
              <a:ext cx="605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18F618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400" baseline="-25000" dirty="0">
                  <a:solidFill>
                    <a:srgbClr val="18F618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400" dirty="0">
                  <a:solidFill>
                    <a:srgbClr val="18F618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(t)</a:t>
              </a:r>
              <a:endParaRPr lang="en-US" altLang="zh-CN" sz="2400" dirty="0">
                <a:solidFill>
                  <a:srgbClr val="18F618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1828" name="Text Box 36"/>
          <p:cNvSpPr txBox="1"/>
          <p:nvPr/>
        </p:nvSpPr>
        <p:spPr>
          <a:xfrm>
            <a:off x="-11112" y="4967288"/>
            <a:ext cx="3335337" cy="51911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(1).  </a:t>
            </a:r>
            <a:r>
              <a:rPr lang="zh-CN" altLang="en-US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超前或滞后：</a:t>
            </a:r>
            <a:endParaRPr lang="zh-CN" altLang="en-US" sz="2400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61829" name="Object 37"/>
          <p:cNvGraphicFramePr>
            <a:graphicFrameLocks noChangeAspect="1"/>
          </p:cNvGraphicFramePr>
          <p:nvPr/>
        </p:nvGraphicFramePr>
        <p:xfrm>
          <a:off x="2743200" y="4975225"/>
          <a:ext cx="61722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9" imgW="2578100" imgH="215900" progId="Equation.3">
                  <p:embed/>
                </p:oleObj>
              </mc:Choice>
              <mc:Fallback>
                <p:oleObj name="" r:id="rId9" imgW="2578100" imgH="2159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743200" y="4975225"/>
                        <a:ext cx="6172200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30" name="Object 38"/>
          <p:cNvGraphicFramePr>
            <a:graphicFrameLocks noChangeAspect="1"/>
          </p:cNvGraphicFramePr>
          <p:nvPr/>
        </p:nvGraphicFramePr>
        <p:xfrm>
          <a:off x="2665413" y="5619750"/>
          <a:ext cx="64023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1" imgW="2476500" imgH="215900" progId="Equation.3">
                  <p:embed/>
                </p:oleObj>
              </mc:Choice>
              <mc:Fallback>
                <p:oleObj name="" r:id="rId11" imgW="2476500" imgH="2159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665413" y="5619750"/>
                        <a:ext cx="6402387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31" name="Text Box 39"/>
          <p:cNvSpPr txBox="1"/>
          <p:nvPr/>
        </p:nvSpPr>
        <p:spPr>
          <a:xfrm>
            <a:off x="0" y="5576888"/>
            <a:ext cx="2052638" cy="51911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(2)</a:t>
            </a:r>
            <a:r>
              <a:rPr lang="en-US" altLang="zh-CN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. </a:t>
            </a:r>
            <a:r>
              <a:rPr lang="zh-CN" altLang="en-US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同相：</a:t>
            </a:r>
            <a:endParaRPr lang="zh-CN" altLang="en-US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61836" name="Object 44"/>
          <p:cNvGraphicFramePr>
            <a:graphicFrameLocks noChangeAspect="1"/>
          </p:cNvGraphicFramePr>
          <p:nvPr/>
        </p:nvGraphicFramePr>
        <p:xfrm>
          <a:off x="134938" y="192088"/>
          <a:ext cx="3827462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3" imgW="1434465" imgH="215900" progId="Equation.3">
                  <p:embed/>
                </p:oleObj>
              </mc:Choice>
              <mc:Fallback>
                <p:oleObj name="" r:id="rId13" imgW="1434465" imgH="2159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34938" y="192088"/>
                        <a:ext cx="3827462" cy="569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37" name="Object 45"/>
          <p:cNvGraphicFramePr>
            <a:graphicFrameLocks noChangeAspect="1"/>
          </p:cNvGraphicFramePr>
          <p:nvPr/>
        </p:nvGraphicFramePr>
        <p:xfrm>
          <a:off x="4325938" y="228600"/>
          <a:ext cx="1531937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5" imgW="609600" imgH="203200" progId="Equation.3">
                  <p:embed/>
                </p:oleObj>
              </mc:Choice>
              <mc:Fallback>
                <p:oleObj name="" r:id="rId15" imgW="609600" imgH="2032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325938" y="228600"/>
                        <a:ext cx="1531937" cy="506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38" name="Object 46"/>
          <p:cNvGraphicFramePr>
            <a:graphicFrameLocks noChangeAspect="1"/>
          </p:cNvGraphicFramePr>
          <p:nvPr/>
        </p:nvGraphicFramePr>
        <p:xfrm>
          <a:off x="6230938" y="0"/>
          <a:ext cx="1084262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7" imgW="431800" imgH="393700" progId="Equation.3">
                  <p:embed/>
                </p:oleObj>
              </mc:Choice>
              <mc:Fallback>
                <p:oleObj name="" r:id="rId17" imgW="431800" imgH="3937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1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230938" y="0"/>
                        <a:ext cx="1084262" cy="981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1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1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1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61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1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1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61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61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1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1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61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161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61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6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6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6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6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6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61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6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4" grpId="0"/>
      <p:bldP spid="161797" grpId="0"/>
      <p:bldP spid="161808" grpId="0"/>
      <p:bldP spid="161816" grpId="0"/>
      <p:bldP spid="161821" grpId="0"/>
      <p:bldP spid="161828" grpId="0"/>
      <p:bldP spid="1618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01613"/>
            <a:ext cx="8229600" cy="7127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(3). 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正交：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62820" name="Object 4"/>
          <p:cNvGraphicFramePr>
            <a:graphicFrameLocks noChangeAspect="1"/>
          </p:cNvGraphicFramePr>
          <p:nvPr/>
        </p:nvGraphicFramePr>
        <p:xfrm>
          <a:off x="233363" y="838200"/>
          <a:ext cx="5180012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" imgW="2032000" imgH="393700" progId="Equation.3">
                  <p:embed/>
                </p:oleObj>
              </mc:Choice>
              <mc:Fallback>
                <p:oleObj name="" r:id="rId1" imgW="2032000" imgH="3937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33363" y="838200"/>
                        <a:ext cx="5180012" cy="996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21" name="Object 5"/>
          <p:cNvGraphicFramePr>
            <a:graphicFrameLocks noChangeAspect="1"/>
          </p:cNvGraphicFramePr>
          <p:nvPr/>
        </p:nvGraphicFramePr>
        <p:xfrm>
          <a:off x="228600" y="2428875"/>
          <a:ext cx="526097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3" imgW="1968500" imgH="215900" progId="Equation.3">
                  <p:embed/>
                </p:oleObj>
              </mc:Choice>
              <mc:Fallback>
                <p:oleObj name="" r:id="rId3" imgW="1968500" imgH="2159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4">
                        <a:lum bright="88000"/>
                      </a:blip>
                      <a:stretch>
                        <a:fillRect/>
                      </a:stretch>
                    </p:blipFill>
                    <p:spPr>
                      <a:xfrm>
                        <a:off x="228600" y="2428875"/>
                        <a:ext cx="5260975" cy="569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822" name="Text Box 6"/>
          <p:cNvSpPr txBox="1"/>
          <p:nvPr/>
        </p:nvSpPr>
        <p:spPr>
          <a:xfrm>
            <a:off x="233363" y="1766888"/>
            <a:ext cx="2052637" cy="522287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(4).</a:t>
            </a:r>
            <a:r>
              <a:rPr lang="en-US" altLang="zh-CN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反相：</a:t>
            </a:r>
            <a:endParaRPr lang="zh-CN" altLang="en-US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grpSp>
        <p:nvGrpSpPr>
          <p:cNvPr id="162823" name="Group 7"/>
          <p:cNvGrpSpPr/>
          <p:nvPr/>
        </p:nvGrpSpPr>
        <p:grpSpPr>
          <a:xfrm>
            <a:off x="6146800" y="0"/>
            <a:ext cx="3297238" cy="2149475"/>
            <a:chOff x="3158" y="2245"/>
            <a:chExt cx="1903" cy="1134"/>
          </a:xfrm>
        </p:grpSpPr>
        <p:sp>
          <p:nvSpPr>
            <p:cNvPr id="162824" name="Line 8"/>
            <p:cNvSpPr>
              <a:spLocks noChangeShapeType="1"/>
            </p:cNvSpPr>
            <p:nvPr/>
          </p:nvSpPr>
          <p:spPr bwMode="auto">
            <a:xfrm flipV="1">
              <a:off x="3488" y="2353"/>
              <a:ext cx="0" cy="10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2825" name="Line 9"/>
            <p:cNvSpPr>
              <a:spLocks noChangeShapeType="1"/>
            </p:cNvSpPr>
            <p:nvPr/>
          </p:nvSpPr>
          <p:spPr bwMode="auto">
            <a:xfrm>
              <a:off x="3158" y="2945"/>
              <a:ext cx="14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4344" name="Text Box 10"/>
            <p:cNvSpPr txBox="1"/>
            <p:nvPr/>
          </p:nvSpPr>
          <p:spPr>
            <a:xfrm>
              <a:off x="3313" y="2931"/>
              <a:ext cx="434" cy="243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45" name="Text Box 11"/>
            <p:cNvSpPr txBox="1"/>
            <p:nvPr/>
          </p:nvSpPr>
          <p:spPr>
            <a:xfrm>
              <a:off x="3500" y="2245"/>
              <a:ext cx="525" cy="27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(t)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46" name="Text Box 12"/>
            <p:cNvSpPr txBox="1"/>
            <p:nvPr/>
          </p:nvSpPr>
          <p:spPr>
            <a:xfrm>
              <a:off x="4431" y="2931"/>
              <a:ext cx="630" cy="27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ωt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2829" name="Group 13"/>
          <p:cNvGrpSpPr/>
          <p:nvPr/>
        </p:nvGrpSpPr>
        <p:grpSpPr>
          <a:xfrm>
            <a:off x="6526213" y="981075"/>
            <a:ext cx="2011362" cy="714375"/>
            <a:chOff x="1079" y="717"/>
            <a:chExt cx="1905" cy="985"/>
          </a:xfrm>
        </p:grpSpPr>
        <p:sp>
          <p:nvSpPr>
            <p:cNvPr id="162830" name="Arc 14"/>
            <p:cNvSpPr/>
            <p:nvPr/>
          </p:nvSpPr>
          <p:spPr bwMode="auto">
            <a:xfrm>
              <a:off x="1079" y="717"/>
              <a:ext cx="419" cy="609"/>
            </a:xfrm>
            <a:custGeom>
              <a:avLst/>
              <a:gdLst>
                <a:gd name="G0" fmla="+- 20873 0 0"/>
                <a:gd name="G1" fmla="+- 21600 0 0"/>
                <a:gd name="G2" fmla="+- 21600 0 0"/>
                <a:gd name="T0" fmla="*/ 0 w 42229"/>
                <a:gd name="T1" fmla="*/ 16044 h 21600"/>
                <a:gd name="T2" fmla="*/ 42229 w 42229"/>
                <a:gd name="T3" fmla="*/ 18360 h 21600"/>
                <a:gd name="T4" fmla="*/ 20873 w 4222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229" h="21600" fill="none" extrusionOk="0">
                  <a:moveTo>
                    <a:pt x="-1" y="16043"/>
                  </a:moveTo>
                  <a:cubicBezTo>
                    <a:pt x="2517" y="6583"/>
                    <a:pt x="11083" y="-1"/>
                    <a:pt x="20873" y="0"/>
                  </a:cubicBezTo>
                  <a:cubicBezTo>
                    <a:pt x="31551" y="0"/>
                    <a:pt x="40626" y="7802"/>
                    <a:pt x="42228" y="18360"/>
                  </a:cubicBezTo>
                </a:path>
                <a:path w="42229" h="21600" stroke="0" extrusionOk="0">
                  <a:moveTo>
                    <a:pt x="-1" y="16043"/>
                  </a:moveTo>
                  <a:cubicBezTo>
                    <a:pt x="2517" y="6583"/>
                    <a:pt x="11083" y="-1"/>
                    <a:pt x="20873" y="0"/>
                  </a:cubicBezTo>
                  <a:cubicBezTo>
                    <a:pt x="31551" y="0"/>
                    <a:pt x="40626" y="7802"/>
                    <a:pt x="42228" y="18360"/>
                  </a:cubicBezTo>
                  <a:lnTo>
                    <a:pt x="20873" y="2160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2831" name="Arc 15"/>
            <p:cNvSpPr/>
            <p:nvPr/>
          </p:nvSpPr>
          <p:spPr bwMode="auto">
            <a:xfrm rot="-10638320">
              <a:off x="1489" y="1096"/>
              <a:ext cx="426" cy="606"/>
            </a:xfrm>
            <a:custGeom>
              <a:avLst/>
              <a:gdLst>
                <a:gd name="G0" fmla="+- 21507 0 0"/>
                <a:gd name="G1" fmla="+- 21600 0 0"/>
                <a:gd name="G2" fmla="+- 21600 0 0"/>
                <a:gd name="T0" fmla="*/ 0 w 42863"/>
                <a:gd name="T1" fmla="*/ 19599 h 21600"/>
                <a:gd name="T2" fmla="*/ 42863 w 42863"/>
                <a:gd name="T3" fmla="*/ 18360 h 21600"/>
                <a:gd name="T4" fmla="*/ 21507 w 4286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863" h="21600" fill="none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</a:path>
                <a:path w="42863" h="21600" stroke="0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  <a:lnTo>
                    <a:pt x="21507" y="2160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2832" name="Arc 16"/>
            <p:cNvSpPr/>
            <p:nvPr/>
          </p:nvSpPr>
          <p:spPr bwMode="auto">
            <a:xfrm>
              <a:off x="1922" y="717"/>
              <a:ext cx="424" cy="606"/>
            </a:xfrm>
            <a:custGeom>
              <a:avLst/>
              <a:gdLst>
                <a:gd name="G0" fmla="+- 21351 0 0"/>
                <a:gd name="G1" fmla="+- 21600 0 0"/>
                <a:gd name="G2" fmla="+- 21600 0 0"/>
                <a:gd name="T0" fmla="*/ 0 w 42707"/>
                <a:gd name="T1" fmla="*/ 18331 h 21600"/>
                <a:gd name="T2" fmla="*/ 42707 w 42707"/>
                <a:gd name="T3" fmla="*/ 18360 h 21600"/>
                <a:gd name="T4" fmla="*/ 21351 w 42707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707" h="21600" fill="none" extrusionOk="0">
                  <a:moveTo>
                    <a:pt x="-1" y="18330"/>
                  </a:moveTo>
                  <a:cubicBezTo>
                    <a:pt x="1614" y="7786"/>
                    <a:pt x="10683" y="-1"/>
                    <a:pt x="21351" y="0"/>
                  </a:cubicBezTo>
                  <a:cubicBezTo>
                    <a:pt x="32029" y="0"/>
                    <a:pt x="41104" y="7802"/>
                    <a:pt x="42706" y="18360"/>
                  </a:cubicBezTo>
                </a:path>
                <a:path w="42707" h="21600" stroke="0" extrusionOk="0">
                  <a:moveTo>
                    <a:pt x="-1" y="18330"/>
                  </a:moveTo>
                  <a:cubicBezTo>
                    <a:pt x="1614" y="7786"/>
                    <a:pt x="10683" y="-1"/>
                    <a:pt x="21351" y="0"/>
                  </a:cubicBezTo>
                  <a:cubicBezTo>
                    <a:pt x="32029" y="0"/>
                    <a:pt x="41104" y="7802"/>
                    <a:pt x="42706" y="18360"/>
                  </a:cubicBezTo>
                  <a:lnTo>
                    <a:pt x="21351" y="2160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2833" name="Arc 17"/>
            <p:cNvSpPr/>
            <p:nvPr/>
          </p:nvSpPr>
          <p:spPr bwMode="auto">
            <a:xfrm>
              <a:off x="2772" y="864"/>
              <a:ext cx="212" cy="462"/>
            </a:xfrm>
            <a:custGeom>
              <a:avLst/>
              <a:gdLst>
                <a:gd name="G0" fmla="+- 21351 0 0"/>
                <a:gd name="G1" fmla="+- 16436 0 0"/>
                <a:gd name="G2" fmla="+- 21600 0 0"/>
                <a:gd name="T0" fmla="*/ 0 w 21351"/>
                <a:gd name="T1" fmla="*/ 13167 h 16436"/>
                <a:gd name="T2" fmla="*/ 7336 w 21351"/>
                <a:gd name="T3" fmla="*/ 0 h 16436"/>
                <a:gd name="T4" fmla="*/ 21351 w 21351"/>
                <a:gd name="T5" fmla="*/ 16436 h 16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351" h="16436" fill="none" extrusionOk="0">
                  <a:moveTo>
                    <a:pt x="-1" y="13166"/>
                  </a:moveTo>
                  <a:cubicBezTo>
                    <a:pt x="784" y="8039"/>
                    <a:pt x="3388" y="3365"/>
                    <a:pt x="7336" y="0"/>
                  </a:cubicBezTo>
                </a:path>
                <a:path w="21351" h="16436" stroke="0" extrusionOk="0">
                  <a:moveTo>
                    <a:pt x="-1" y="13166"/>
                  </a:moveTo>
                  <a:cubicBezTo>
                    <a:pt x="784" y="8039"/>
                    <a:pt x="3388" y="3365"/>
                    <a:pt x="7336" y="0"/>
                  </a:cubicBezTo>
                  <a:lnTo>
                    <a:pt x="21351" y="16436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2834" name="Arc 18"/>
            <p:cNvSpPr/>
            <p:nvPr/>
          </p:nvSpPr>
          <p:spPr bwMode="auto">
            <a:xfrm rot="-10638320">
              <a:off x="2328" y="1096"/>
              <a:ext cx="426" cy="606"/>
            </a:xfrm>
            <a:custGeom>
              <a:avLst/>
              <a:gdLst>
                <a:gd name="G0" fmla="+- 21507 0 0"/>
                <a:gd name="G1" fmla="+- 21600 0 0"/>
                <a:gd name="G2" fmla="+- 21600 0 0"/>
                <a:gd name="T0" fmla="*/ 0 w 42863"/>
                <a:gd name="T1" fmla="*/ 19599 h 21600"/>
                <a:gd name="T2" fmla="*/ 42863 w 42863"/>
                <a:gd name="T3" fmla="*/ 18360 h 21600"/>
                <a:gd name="T4" fmla="*/ 21507 w 4286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863" h="21600" fill="none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</a:path>
                <a:path w="42863" h="21600" stroke="0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  <a:lnTo>
                    <a:pt x="21507" y="2160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pSp>
        <p:nvGrpSpPr>
          <p:cNvPr id="162835" name="Group 19"/>
          <p:cNvGrpSpPr/>
          <p:nvPr/>
        </p:nvGrpSpPr>
        <p:grpSpPr>
          <a:xfrm>
            <a:off x="5873750" y="744538"/>
            <a:ext cx="2011363" cy="1201737"/>
            <a:chOff x="1079" y="717"/>
            <a:chExt cx="1905" cy="985"/>
          </a:xfrm>
        </p:grpSpPr>
        <p:sp>
          <p:nvSpPr>
            <p:cNvPr id="162836" name="Arc 20"/>
            <p:cNvSpPr/>
            <p:nvPr/>
          </p:nvSpPr>
          <p:spPr bwMode="auto">
            <a:xfrm>
              <a:off x="1079" y="718"/>
              <a:ext cx="419" cy="605"/>
            </a:xfrm>
            <a:custGeom>
              <a:avLst/>
              <a:gdLst>
                <a:gd name="G0" fmla="+- 20873 0 0"/>
                <a:gd name="G1" fmla="+- 21600 0 0"/>
                <a:gd name="G2" fmla="+- 21600 0 0"/>
                <a:gd name="T0" fmla="*/ 0 w 42229"/>
                <a:gd name="T1" fmla="*/ 16044 h 21600"/>
                <a:gd name="T2" fmla="*/ 42229 w 42229"/>
                <a:gd name="T3" fmla="*/ 18360 h 21600"/>
                <a:gd name="T4" fmla="*/ 20873 w 4222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229" h="21600" fill="none" extrusionOk="0">
                  <a:moveTo>
                    <a:pt x="-1" y="16043"/>
                  </a:moveTo>
                  <a:cubicBezTo>
                    <a:pt x="2517" y="6583"/>
                    <a:pt x="11083" y="-1"/>
                    <a:pt x="20873" y="0"/>
                  </a:cubicBezTo>
                  <a:cubicBezTo>
                    <a:pt x="31551" y="0"/>
                    <a:pt x="40626" y="7802"/>
                    <a:pt x="42228" y="18360"/>
                  </a:cubicBezTo>
                </a:path>
                <a:path w="42229" h="21600" stroke="0" extrusionOk="0">
                  <a:moveTo>
                    <a:pt x="-1" y="16043"/>
                  </a:moveTo>
                  <a:cubicBezTo>
                    <a:pt x="2517" y="6583"/>
                    <a:pt x="11083" y="-1"/>
                    <a:pt x="20873" y="0"/>
                  </a:cubicBezTo>
                  <a:cubicBezTo>
                    <a:pt x="31551" y="0"/>
                    <a:pt x="40626" y="7802"/>
                    <a:pt x="42228" y="18360"/>
                  </a:cubicBezTo>
                  <a:lnTo>
                    <a:pt x="20873" y="21600"/>
                  </a:lnTo>
                  <a:close/>
                </a:path>
              </a:pathLst>
            </a:custGeom>
            <a:noFill/>
            <a:ln w="57150">
              <a:solidFill>
                <a:schemeClr val="tx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2837" name="Arc 21"/>
            <p:cNvSpPr/>
            <p:nvPr/>
          </p:nvSpPr>
          <p:spPr bwMode="auto">
            <a:xfrm rot="-10638320">
              <a:off x="1489" y="1096"/>
              <a:ext cx="426" cy="606"/>
            </a:xfrm>
            <a:custGeom>
              <a:avLst/>
              <a:gdLst>
                <a:gd name="G0" fmla="+- 21507 0 0"/>
                <a:gd name="G1" fmla="+- 21600 0 0"/>
                <a:gd name="G2" fmla="+- 21600 0 0"/>
                <a:gd name="T0" fmla="*/ 0 w 42863"/>
                <a:gd name="T1" fmla="*/ 19599 h 21600"/>
                <a:gd name="T2" fmla="*/ 42863 w 42863"/>
                <a:gd name="T3" fmla="*/ 18360 h 21600"/>
                <a:gd name="T4" fmla="*/ 21507 w 4286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863" h="21600" fill="none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</a:path>
                <a:path w="42863" h="21600" stroke="0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  <a:lnTo>
                    <a:pt x="21507" y="21600"/>
                  </a:lnTo>
                  <a:close/>
                </a:path>
              </a:pathLst>
            </a:custGeom>
            <a:noFill/>
            <a:ln w="57150">
              <a:solidFill>
                <a:schemeClr val="tx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2838" name="Arc 22"/>
            <p:cNvSpPr/>
            <p:nvPr/>
          </p:nvSpPr>
          <p:spPr bwMode="auto">
            <a:xfrm>
              <a:off x="1922" y="717"/>
              <a:ext cx="424" cy="606"/>
            </a:xfrm>
            <a:custGeom>
              <a:avLst/>
              <a:gdLst>
                <a:gd name="G0" fmla="+- 21351 0 0"/>
                <a:gd name="G1" fmla="+- 21600 0 0"/>
                <a:gd name="G2" fmla="+- 21600 0 0"/>
                <a:gd name="T0" fmla="*/ 0 w 42707"/>
                <a:gd name="T1" fmla="*/ 18331 h 21600"/>
                <a:gd name="T2" fmla="*/ 42707 w 42707"/>
                <a:gd name="T3" fmla="*/ 18360 h 21600"/>
                <a:gd name="T4" fmla="*/ 21351 w 42707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707" h="21600" fill="none" extrusionOk="0">
                  <a:moveTo>
                    <a:pt x="-1" y="18330"/>
                  </a:moveTo>
                  <a:cubicBezTo>
                    <a:pt x="1614" y="7786"/>
                    <a:pt x="10683" y="-1"/>
                    <a:pt x="21351" y="0"/>
                  </a:cubicBezTo>
                  <a:cubicBezTo>
                    <a:pt x="32029" y="0"/>
                    <a:pt x="41104" y="7802"/>
                    <a:pt x="42706" y="18360"/>
                  </a:cubicBezTo>
                </a:path>
                <a:path w="42707" h="21600" stroke="0" extrusionOk="0">
                  <a:moveTo>
                    <a:pt x="-1" y="18330"/>
                  </a:moveTo>
                  <a:cubicBezTo>
                    <a:pt x="1614" y="7786"/>
                    <a:pt x="10683" y="-1"/>
                    <a:pt x="21351" y="0"/>
                  </a:cubicBezTo>
                  <a:cubicBezTo>
                    <a:pt x="32029" y="0"/>
                    <a:pt x="41104" y="7802"/>
                    <a:pt x="42706" y="18360"/>
                  </a:cubicBezTo>
                  <a:lnTo>
                    <a:pt x="21351" y="21600"/>
                  </a:lnTo>
                  <a:close/>
                </a:path>
              </a:pathLst>
            </a:custGeom>
            <a:noFill/>
            <a:ln w="57150">
              <a:solidFill>
                <a:schemeClr val="tx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2839" name="Arc 23"/>
            <p:cNvSpPr/>
            <p:nvPr/>
          </p:nvSpPr>
          <p:spPr bwMode="auto">
            <a:xfrm>
              <a:off x="2772" y="864"/>
              <a:ext cx="212" cy="462"/>
            </a:xfrm>
            <a:custGeom>
              <a:avLst/>
              <a:gdLst>
                <a:gd name="G0" fmla="+- 21351 0 0"/>
                <a:gd name="G1" fmla="+- 16436 0 0"/>
                <a:gd name="G2" fmla="+- 21600 0 0"/>
                <a:gd name="T0" fmla="*/ 0 w 21351"/>
                <a:gd name="T1" fmla="*/ 13167 h 16436"/>
                <a:gd name="T2" fmla="*/ 7336 w 21351"/>
                <a:gd name="T3" fmla="*/ 0 h 16436"/>
                <a:gd name="T4" fmla="*/ 21351 w 21351"/>
                <a:gd name="T5" fmla="*/ 16436 h 16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351" h="16436" fill="none" extrusionOk="0">
                  <a:moveTo>
                    <a:pt x="-1" y="13166"/>
                  </a:moveTo>
                  <a:cubicBezTo>
                    <a:pt x="784" y="8039"/>
                    <a:pt x="3388" y="3365"/>
                    <a:pt x="7336" y="0"/>
                  </a:cubicBezTo>
                </a:path>
                <a:path w="21351" h="16436" stroke="0" extrusionOk="0">
                  <a:moveTo>
                    <a:pt x="-1" y="13166"/>
                  </a:moveTo>
                  <a:cubicBezTo>
                    <a:pt x="784" y="8039"/>
                    <a:pt x="3388" y="3365"/>
                    <a:pt x="7336" y="0"/>
                  </a:cubicBezTo>
                  <a:lnTo>
                    <a:pt x="21351" y="16436"/>
                  </a:lnTo>
                  <a:close/>
                </a:path>
              </a:pathLst>
            </a:custGeom>
            <a:noFill/>
            <a:ln w="57150">
              <a:solidFill>
                <a:schemeClr val="tx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2840" name="Arc 24"/>
            <p:cNvSpPr/>
            <p:nvPr/>
          </p:nvSpPr>
          <p:spPr bwMode="auto">
            <a:xfrm rot="-10638320">
              <a:off x="2328" y="1096"/>
              <a:ext cx="426" cy="606"/>
            </a:xfrm>
            <a:custGeom>
              <a:avLst/>
              <a:gdLst>
                <a:gd name="G0" fmla="+- 21507 0 0"/>
                <a:gd name="G1" fmla="+- 21600 0 0"/>
                <a:gd name="G2" fmla="+- 21600 0 0"/>
                <a:gd name="T0" fmla="*/ 0 w 42863"/>
                <a:gd name="T1" fmla="*/ 19599 h 21600"/>
                <a:gd name="T2" fmla="*/ 42863 w 42863"/>
                <a:gd name="T3" fmla="*/ 18360 h 21600"/>
                <a:gd name="T4" fmla="*/ 21507 w 4286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863" h="21600" fill="none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</a:path>
                <a:path w="42863" h="21600" stroke="0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  <a:lnTo>
                    <a:pt x="21507" y="21600"/>
                  </a:lnTo>
                  <a:close/>
                </a:path>
              </a:pathLst>
            </a:custGeom>
            <a:noFill/>
            <a:ln w="57150">
              <a:solidFill>
                <a:schemeClr val="tx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pSp>
        <p:nvGrpSpPr>
          <p:cNvPr id="162841" name="Group 25"/>
          <p:cNvGrpSpPr/>
          <p:nvPr/>
        </p:nvGrpSpPr>
        <p:grpSpPr>
          <a:xfrm>
            <a:off x="6743700" y="3236913"/>
            <a:ext cx="2011363" cy="714375"/>
            <a:chOff x="1079" y="717"/>
            <a:chExt cx="1905" cy="985"/>
          </a:xfrm>
        </p:grpSpPr>
        <p:sp>
          <p:nvSpPr>
            <p:cNvPr id="162842" name="Arc 26"/>
            <p:cNvSpPr/>
            <p:nvPr/>
          </p:nvSpPr>
          <p:spPr bwMode="auto">
            <a:xfrm>
              <a:off x="1079" y="717"/>
              <a:ext cx="419" cy="609"/>
            </a:xfrm>
            <a:custGeom>
              <a:avLst/>
              <a:gdLst>
                <a:gd name="G0" fmla="+- 20873 0 0"/>
                <a:gd name="G1" fmla="+- 21600 0 0"/>
                <a:gd name="G2" fmla="+- 21600 0 0"/>
                <a:gd name="T0" fmla="*/ 0 w 42229"/>
                <a:gd name="T1" fmla="*/ 16044 h 21600"/>
                <a:gd name="T2" fmla="*/ 42229 w 42229"/>
                <a:gd name="T3" fmla="*/ 18360 h 21600"/>
                <a:gd name="T4" fmla="*/ 20873 w 4222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229" h="21600" fill="none" extrusionOk="0">
                  <a:moveTo>
                    <a:pt x="-1" y="16043"/>
                  </a:moveTo>
                  <a:cubicBezTo>
                    <a:pt x="2517" y="6583"/>
                    <a:pt x="11083" y="-1"/>
                    <a:pt x="20873" y="0"/>
                  </a:cubicBezTo>
                  <a:cubicBezTo>
                    <a:pt x="31551" y="0"/>
                    <a:pt x="40626" y="7802"/>
                    <a:pt x="42228" y="18360"/>
                  </a:cubicBezTo>
                </a:path>
                <a:path w="42229" h="21600" stroke="0" extrusionOk="0">
                  <a:moveTo>
                    <a:pt x="-1" y="16043"/>
                  </a:moveTo>
                  <a:cubicBezTo>
                    <a:pt x="2517" y="6583"/>
                    <a:pt x="11083" y="-1"/>
                    <a:pt x="20873" y="0"/>
                  </a:cubicBezTo>
                  <a:cubicBezTo>
                    <a:pt x="31551" y="0"/>
                    <a:pt x="40626" y="7802"/>
                    <a:pt x="42228" y="18360"/>
                  </a:cubicBezTo>
                  <a:lnTo>
                    <a:pt x="20873" y="2160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2843" name="Arc 27"/>
            <p:cNvSpPr/>
            <p:nvPr/>
          </p:nvSpPr>
          <p:spPr bwMode="auto">
            <a:xfrm rot="-10638320">
              <a:off x="1489" y="1096"/>
              <a:ext cx="426" cy="606"/>
            </a:xfrm>
            <a:custGeom>
              <a:avLst/>
              <a:gdLst>
                <a:gd name="G0" fmla="+- 21507 0 0"/>
                <a:gd name="G1" fmla="+- 21600 0 0"/>
                <a:gd name="G2" fmla="+- 21600 0 0"/>
                <a:gd name="T0" fmla="*/ 0 w 42863"/>
                <a:gd name="T1" fmla="*/ 19599 h 21600"/>
                <a:gd name="T2" fmla="*/ 42863 w 42863"/>
                <a:gd name="T3" fmla="*/ 18360 h 21600"/>
                <a:gd name="T4" fmla="*/ 21507 w 4286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863" h="21600" fill="none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</a:path>
                <a:path w="42863" h="21600" stroke="0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  <a:lnTo>
                    <a:pt x="21507" y="2160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2844" name="Arc 28"/>
            <p:cNvSpPr/>
            <p:nvPr/>
          </p:nvSpPr>
          <p:spPr bwMode="auto">
            <a:xfrm>
              <a:off x="1922" y="717"/>
              <a:ext cx="424" cy="606"/>
            </a:xfrm>
            <a:custGeom>
              <a:avLst/>
              <a:gdLst>
                <a:gd name="G0" fmla="+- 21351 0 0"/>
                <a:gd name="G1" fmla="+- 21600 0 0"/>
                <a:gd name="G2" fmla="+- 21600 0 0"/>
                <a:gd name="T0" fmla="*/ 0 w 42707"/>
                <a:gd name="T1" fmla="*/ 18331 h 21600"/>
                <a:gd name="T2" fmla="*/ 42707 w 42707"/>
                <a:gd name="T3" fmla="*/ 18360 h 21600"/>
                <a:gd name="T4" fmla="*/ 21351 w 42707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707" h="21600" fill="none" extrusionOk="0">
                  <a:moveTo>
                    <a:pt x="-1" y="18330"/>
                  </a:moveTo>
                  <a:cubicBezTo>
                    <a:pt x="1614" y="7786"/>
                    <a:pt x="10683" y="-1"/>
                    <a:pt x="21351" y="0"/>
                  </a:cubicBezTo>
                  <a:cubicBezTo>
                    <a:pt x="32029" y="0"/>
                    <a:pt x="41104" y="7802"/>
                    <a:pt x="42706" y="18360"/>
                  </a:cubicBezTo>
                </a:path>
                <a:path w="42707" h="21600" stroke="0" extrusionOk="0">
                  <a:moveTo>
                    <a:pt x="-1" y="18330"/>
                  </a:moveTo>
                  <a:cubicBezTo>
                    <a:pt x="1614" y="7786"/>
                    <a:pt x="10683" y="-1"/>
                    <a:pt x="21351" y="0"/>
                  </a:cubicBezTo>
                  <a:cubicBezTo>
                    <a:pt x="32029" y="0"/>
                    <a:pt x="41104" y="7802"/>
                    <a:pt x="42706" y="18360"/>
                  </a:cubicBezTo>
                  <a:lnTo>
                    <a:pt x="21351" y="2160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2845" name="Arc 29"/>
            <p:cNvSpPr/>
            <p:nvPr/>
          </p:nvSpPr>
          <p:spPr bwMode="auto">
            <a:xfrm>
              <a:off x="2772" y="864"/>
              <a:ext cx="212" cy="462"/>
            </a:xfrm>
            <a:custGeom>
              <a:avLst/>
              <a:gdLst>
                <a:gd name="G0" fmla="+- 21351 0 0"/>
                <a:gd name="G1" fmla="+- 16436 0 0"/>
                <a:gd name="G2" fmla="+- 21600 0 0"/>
                <a:gd name="T0" fmla="*/ 0 w 21351"/>
                <a:gd name="T1" fmla="*/ 13167 h 16436"/>
                <a:gd name="T2" fmla="*/ 7336 w 21351"/>
                <a:gd name="T3" fmla="*/ 0 h 16436"/>
                <a:gd name="T4" fmla="*/ 21351 w 21351"/>
                <a:gd name="T5" fmla="*/ 16436 h 16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351" h="16436" fill="none" extrusionOk="0">
                  <a:moveTo>
                    <a:pt x="-1" y="13166"/>
                  </a:moveTo>
                  <a:cubicBezTo>
                    <a:pt x="784" y="8039"/>
                    <a:pt x="3388" y="3365"/>
                    <a:pt x="7336" y="0"/>
                  </a:cubicBezTo>
                </a:path>
                <a:path w="21351" h="16436" stroke="0" extrusionOk="0">
                  <a:moveTo>
                    <a:pt x="-1" y="13166"/>
                  </a:moveTo>
                  <a:cubicBezTo>
                    <a:pt x="784" y="8039"/>
                    <a:pt x="3388" y="3365"/>
                    <a:pt x="7336" y="0"/>
                  </a:cubicBezTo>
                  <a:lnTo>
                    <a:pt x="21351" y="16436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2846" name="Arc 30"/>
            <p:cNvSpPr/>
            <p:nvPr/>
          </p:nvSpPr>
          <p:spPr bwMode="auto">
            <a:xfrm rot="-10638320">
              <a:off x="2328" y="1096"/>
              <a:ext cx="426" cy="606"/>
            </a:xfrm>
            <a:custGeom>
              <a:avLst/>
              <a:gdLst>
                <a:gd name="G0" fmla="+- 21507 0 0"/>
                <a:gd name="G1" fmla="+- 21600 0 0"/>
                <a:gd name="G2" fmla="+- 21600 0 0"/>
                <a:gd name="T0" fmla="*/ 0 w 42863"/>
                <a:gd name="T1" fmla="*/ 19599 h 21600"/>
                <a:gd name="T2" fmla="*/ 42863 w 42863"/>
                <a:gd name="T3" fmla="*/ 18360 h 21600"/>
                <a:gd name="T4" fmla="*/ 21507 w 4286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863" h="21600" fill="none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</a:path>
                <a:path w="42863" h="21600" stroke="0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  <a:lnTo>
                    <a:pt x="21507" y="2160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pSp>
        <p:nvGrpSpPr>
          <p:cNvPr id="162847" name="Group 31"/>
          <p:cNvGrpSpPr/>
          <p:nvPr/>
        </p:nvGrpSpPr>
        <p:grpSpPr>
          <a:xfrm>
            <a:off x="6300788" y="3001963"/>
            <a:ext cx="2011362" cy="1201737"/>
            <a:chOff x="1079" y="717"/>
            <a:chExt cx="1905" cy="985"/>
          </a:xfrm>
        </p:grpSpPr>
        <p:sp>
          <p:nvSpPr>
            <p:cNvPr id="162848" name="Arc 32"/>
            <p:cNvSpPr/>
            <p:nvPr/>
          </p:nvSpPr>
          <p:spPr bwMode="auto">
            <a:xfrm>
              <a:off x="1079" y="718"/>
              <a:ext cx="419" cy="605"/>
            </a:xfrm>
            <a:custGeom>
              <a:avLst/>
              <a:gdLst>
                <a:gd name="G0" fmla="+- 20873 0 0"/>
                <a:gd name="G1" fmla="+- 21600 0 0"/>
                <a:gd name="G2" fmla="+- 21600 0 0"/>
                <a:gd name="T0" fmla="*/ 0 w 42229"/>
                <a:gd name="T1" fmla="*/ 16044 h 21600"/>
                <a:gd name="T2" fmla="*/ 42229 w 42229"/>
                <a:gd name="T3" fmla="*/ 18360 h 21600"/>
                <a:gd name="T4" fmla="*/ 20873 w 4222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229" h="21600" fill="none" extrusionOk="0">
                  <a:moveTo>
                    <a:pt x="-1" y="16043"/>
                  </a:moveTo>
                  <a:cubicBezTo>
                    <a:pt x="2517" y="6583"/>
                    <a:pt x="11083" y="-1"/>
                    <a:pt x="20873" y="0"/>
                  </a:cubicBezTo>
                  <a:cubicBezTo>
                    <a:pt x="31551" y="0"/>
                    <a:pt x="40626" y="7802"/>
                    <a:pt x="42228" y="18360"/>
                  </a:cubicBezTo>
                </a:path>
                <a:path w="42229" h="21600" stroke="0" extrusionOk="0">
                  <a:moveTo>
                    <a:pt x="-1" y="16043"/>
                  </a:moveTo>
                  <a:cubicBezTo>
                    <a:pt x="2517" y="6583"/>
                    <a:pt x="11083" y="-1"/>
                    <a:pt x="20873" y="0"/>
                  </a:cubicBezTo>
                  <a:cubicBezTo>
                    <a:pt x="31551" y="0"/>
                    <a:pt x="40626" y="7802"/>
                    <a:pt x="42228" y="18360"/>
                  </a:cubicBezTo>
                  <a:lnTo>
                    <a:pt x="20873" y="21600"/>
                  </a:lnTo>
                  <a:close/>
                </a:path>
              </a:pathLst>
            </a:custGeom>
            <a:noFill/>
            <a:ln w="57150">
              <a:solidFill>
                <a:schemeClr val="tx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2849" name="Arc 33"/>
            <p:cNvSpPr/>
            <p:nvPr/>
          </p:nvSpPr>
          <p:spPr bwMode="auto">
            <a:xfrm rot="-10638320">
              <a:off x="1489" y="1096"/>
              <a:ext cx="426" cy="606"/>
            </a:xfrm>
            <a:custGeom>
              <a:avLst/>
              <a:gdLst>
                <a:gd name="G0" fmla="+- 21507 0 0"/>
                <a:gd name="G1" fmla="+- 21600 0 0"/>
                <a:gd name="G2" fmla="+- 21600 0 0"/>
                <a:gd name="T0" fmla="*/ 0 w 42863"/>
                <a:gd name="T1" fmla="*/ 19599 h 21600"/>
                <a:gd name="T2" fmla="*/ 42863 w 42863"/>
                <a:gd name="T3" fmla="*/ 18360 h 21600"/>
                <a:gd name="T4" fmla="*/ 21507 w 4286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863" h="21600" fill="none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</a:path>
                <a:path w="42863" h="21600" stroke="0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  <a:lnTo>
                    <a:pt x="21507" y="21600"/>
                  </a:lnTo>
                  <a:close/>
                </a:path>
              </a:pathLst>
            </a:custGeom>
            <a:noFill/>
            <a:ln w="57150">
              <a:solidFill>
                <a:schemeClr val="tx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2850" name="Arc 34"/>
            <p:cNvSpPr/>
            <p:nvPr/>
          </p:nvSpPr>
          <p:spPr bwMode="auto">
            <a:xfrm>
              <a:off x="1922" y="717"/>
              <a:ext cx="424" cy="606"/>
            </a:xfrm>
            <a:custGeom>
              <a:avLst/>
              <a:gdLst>
                <a:gd name="G0" fmla="+- 21351 0 0"/>
                <a:gd name="G1" fmla="+- 21600 0 0"/>
                <a:gd name="G2" fmla="+- 21600 0 0"/>
                <a:gd name="T0" fmla="*/ 0 w 42707"/>
                <a:gd name="T1" fmla="*/ 18331 h 21600"/>
                <a:gd name="T2" fmla="*/ 42707 w 42707"/>
                <a:gd name="T3" fmla="*/ 18360 h 21600"/>
                <a:gd name="T4" fmla="*/ 21351 w 42707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707" h="21600" fill="none" extrusionOk="0">
                  <a:moveTo>
                    <a:pt x="-1" y="18330"/>
                  </a:moveTo>
                  <a:cubicBezTo>
                    <a:pt x="1614" y="7786"/>
                    <a:pt x="10683" y="-1"/>
                    <a:pt x="21351" y="0"/>
                  </a:cubicBezTo>
                  <a:cubicBezTo>
                    <a:pt x="32029" y="0"/>
                    <a:pt x="41104" y="7802"/>
                    <a:pt x="42706" y="18360"/>
                  </a:cubicBezTo>
                </a:path>
                <a:path w="42707" h="21600" stroke="0" extrusionOk="0">
                  <a:moveTo>
                    <a:pt x="-1" y="18330"/>
                  </a:moveTo>
                  <a:cubicBezTo>
                    <a:pt x="1614" y="7786"/>
                    <a:pt x="10683" y="-1"/>
                    <a:pt x="21351" y="0"/>
                  </a:cubicBezTo>
                  <a:cubicBezTo>
                    <a:pt x="32029" y="0"/>
                    <a:pt x="41104" y="7802"/>
                    <a:pt x="42706" y="18360"/>
                  </a:cubicBezTo>
                  <a:lnTo>
                    <a:pt x="21351" y="21600"/>
                  </a:lnTo>
                  <a:close/>
                </a:path>
              </a:pathLst>
            </a:custGeom>
            <a:noFill/>
            <a:ln w="57150">
              <a:solidFill>
                <a:schemeClr val="tx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2851" name="Arc 35"/>
            <p:cNvSpPr/>
            <p:nvPr/>
          </p:nvSpPr>
          <p:spPr bwMode="auto">
            <a:xfrm>
              <a:off x="2772" y="864"/>
              <a:ext cx="212" cy="462"/>
            </a:xfrm>
            <a:custGeom>
              <a:avLst/>
              <a:gdLst>
                <a:gd name="G0" fmla="+- 21351 0 0"/>
                <a:gd name="G1" fmla="+- 16436 0 0"/>
                <a:gd name="G2" fmla="+- 21600 0 0"/>
                <a:gd name="T0" fmla="*/ 0 w 21351"/>
                <a:gd name="T1" fmla="*/ 13167 h 16436"/>
                <a:gd name="T2" fmla="*/ 7336 w 21351"/>
                <a:gd name="T3" fmla="*/ 0 h 16436"/>
                <a:gd name="T4" fmla="*/ 21351 w 21351"/>
                <a:gd name="T5" fmla="*/ 16436 h 16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351" h="16436" fill="none" extrusionOk="0">
                  <a:moveTo>
                    <a:pt x="-1" y="13166"/>
                  </a:moveTo>
                  <a:cubicBezTo>
                    <a:pt x="784" y="8039"/>
                    <a:pt x="3388" y="3365"/>
                    <a:pt x="7336" y="0"/>
                  </a:cubicBezTo>
                </a:path>
                <a:path w="21351" h="16436" stroke="0" extrusionOk="0">
                  <a:moveTo>
                    <a:pt x="-1" y="13166"/>
                  </a:moveTo>
                  <a:cubicBezTo>
                    <a:pt x="784" y="8039"/>
                    <a:pt x="3388" y="3365"/>
                    <a:pt x="7336" y="0"/>
                  </a:cubicBezTo>
                  <a:lnTo>
                    <a:pt x="21351" y="16436"/>
                  </a:lnTo>
                  <a:close/>
                </a:path>
              </a:pathLst>
            </a:custGeom>
            <a:noFill/>
            <a:ln w="57150">
              <a:solidFill>
                <a:schemeClr val="tx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2852" name="Arc 36"/>
            <p:cNvSpPr/>
            <p:nvPr/>
          </p:nvSpPr>
          <p:spPr bwMode="auto">
            <a:xfrm rot="-10638320">
              <a:off x="2328" y="1096"/>
              <a:ext cx="426" cy="606"/>
            </a:xfrm>
            <a:custGeom>
              <a:avLst/>
              <a:gdLst>
                <a:gd name="G0" fmla="+- 21507 0 0"/>
                <a:gd name="G1" fmla="+- 21600 0 0"/>
                <a:gd name="G2" fmla="+- 21600 0 0"/>
                <a:gd name="T0" fmla="*/ 0 w 42863"/>
                <a:gd name="T1" fmla="*/ 19599 h 21600"/>
                <a:gd name="T2" fmla="*/ 42863 w 42863"/>
                <a:gd name="T3" fmla="*/ 18360 h 21600"/>
                <a:gd name="T4" fmla="*/ 21507 w 4286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863" h="21600" fill="none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</a:path>
                <a:path w="42863" h="21600" stroke="0" extrusionOk="0">
                  <a:moveTo>
                    <a:pt x="-1" y="19598"/>
                  </a:moveTo>
                  <a:cubicBezTo>
                    <a:pt x="1033" y="8492"/>
                    <a:pt x="10352" y="-1"/>
                    <a:pt x="21507" y="0"/>
                  </a:cubicBezTo>
                  <a:cubicBezTo>
                    <a:pt x="32185" y="0"/>
                    <a:pt x="41260" y="7802"/>
                    <a:pt x="42862" y="18360"/>
                  </a:cubicBezTo>
                  <a:lnTo>
                    <a:pt x="21507" y="21600"/>
                  </a:lnTo>
                  <a:close/>
                </a:path>
              </a:pathLst>
            </a:custGeom>
            <a:noFill/>
            <a:ln w="57150">
              <a:solidFill>
                <a:schemeClr val="tx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pSp>
        <p:nvGrpSpPr>
          <p:cNvPr id="162853" name="Group 37"/>
          <p:cNvGrpSpPr/>
          <p:nvPr/>
        </p:nvGrpSpPr>
        <p:grpSpPr>
          <a:xfrm>
            <a:off x="6253163" y="2260600"/>
            <a:ext cx="3268662" cy="2149475"/>
            <a:chOff x="708" y="2094"/>
            <a:chExt cx="2059" cy="1354"/>
          </a:xfrm>
        </p:grpSpPr>
        <p:sp>
          <p:nvSpPr>
            <p:cNvPr id="162854" name="Line 38"/>
            <p:cNvSpPr>
              <a:spLocks noChangeShapeType="1"/>
            </p:cNvSpPr>
            <p:nvPr/>
          </p:nvSpPr>
          <p:spPr bwMode="auto">
            <a:xfrm flipV="1">
              <a:off x="996" y="2223"/>
              <a:ext cx="0" cy="12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2855" name="Line 39"/>
            <p:cNvSpPr>
              <a:spLocks noChangeShapeType="1"/>
            </p:cNvSpPr>
            <p:nvPr/>
          </p:nvSpPr>
          <p:spPr bwMode="auto">
            <a:xfrm>
              <a:off x="708" y="2930"/>
              <a:ext cx="15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4374" name="Text Box 40"/>
            <p:cNvSpPr txBox="1"/>
            <p:nvPr/>
          </p:nvSpPr>
          <p:spPr>
            <a:xfrm>
              <a:off x="805" y="2913"/>
              <a:ext cx="474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75" name="Text Box 41"/>
            <p:cNvSpPr txBox="1"/>
            <p:nvPr/>
          </p:nvSpPr>
          <p:spPr>
            <a:xfrm>
              <a:off x="1009" y="2094"/>
              <a:ext cx="573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(t)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76" name="Text Box 42"/>
            <p:cNvSpPr txBox="1"/>
            <p:nvPr/>
          </p:nvSpPr>
          <p:spPr>
            <a:xfrm>
              <a:off x="2079" y="2913"/>
              <a:ext cx="688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ωt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2859" name="Text Box 43"/>
          <p:cNvSpPr txBox="1"/>
          <p:nvPr/>
        </p:nvSpPr>
        <p:spPr>
          <a:xfrm>
            <a:off x="228600" y="3200400"/>
            <a:ext cx="2052638" cy="522288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(5). </a:t>
            </a:r>
            <a:r>
              <a:rPr lang="zh-CN" altLang="en-US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注意：</a:t>
            </a:r>
            <a:endParaRPr lang="zh-CN" altLang="en-US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sp>
        <p:nvSpPr>
          <p:cNvPr id="162860" name="Text Box 44"/>
          <p:cNvSpPr txBox="1"/>
          <p:nvPr/>
        </p:nvSpPr>
        <p:spPr>
          <a:xfrm>
            <a:off x="361950" y="3900488"/>
            <a:ext cx="5911850" cy="51911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①  </a:t>
            </a:r>
            <a:r>
              <a:rPr lang="zh-CN" altLang="en-US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同频率的信号才能比较</a:t>
            </a:r>
            <a:endParaRPr lang="zh-CN" altLang="en-US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62861" name="Object 45"/>
          <p:cNvGraphicFramePr>
            <a:graphicFrameLocks noChangeAspect="1"/>
          </p:cNvGraphicFramePr>
          <p:nvPr/>
        </p:nvGraphicFramePr>
        <p:xfrm>
          <a:off x="539750" y="4648200"/>
          <a:ext cx="3979863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5" imgW="1562100" imgH="241300" progId="Equation.3">
                  <p:embed/>
                </p:oleObj>
              </mc:Choice>
              <mc:Fallback>
                <p:oleObj name="" r:id="rId5" imgW="1562100" imgH="2413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4648200"/>
                        <a:ext cx="3979863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62" name="Object 46"/>
          <p:cNvGraphicFramePr>
            <a:graphicFrameLocks noChangeAspect="1"/>
          </p:cNvGraphicFramePr>
          <p:nvPr/>
        </p:nvGraphicFramePr>
        <p:xfrm>
          <a:off x="482600" y="5368925"/>
          <a:ext cx="4271963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7" imgW="1676400" imgH="241300" progId="Equation.3">
                  <p:embed/>
                </p:oleObj>
              </mc:Choice>
              <mc:Fallback>
                <p:oleObj name="" r:id="rId7" imgW="1676400" imgH="2413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82600" y="5368925"/>
                        <a:ext cx="4271963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2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2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2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2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2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2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2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2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2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8" grpId="0"/>
      <p:bldP spid="162822" grpId="0"/>
      <p:bldP spid="162859" grpId="0"/>
      <p:bldP spid="16286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762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②  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同函数的信号才能比较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3844" name="Text Box 4"/>
          <p:cNvSpPr txBox="1"/>
          <p:nvPr/>
        </p:nvSpPr>
        <p:spPr>
          <a:xfrm>
            <a:off x="0" y="2590800"/>
            <a:ext cx="5911850" cy="519113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③  </a:t>
            </a:r>
            <a:r>
              <a:rPr lang="zh-CN" altLang="en-US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同符号的信号才能比较</a:t>
            </a:r>
            <a:endParaRPr lang="zh-CN" altLang="en-US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63845" name="Object 5"/>
          <p:cNvGraphicFramePr>
            <a:graphicFrameLocks noChangeAspect="1"/>
          </p:cNvGraphicFramePr>
          <p:nvPr/>
        </p:nvGraphicFramePr>
        <p:xfrm>
          <a:off x="914400" y="711200"/>
          <a:ext cx="3979863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" imgW="1562100" imgH="241300" progId="Equation.3">
                  <p:embed/>
                </p:oleObj>
              </mc:Choice>
              <mc:Fallback>
                <p:oleObj name="" r:id="rId1" imgW="1562100" imgH="2413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914400" y="711200"/>
                        <a:ext cx="3979863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6" name="Object 6"/>
          <p:cNvGraphicFramePr>
            <a:graphicFrameLocks noChangeAspect="1"/>
          </p:cNvGraphicFramePr>
          <p:nvPr/>
        </p:nvGraphicFramePr>
        <p:xfrm>
          <a:off x="876300" y="1320800"/>
          <a:ext cx="3948113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3" imgW="1548765" imgH="241300" progId="Equation.3">
                  <p:embed/>
                </p:oleObj>
              </mc:Choice>
              <mc:Fallback>
                <p:oleObj name="" r:id="rId3" imgW="1548765" imgH="2413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876300" y="1320800"/>
                        <a:ext cx="3948113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7" name="Object 7"/>
          <p:cNvGraphicFramePr>
            <a:graphicFrameLocks noChangeAspect="1"/>
          </p:cNvGraphicFramePr>
          <p:nvPr/>
        </p:nvGraphicFramePr>
        <p:xfrm>
          <a:off x="342900" y="1941513"/>
          <a:ext cx="5403850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5" imgW="2120900" imgH="241300" progId="Equation.3">
                  <p:embed/>
                </p:oleObj>
              </mc:Choice>
              <mc:Fallback>
                <p:oleObj name="" r:id="rId5" imgW="2120900" imgH="2413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42900" y="1941513"/>
                        <a:ext cx="5403850" cy="611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8" name="Object 8"/>
          <p:cNvGraphicFramePr>
            <a:graphicFrameLocks noChangeAspect="1"/>
          </p:cNvGraphicFramePr>
          <p:nvPr/>
        </p:nvGraphicFramePr>
        <p:xfrm>
          <a:off x="5911850" y="762000"/>
          <a:ext cx="16764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7" imgW="660400" imgH="215900" progId="Equation.3">
                  <p:embed/>
                </p:oleObj>
              </mc:Choice>
              <mc:Fallback>
                <p:oleObj name="" r:id="rId7" imgW="660400" imgH="2159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911850" y="762000"/>
                        <a:ext cx="1676400" cy="544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9" name="Object 9"/>
          <p:cNvGraphicFramePr>
            <a:graphicFrameLocks noChangeAspect="1"/>
          </p:cNvGraphicFramePr>
          <p:nvPr/>
        </p:nvGraphicFramePr>
        <p:xfrm>
          <a:off x="4572000" y="3162300"/>
          <a:ext cx="4271963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9" imgW="1676400" imgH="241300" progId="Equation.3">
                  <p:embed/>
                </p:oleObj>
              </mc:Choice>
              <mc:Fallback>
                <p:oleObj name="" r:id="rId9" imgW="1676400" imgH="2413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572000" y="3162300"/>
                        <a:ext cx="4271963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50" name="Object 10"/>
          <p:cNvGraphicFramePr>
            <a:graphicFrameLocks noChangeAspect="1"/>
          </p:cNvGraphicFramePr>
          <p:nvPr/>
        </p:nvGraphicFramePr>
        <p:xfrm>
          <a:off x="228600" y="3200400"/>
          <a:ext cx="394652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1" imgW="1548765" imgH="241300" progId="Equation.3">
                  <p:embed/>
                </p:oleObj>
              </mc:Choice>
              <mc:Fallback>
                <p:oleObj name="" r:id="rId11" imgW="1548765" imgH="2413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28600" y="3200400"/>
                        <a:ext cx="3946525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51" name="Object 11"/>
          <p:cNvGraphicFramePr>
            <a:graphicFrameLocks noChangeAspect="1"/>
          </p:cNvGraphicFramePr>
          <p:nvPr/>
        </p:nvGraphicFramePr>
        <p:xfrm>
          <a:off x="434975" y="5484813"/>
          <a:ext cx="5567363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13" imgW="2184400" imgH="241300" progId="Equation.3">
                  <p:embed/>
                </p:oleObj>
              </mc:Choice>
              <mc:Fallback>
                <p:oleObj name="" r:id="rId13" imgW="2184400" imgH="2413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14">
                        <a:lum bright="84000"/>
                      </a:blip>
                      <a:stretch>
                        <a:fillRect/>
                      </a:stretch>
                    </p:blipFill>
                    <p:spPr>
                      <a:xfrm>
                        <a:off x="434975" y="5484813"/>
                        <a:ext cx="5567363" cy="611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52" name="Text Box 12"/>
          <p:cNvSpPr txBox="1"/>
          <p:nvPr/>
        </p:nvSpPr>
        <p:spPr>
          <a:xfrm>
            <a:off x="339725" y="3832225"/>
            <a:ext cx="5541963" cy="519113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负号表示反相，即相差</a:t>
            </a:r>
            <a:r>
              <a:rPr lang="en-US" altLang="zh-CN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±180 </a:t>
            </a:r>
            <a:r>
              <a:rPr lang="en-US" altLang="zh-CN" baseline="3000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0</a:t>
            </a:r>
            <a:endParaRPr lang="en-US" altLang="zh-CN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sp>
        <p:nvSpPr>
          <p:cNvPr id="163853" name="Text Box 13"/>
          <p:cNvSpPr txBox="1"/>
          <p:nvPr/>
        </p:nvSpPr>
        <p:spPr>
          <a:xfrm>
            <a:off x="323850" y="4351338"/>
            <a:ext cx="5557838" cy="51911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若原相位为负，即相差</a:t>
            </a:r>
            <a:r>
              <a:rPr lang="en-US" altLang="zh-CN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+180 </a:t>
            </a:r>
            <a:r>
              <a:rPr lang="en-US" altLang="zh-CN" baseline="3000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0</a:t>
            </a:r>
            <a:endParaRPr lang="en-US" altLang="zh-CN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sp>
        <p:nvSpPr>
          <p:cNvPr id="163854" name="Text Box 14"/>
          <p:cNvSpPr txBox="1"/>
          <p:nvPr/>
        </p:nvSpPr>
        <p:spPr>
          <a:xfrm>
            <a:off x="304800" y="4965700"/>
            <a:ext cx="5557838" cy="519113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若原相位为正，即相差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180 </a:t>
            </a:r>
            <a:r>
              <a:rPr lang="en-US" altLang="zh-CN" baseline="3000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0</a:t>
            </a:r>
            <a:endParaRPr lang="en-US" altLang="zh-CN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63855" name="Object 15"/>
          <p:cNvGraphicFramePr>
            <a:graphicFrameLocks noChangeAspect="1"/>
          </p:cNvGraphicFramePr>
          <p:nvPr/>
        </p:nvGraphicFramePr>
        <p:xfrm>
          <a:off x="6096000" y="3962400"/>
          <a:ext cx="17526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5" imgW="660400" imgH="215900" progId="Equation.3">
                  <p:embed/>
                </p:oleObj>
              </mc:Choice>
              <mc:Fallback>
                <p:oleObj name="" r:id="rId15" imgW="660400" imgH="2159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1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096000" y="3962400"/>
                        <a:ext cx="1752600" cy="569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59" name="Object 19"/>
          <p:cNvGraphicFramePr>
            <a:graphicFrameLocks noGrp="1" noChangeAspect="1"/>
          </p:cNvGraphicFramePr>
          <p:nvPr>
            <p:ph idx="1"/>
          </p:nvPr>
        </p:nvGraphicFramePr>
        <p:xfrm>
          <a:off x="6477000" y="1447800"/>
          <a:ext cx="2209800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17" imgW="1330960" imgH="631825" progId="Equation.3">
                  <p:embed/>
                </p:oleObj>
              </mc:Choice>
              <mc:Fallback>
                <p:oleObj name="" r:id="rId17" imgW="1330960" imgH="631825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77000" y="1447800"/>
                        <a:ext cx="2209800" cy="1090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61" name="Object 21"/>
          <p:cNvGraphicFramePr>
            <a:graphicFrameLocks noChangeAspect="1"/>
          </p:cNvGraphicFramePr>
          <p:nvPr/>
        </p:nvGraphicFramePr>
        <p:xfrm>
          <a:off x="6464300" y="4572000"/>
          <a:ext cx="2503488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9" imgW="1066800" imgH="482600" progId="Equation.3">
                  <p:embed/>
                </p:oleObj>
              </mc:Choice>
              <mc:Fallback>
                <p:oleObj name="" r:id="rId19" imgW="1066800" imgH="4826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464300" y="4572000"/>
                        <a:ext cx="2503488" cy="1201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3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63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3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3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3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3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3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3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3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2" grpId="0"/>
      <p:bldP spid="163844" grpId="0"/>
      <p:bldP spid="163852" grpId="0"/>
      <p:bldP spid="163853" grpId="0"/>
      <p:bldP spid="16385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8229600" cy="7127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正弦量的有效值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64868" name="Text Box 4"/>
          <p:cNvSpPr txBox="1"/>
          <p:nvPr/>
        </p:nvSpPr>
        <p:spPr>
          <a:xfrm>
            <a:off x="0" y="609600"/>
            <a:ext cx="47244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400" b="0" dirty="0">
                <a:latin typeface="微软雅黑" panose="020B0503020204020204" charset="-122"/>
                <a:ea typeface="微软雅黑" panose="020B0503020204020204" charset="-122"/>
              </a:rPr>
              <a:t>有效值的定义：</a:t>
            </a:r>
            <a:endParaRPr lang="zh-CN" altLang="en-US" sz="2400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4869" name="Group 5"/>
          <p:cNvGrpSpPr/>
          <p:nvPr/>
        </p:nvGrpSpPr>
        <p:grpSpPr>
          <a:xfrm>
            <a:off x="533400" y="2905125"/>
            <a:ext cx="2133600" cy="1741488"/>
            <a:chOff x="384" y="2409"/>
            <a:chExt cx="1344" cy="1097"/>
          </a:xfrm>
        </p:grpSpPr>
        <p:sp>
          <p:nvSpPr>
            <p:cNvPr id="164870" name="Line 6"/>
            <p:cNvSpPr>
              <a:spLocks noChangeShapeType="1"/>
            </p:cNvSpPr>
            <p:nvPr/>
          </p:nvSpPr>
          <p:spPr bwMode="auto">
            <a:xfrm>
              <a:off x="1248" y="3046"/>
              <a:ext cx="0" cy="458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4871" name="Line 7"/>
            <p:cNvSpPr>
              <a:spLocks noChangeShapeType="1"/>
            </p:cNvSpPr>
            <p:nvPr/>
          </p:nvSpPr>
          <p:spPr bwMode="auto">
            <a:xfrm flipV="1">
              <a:off x="672" y="2504"/>
              <a:ext cx="0" cy="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4872" name="Line 8"/>
            <p:cNvSpPr>
              <a:spLocks noChangeShapeType="1"/>
            </p:cNvSpPr>
            <p:nvPr/>
          </p:nvSpPr>
          <p:spPr bwMode="auto">
            <a:xfrm>
              <a:off x="584" y="2993"/>
              <a:ext cx="9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391" name="Text Box 9"/>
            <p:cNvSpPr txBox="1"/>
            <p:nvPr/>
          </p:nvSpPr>
          <p:spPr>
            <a:xfrm>
              <a:off x="480" y="2977"/>
              <a:ext cx="293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92" name="Text Box 10"/>
            <p:cNvSpPr txBox="1"/>
            <p:nvPr/>
          </p:nvSpPr>
          <p:spPr>
            <a:xfrm>
              <a:off x="699" y="2409"/>
              <a:ext cx="59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93" name="Text Box 11"/>
            <p:cNvSpPr txBox="1"/>
            <p:nvPr/>
          </p:nvSpPr>
          <p:spPr>
            <a:xfrm>
              <a:off x="1494" y="2977"/>
              <a:ext cx="234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876" name="Line 12"/>
            <p:cNvSpPr>
              <a:spLocks noChangeShapeType="1"/>
            </p:cNvSpPr>
            <p:nvPr/>
          </p:nvSpPr>
          <p:spPr bwMode="auto">
            <a:xfrm>
              <a:off x="384" y="3312"/>
              <a:ext cx="3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4877" name="Line 13"/>
            <p:cNvSpPr>
              <a:spLocks noChangeShapeType="1"/>
            </p:cNvSpPr>
            <p:nvPr/>
          </p:nvSpPr>
          <p:spPr bwMode="auto">
            <a:xfrm flipH="1">
              <a:off x="1296" y="3322"/>
              <a:ext cx="38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grpSp>
          <p:nvGrpSpPr>
            <p:cNvPr id="16396" name="Group 14"/>
            <p:cNvGrpSpPr/>
            <p:nvPr/>
          </p:nvGrpSpPr>
          <p:grpSpPr>
            <a:xfrm>
              <a:off x="672" y="2736"/>
              <a:ext cx="576" cy="479"/>
              <a:chOff x="3504" y="1681"/>
              <a:chExt cx="836" cy="984"/>
            </a:xfrm>
          </p:grpSpPr>
          <p:sp>
            <p:nvSpPr>
              <p:cNvPr id="164879" name="Arc 15"/>
              <p:cNvSpPr/>
              <p:nvPr/>
            </p:nvSpPr>
            <p:spPr bwMode="auto">
              <a:xfrm>
                <a:off x="3504" y="1681"/>
                <a:ext cx="419" cy="606"/>
              </a:xfrm>
              <a:custGeom>
                <a:avLst/>
                <a:gdLst>
                  <a:gd name="G0" fmla="+- 20873 0 0"/>
                  <a:gd name="G1" fmla="+- 21600 0 0"/>
                  <a:gd name="G2" fmla="+- 21600 0 0"/>
                  <a:gd name="T0" fmla="*/ 0 w 42229"/>
                  <a:gd name="T1" fmla="*/ 16044 h 21600"/>
                  <a:gd name="T2" fmla="*/ 42229 w 42229"/>
                  <a:gd name="T3" fmla="*/ 18360 h 21600"/>
                  <a:gd name="T4" fmla="*/ 20873 w 42229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229" h="21600" fill="none" extrusionOk="0">
                    <a:moveTo>
                      <a:pt x="-1" y="16043"/>
                    </a:moveTo>
                    <a:cubicBezTo>
                      <a:pt x="2517" y="6583"/>
                      <a:pt x="11083" y="-1"/>
                      <a:pt x="20873" y="0"/>
                    </a:cubicBezTo>
                    <a:cubicBezTo>
                      <a:pt x="31551" y="0"/>
                      <a:pt x="40626" y="7802"/>
                      <a:pt x="42228" y="18360"/>
                    </a:cubicBezTo>
                  </a:path>
                  <a:path w="42229" h="21600" stroke="0" extrusionOk="0">
                    <a:moveTo>
                      <a:pt x="-1" y="16043"/>
                    </a:moveTo>
                    <a:cubicBezTo>
                      <a:pt x="2517" y="6583"/>
                      <a:pt x="11083" y="-1"/>
                      <a:pt x="20873" y="0"/>
                    </a:cubicBezTo>
                    <a:cubicBezTo>
                      <a:pt x="31551" y="0"/>
                      <a:pt x="40626" y="7802"/>
                      <a:pt x="42228" y="18360"/>
                    </a:cubicBezTo>
                    <a:lnTo>
                      <a:pt x="20873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164880" name="Arc 16"/>
              <p:cNvSpPr/>
              <p:nvPr/>
            </p:nvSpPr>
            <p:spPr bwMode="auto">
              <a:xfrm rot="-10638320">
                <a:off x="3915" y="2059"/>
                <a:ext cx="425" cy="606"/>
              </a:xfrm>
              <a:custGeom>
                <a:avLst/>
                <a:gdLst>
                  <a:gd name="G0" fmla="+- 21507 0 0"/>
                  <a:gd name="G1" fmla="+- 21600 0 0"/>
                  <a:gd name="G2" fmla="+- 21600 0 0"/>
                  <a:gd name="T0" fmla="*/ 0 w 42863"/>
                  <a:gd name="T1" fmla="*/ 19599 h 21600"/>
                  <a:gd name="T2" fmla="*/ 42863 w 42863"/>
                  <a:gd name="T3" fmla="*/ 18360 h 21600"/>
                  <a:gd name="T4" fmla="*/ 21507 w 42863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863" h="21600" fill="none" extrusionOk="0">
                    <a:moveTo>
                      <a:pt x="-1" y="19598"/>
                    </a:moveTo>
                    <a:cubicBezTo>
                      <a:pt x="1033" y="8492"/>
                      <a:pt x="10352" y="-1"/>
                      <a:pt x="21507" y="0"/>
                    </a:cubicBezTo>
                    <a:cubicBezTo>
                      <a:pt x="32185" y="0"/>
                      <a:pt x="41260" y="7802"/>
                      <a:pt x="42862" y="18360"/>
                    </a:cubicBezTo>
                  </a:path>
                  <a:path w="42863" h="21600" stroke="0" extrusionOk="0">
                    <a:moveTo>
                      <a:pt x="-1" y="19598"/>
                    </a:moveTo>
                    <a:cubicBezTo>
                      <a:pt x="1033" y="8492"/>
                      <a:pt x="10352" y="-1"/>
                      <a:pt x="21507" y="0"/>
                    </a:cubicBezTo>
                    <a:cubicBezTo>
                      <a:pt x="32185" y="0"/>
                      <a:pt x="41260" y="7802"/>
                      <a:pt x="42862" y="18360"/>
                    </a:cubicBezTo>
                    <a:lnTo>
                      <a:pt x="21507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  <p:sp>
          <p:nvSpPr>
            <p:cNvPr id="16399" name="Text Box 17"/>
            <p:cNvSpPr txBox="1"/>
            <p:nvPr/>
          </p:nvSpPr>
          <p:spPr>
            <a:xfrm>
              <a:off x="864" y="3216"/>
              <a:ext cx="52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4882" name="Group 18"/>
          <p:cNvGrpSpPr/>
          <p:nvPr/>
        </p:nvGrpSpPr>
        <p:grpSpPr>
          <a:xfrm>
            <a:off x="685800" y="4810125"/>
            <a:ext cx="1981200" cy="1441450"/>
            <a:chOff x="576" y="2544"/>
            <a:chExt cx="1248" cy="908"/>
          </a:xfrm>
        </p:grpSpPr>
        <p:grpSp>
          <p:nvGrpSpPr>
            <p:cNvPr id="16401" name="Group 19"/>
            <p:cNvGrpSpPr/>
            <p:nvPr/>
          </p:nvGrpSpPr>
          <p:grpSpPr>
            <a:xfrm>
              <a:off x="576" y="2544"/>
              <a:ext cx="1248" cy="908"/>
              <a:chOff x="2496" y="2505"/>
              <a:chExt cx="1248" cy="908"/>
            </a:xfrm>
          </p:grpSpPr>
          <p:sp>
            <p:nvSpPr>
              <p:cNvPr id="164884" name="Line 20"/>
              <p:cNvSpPr>
                <a:spLocks noChangeShapeType="1"/>
              </p:cNvSpPr>
              <p:nvPr/>
            </p:nvSpPr>
            <p:spPr bwMode="auto">
              <a:xfrm flipV="1">
                <a:off x="2688" y="2648"/>
                <a:ext cx="0" cy="76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164885" name="Line 21"/>
              <p:cNvSpPr>
                <a:spLocks noChangeShapeType="1"/>
              </p:cNvSpPr>
              <p:nvPr/>
            </p:nvSpPr>
            <p:spPr bwMode="auto">
              <a:xfrm>
                <a:off x="2600" y="3100"/>
                <a:ext cx="94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16404" name="Text Box 22"/>
              <p:cNvSpPr txBox="1"/>
              <p:nvPr/>
            </p:nvSpPr>
            <p:spPr>
              <a:xfrm>
                <a:off x="2496" y="3084"/>
                <a:ext cx="293" cy="29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05" name="Text Box 23"/>
              <p:cNvSpPr txBox="1"/>
              <p:nvPr/>
            </p:nvSpPr>
            <p:spPr>
              <a:xfrm>
                <a:off x="2715" y="2505"/>
                <a:ext cx="597" cy="29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06" name="Text Box 24"/>
              <p:cNvSpPr txBox="1"/>
              <p:nvPr/>
            </p:nvSpPr>
            <p:spPr>
              <a:xfrm>
                <a:off x="3510" y="3084"/>
                <a:ext cx="234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64889" name="Line 25"/>
            <p:cNvSpPr>
              <a:spLocks noChangeShapeType="1"/>
            </p:cNvSpPr>
            <p:nvPr/>
          </p:nvSpPr>
          <p:spPr bwMode="auto">
            <a:xfrm>
              <a:off x="768" y="2880"/>
              <a:ext cx="72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pSp>
        <p:nvGrpSpPr>
          <p:cNvPr id="164890" name="Group 26"/>
          <p:cNvGrpSpPr/>
          <p:nvPr/>
        </p:nvGrpSpPr>
        <p:grpSpPr>
          <a:xfrm>
            <a:off x="3581400" y="2895600"/>
            <a:ext cx="1143000" cy="1600200"/>
            <a:chOff x="4704" y="1161"/>
            <a:chExt cx="720" cy="1095"/>
          </a:xfrm>
        </p:grpSpPr>
        <p:sp>
          <p:nvSpPr>
            <p:cNvPr id="164891" name="Rectangle 27"/>
            <p:cNvSpPr>
              <a:spLocks noChangeArrowheads="1"/>
            </p:cNvSpPr>
            <p:nvPr/>
          </p:nvSpPr>
          <p:spPr bwMode="auto">
            <a:xfrm>
              <a:off x="5088" y="1692"/>
              <a:ext cx="96" cy="22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4892" name="Line 28"/>
            <p:cNvSpPr>
              <a:spLocks noChangeShapeType="1"/>
            </p:cNvSpPr>
            <p:nvPr/>
          </p:nvSpPr>
          <p:spPr bwMode="auto">
            <a:xfrm>
              <a:off x="5136" y="1929"/>
              <a:ext cx="0" cy="27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411" name="Text Box 29"/>
            <p:cNvSpPr txBox="1"/>
            <p:nvPr/>
          </p:nvSpPr>
          <p:spPr>
            <a:xfrm>
              <a:off x="5184" y="1632"/>
              <a:ext cx="240" cy="31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2" name="Text Box 30"/>
            <p:cNvSpPr txBox="1"/>
            <p:nvPr/>
          </p:nvSpPr>
          <p:spPr>
            <a:xfrm>
              <a:off x="4896" y="1161"/>
              <a:ext cx="192" cy="35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895" name="Line 31"/>
            <p:cNvSpPr>
              <a:spLocks noChangeShapeType="1"/>
            </p:cNvSpPr>
            <p:nvPr/>
          </p:nvSpPr>
          <p:spPr bwMode="auto">
            <a:xfrm flipV="1">
              <a:off x="5136" y="1488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4896" name="Line 32"/>
            <p:cNvSpPr>
              <a:spLocks noChangeShapeType="1"/>
            </p:cNvSpPr>
            <p:nvPr/>
          </p:nvSpPr>
          <p:spPr bwMode="auto">
            <a:xfrm flipH="1">
              <a:off x="4800" y="1488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4897" name="Line 33"/>
            <p:cNvSpPr>
              <a:spLocks noChangeShapeType="1"/>
            </p:cNvSpPr>
            <p:nvPr/>
          </p:nvSpPr>
          <p:spPr bwMode="auto">
            <a:xfrm flipH="1">
              <a:off x="4800" y="2208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4898" name="Oval 34"/>
            <p:cNvSpPr>
              <a:spLocks noChangeArrowheads="1"/>
            </p:cNvSpPr>
            <p:nvPr/>
          </p:nvSpPr>
          <p:spPr bwMode="auto">
            <a:xfrm>
              <a:off x="4704" y="2160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4899" name="Oval 35"/>
            <p:cNvSpPr>
              <a:spLocks noChangeArrowheads="1"/>
            </p:cNvSpPr>
            <p:nvPr/>
          </p:nvSpPr>
          <p:spPr bwMode="auto">
            <a:xfrm>
              <a:off x="4704" y="1440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4900" name="Line 36"/>
            <p:cNvSpPr>
              <a:spLocks noChangeShapeType="1"/>
            </p:cNvSpPr>
            <p:nvPr/>
          </p:nvSpPr>
          <p:spPr bwMode="auto">
            <a:xfrm>
              <a:off x="4944" y="1488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pSp>
        <p:nvGrpSpPr>
          <p:cNvPr id="164901" name="Group 37"/>
          <p:cNvGrpSpPr/>
          <p:nvPr/>
        </p:nvGrpSpPr>
        <p:grpSpPr>
          <a:xfrm>
            <a:off x="3581400" y="4572000"/>
            <a:ext cx="1143000" cy="1600200"/>
            <a:chOff x="4704" y="1161"/>
            <a:chExt cx="720" cy="1095"/>
          </a:xfrm>
        </p:grpSpPr>
        <p:sp>
          <p:nvSpPr>
            <p:cNvPr id="164902" name="Rectangle 38"/>
            <p:cNvSpPr>
              <a:spLocks noChangeArrowheads="1"/>
            </p:cNvSpPr>
            <p:nvPr/>
          </p:nvSpPr>
          <p:spPr bwMode="auto">
            <a:xfrm>
              <a:off x="5088" y="1692"/>
              <a:ext cx="96" cy="22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4903" name="Line 39"/>
            <p:cNvSpPr>
              <a:spLocks noChangeShapeType="1"/>
            </p:cNvSpPr>
            <p:nvPr/>
          </p:nvSpPr>
          <p:spPr bwMode="auto">
            <a:xfrm>
              <a:off x="5136" y="1929"/>
              <a:ext cx="0" cy="27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422" name="Text Box 40"/>
            <p:cNvSpPr txBox="1"/>
            <p:nvPr/>
          </p:nvSpPr>
          <p:spPr>
            <a:xfrm>
              <a:off x="5184" y="1632"/>
              <a:ext cx="240" cy="31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23" name="Text Box 41"/>
            <p:cNvSpPr txBox="1"/>
            <p:nvPr/>
          </p:nvSpPr>
          <p:spPr>
            <a:xfrm>
              <a:off x="4896" y="1161"/>
              <a:ext cx="192" cy="35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906" name="Line 42"/>
            <p:cNvSpPr>
              <a:spLocks noChangeShapeType="1"/>
            </p:cNvSpPr>
            <p:nvPr/>
          </p:nvSpPr>
          <p:spPr bwMode="auto">
            <a:xfrm flipV="1">
              <a:off x="5136" y="1488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4907" name="Line 43"/>
            <p:cNvSpPr>
              <a:spLocks noChangeShapeType="1"/>
            </p:cNvSpPr>
            <p:nvPr/>
          </p:nvSpPr>
          <p:spPr bwMode="auto">
            <a:xfrm flipH="1">
              <a:off x="4800" y="1488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4908" name="Line 44"/>
            <p:cNvSpPr>
              <a:spLocks noChangeShapeType="1"/>
            </p:cNvSpPr>
            <p:nvPr/>
          </p:nvSpPr>
          <p:spPr bwMode="auto">
            <a:xfrm flipH="1">
              <a:off x="4800" y="2208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4909" name="Oval 45"/>
            <p:cNvSpPr>
              <a:spLocks noChangeArrowheads="1"/>
            </p:cNvSpPr>
            <p:nvPr/>
          </p:nvSpPr>
          <p:spPr bwMode="auto">
            <a:xfrm>
              <a:off x="4704" y="2160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4910" name="Oval 46"/>
            <p:cNvSpPr>
              <a:spLocks noChangeArrowheads="1"/>
            </p:cNvSpPr>
            <p:nvPr/>
          </p:nvSpPr>
          <p:spPr bwMode="auto">
            <a:xfrm>
              <a:off x="4704" y="1440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64911" name="Line 47"/>
            <p:cNvSpPr>
              <a:spLocks noChangeShapeType="1"/>
            </p:cNvSpPr>
            <p:nvPr/>
          </p:nvSpPr>
          <p:spPr bwMode="auto">
            <a:xfrm>
              <a:off x="4944" y="1488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sp>
        <p:nvSpPr>
          <p:cNvPr id="164920" name="Text Box 56"/>
          <p:cNvSpPr txBox="1"/>
          <p:nvPr/>
        </p:nvSpPr>
        <p:spPr>
          <a:xfrm>
            <a:off x="228600" y="1143000"/>
            <a:ext cx="8915400" cy="16319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方正行楷简体" pitchFamily="2" charset="-122"/>
                <a:ea typeface="宋体" panose="02010600030101010101" pitchFamily="2" charset="-122"/>
              </a:rPr>
              <a:t>        </a:t>
            </a:r>
            <a:r>
              <a:rPr lang="zh-CN" altLang="en-US" sz="2400" b="0" dirty="0">
                <a:latin typeface="微软雅黑" panose="020B0503020204020204" charset="-122"/>
                <a:ea typeface="微软雅黑" panose="020B0503020204020204" charset="-122"/>
              </a:rPr>
              <a:t>工程中常将周期电流 </a:t>
            </a:r>
            <a:r>
              <a:rPr lang="en-US" altLang="zh-CN" sz="2400" b="0" dirty="0"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zh-CN" altLang="en-US" sz="2400" b="0" dirty="0">
                <a:latin typeface="微软雅黑" panose="020B0503020204020204" charset="-122"/>
                <a:ea typeface="微软雅黑" panose="020B0503020204020204" charset="-122"/>
              </a:rPr>
              <a:t>（或电压</a:t>
            </a:r>
            <a:r>
              <a:rPr lang="en-US" altLang="zh-CN" sz="2400" b="0" dirty="0">
                <a:latin typeface="微软雅黑" panose="020B0503020204020204" charset="-122"/>
                <a:ea typeface="微软雅黑" panose="020B0503020204020204" charset="-122"/>
              </a:rPr>
              <a:t>u</a:t>
            </a:r>
            <a:r>
              <a:rPr lang="zh-CN" altLang="en-US" sz="2400" b="0" dirty="0">
                <a:latin typeface="微软雅黑" panose="020B0503020204020204" charset="-122"/>
                <a:ea typeface="微软雅黑" panose="020B0503020204020204" charset="-122"/>
              </a:rPr>
              <a:t>）在一个周期内的平均效应换算为在效应上与之相等的直流量，以平衡和比较周期电流</a:t>
            </a:r>
            <a:r>
              <a:rPr lang="en-US" altLang="zh-CN" sz="2400" b="0" dirty="0"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zh-CN" altLang="en-US" sz="2400" b="0" dirty="0">
                <a:latin typeface="微软雅黑" panose="020B0503020204020204" charset="-122"/>
                <a:ea typeface="微软雅黑" panose="020B0503020204020204" charset="-122"/>
              </a:rPr>
              <a:t>（或电压</a:t>
            </a:r>
            <a:r>
              <a:rPr lang="en-US" altLang="zh-CN" sz="2400" b="0" dirty="0">
                <a:latin typeface="微软雅黑" panose="020B0503020204020204" charset="-122"/>
                <a:ea typeface="微软雅黑" panose="020B0503020204020204" charset="-122"/>
              </a:rPr>
              <a:t>u</a:t>
            </a:r>
            <a:r>
              <a:rPr lang="zh-CN" altLang="en-US" sz="2400" b="0" dirty="0">
                <a:latin typeface="微软雅黑" panose="020B0503020204020204" charset="-122"/>
                <a:ea typeface="微软雅黑" panose="020B0503020204020204" charset="-122"/>
              </a:rPr>
              <a:t>）的效应，这一直流量称为周期量 </a:t>
            </a:r>
            <a:r>
              <a:rPr lang="en-US" altLang="zh-CN" sz="2400" b="0" dirty="0"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zh-CN" altLang="en-US" sz="2400" b="0" dirty="0">
                <a:latin typeface="微软雅黑" panose="020B0503020204020204" charset="-122"/>
                <a:ea typeface="微软雅黑" panose="020B0503020204020204" charset="-122"/>
              </a:rPr>
              <a:t>（或电压</a:t>
            </a:r>
            <a:r>
              <a:rPr lang="en-US" altLang="zh-CN" sz="2400" b="0" dirty="0">
                <a:latin typeface="微软雅黑" panose="020B0503020204020204" charset="-122"/>
                <a:ea typeface="微软雅黑" panose="020B0503020204020204" charset="-122"/>
              </a:rPr>
              <a:t>u</a:t>
            </a:r>
            <a:r>
              <a:rPr lang="zh-CN" altLang="en-US" sz="2400" b="0" dirty="0">
                <a:latin typeface="微软雅黑" panose="020B0503020204020204" charset="-122"/>
                <a:ea typeface="微软雅黑" panose="020B0503020204020204" charset="-122"/>
              </a:rPr>
              <a:t>）的有效值，用相应的大写字母 </a:t>
            </a:r>
            <a:r>
              <a:rPr lang="en-US" altLang="zh-CN" sz="2400" b="0" dirty="0"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zh-CN" altLang="en-US" sz="2400" b="0" dirty="0">
                <a:latin typeface="微软雅黑" panose="020B0503020204020204" charset="-122"/>
                <a:ea typeface="微软雅黑" panose="020B0503020204020204" charset="-122"/>
              </a:rPr>
              <a:t>（或电压</a:t>
            </a:r>
            <a:r>
              <a:rPr lang="en-US" altLang="zh-CN" sz="2400" b="0" dirty="0">
                <a:latin typeface="微软雅黑" panose="020B0503020204020204" charset="-122"/>
                <a:ea typeface="微软雅黑" panose="020B0503020204020204" charset="-122"/>
              </a:rPr>
              <a:t>U</a:t>
            </a:r>
            <a:r>
              <a:rPr lang="zh-CN" altLang="en-US" sz="2400" b="0" dirty="0">
                <a:latin typeface="微软雅黑" panose="020B0503020204020204" charset="-122"/>
                <a:ea typeface="微软雅黑" panose="020B0503020204020204" charset="-122"/>
              </a:rPr>
              <a:t>）表示。</a:t>
            </a:r>
            <a:endParaRPr lang="zh-CN" altLang="en-US" sz="2400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921" name="Line 57"/>
          <p:cNvSpPr>
            <a:spLocks noChangeShapeType="1"/>
          </p:cNvSpPr>
          <p:nvPr/>
        </p:nvSpPr>
        <p:spPr bwMode="auto">
          <a:xfrm>
            <a:off x="1905000" y="4800600"/>
            <a:ext cx="0" cy="9906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4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4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4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4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64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6" grpId="0"/>
      <p:bldP spid="164868" grpId="0"/>
      <p:bldP spid="1649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8229600" cy="7127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二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.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正弦量的有效值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7410" name="Text Box 3"/>
          <p:cNvSpPr txBox="1"/>
          <p:nvPr/>
        </p:nvSpPr>
        <p:spPr>
          <a:xfrm>
            <a:off x="0" y="609600"/>
            <a:ext cx="47244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有效值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的定义：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7411" name="Group 4"/>
          <p:cNvGrpSpPr/>
          <p:nvPr/>
        </p:nvGrpSpPr>
        <p:grpSpPr>
          <a:xfrm>
            <a:off x="152400" y="1152525"/>
            <a:ext cx="2133600" cy="1741488"/>
            <a:chOff x="384" y="2409"/>
            <a:chExt cx="1344" cy="1097"/>
          </a:xfrm>
        </p:grpSpPr>
        <p:sp>
          <p:nvSpPr>
            <p:cNvPr id="232453" name="Line 5"/>
            <p:cNvSpPr>
              <a:spLocks noChangeShapeType="1"/>
            </p:cNvSpPr>
            <p:nvPr/>
          </p:nvSpPr>
          <p:spPr bwMode="auto">
            <a:xfrm>
              <a:off x="1248" y="3046"/>
              <a:ext cx="0" cy="458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32454" name="Line 6"/>
            <p:cNvSpPr>
              <a:spLocks noChangeShapeType="1"/>
            </p:cNvSpPr>
            <p:nvPr/>
          </p:nvSpPr>
          <p:spPr bwMode="auto">
            <a:xfrm flipV="1">
              <a:off x="672" y="2504"/>
              <a:ext cx="0" cy="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32455" name="Line 7"/>
            <p:cNvSpPr>
              <a:spLocks noChangeShapeType="1"/>
            </p:cNvSpPr>
            <p:nvPr/>
          </p:nvSpPr>
          <p:spPr bwMode="auto">
            <a:xfrm>
              <a:off x="584" y="2993"/>
              <a:ext cx="9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415" name="Text Box 8"/>
            <p:cNvSpPr txBox="1"/>
            <p:nvPr/>
          </p:nvSpPr>
          <p:spPr>
            <a:xfrm>
              <a:off x="480" y="2977"/>
              <a:ext cx="293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16" name="Text Box 9"/>
            <p:cNvSpPr txBox="1"/>
            <p:nvPr/>
          </p:nvSpPr>
          <p:spPr>
            <a:xfrm>
              <a:off x="699" y="2409"/>
              <a:ext cx="59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17" name="Text Box 10"/>
            <p:cNvSpPr txBox="1"/>
            <p:nvPr/>
          </p:nvSpPr>
          <p:spPr>
            <a:xfrm>
              <a:off x="1494" y="2977"/>
              <a:ext cx="234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2459" name="Line 11"/>
            <p:cNvSpPr>
              <a:spLocks noChangeShapeType="1"/>
            </p:cNvSpPr>
            <p:nvPr/>
          </p:nvSpPr>
          <p:spPr bwMode="auto">
            <a:xfrm>
              <a:off x="384" y="3312"/>
              <a:ext cx="3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32460" name="Line 12"/>
            <p:cNvSpPr>
              <a:spLocks noChangeShapeType="1"/>
            </p:cNvSpPr>
            <p:nvPr/>
          </p:nvSpPr>
          <p:spPr bwMode="auto">
            <a:xfrm flipH="1">
              <a:off x="1296" y="3322"/>
              <a:ext cx="38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grpSp>
          <p:nvGrpSpPr>
            <p:cNvPr id="17420" name="Group 13"/>
            <p:cNvGrpSpPr/>
            <p:nvPr/>
          </p:nvGrpSpPr>
          <p:grpSpPr>
            <a:xfrm>
              <a:off x="672" y="2736"/>
              <a:ext cx="576" cy="479"/>
              <a:chOff x="3504" y="1681"/>
              <a:chExt cx="836" cy="984"/>
            </a:xfrm>
          </p:grpSpPr>
          <p:sp>
            <p:nvSpPr>
              <p:cNvPr id="232462" name="Arc 14"/>
              <p:cNvSpPr/>
              <p:nvPr/>
            </p:nvSpPr>
            <p:spPr bwMode="auto">
              <a:xfrm>
                <a:off x="3504" y="1681"/>
                <a:ext cx="419" cy="606"/>
              </a:xfrm>
              <a:custGeom>
                <a:avLst/>
                <a:gdLst>
                  <a:gd name="G0" fmla="+- 20873 0 0"/>
                  <a:gd name="G1" fmla="+- 21600 0 0"/>
                  <a:gd name="G2" fmla="+- 21600 0 0"/>
                  <a:gd name="T0" fmla="*/ 0 w 42229"/>
                  <a:gd name="T1" fmla="*/ 16044 h 21600"/>
                  <a:gd name="T2" fmla="*/ 42229 w 42229"/>
                  <a:gd name="T3" fmla="*/ 18360 h 21600"/>
                  <a:gd name="T4" fmla="*/ 20873 w 42229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229" h="21600" fill="none" extrusionOk="0">
                    <a:moveTo>
                      <a:pt x="-1" y="16043"/>
                    </a:moveTo>
                    <a:cubicBezTo>
                      <a:pt x="2517" y="6583"/>
                      <a:pt x="11083" y="-1"/>
                      <a:pt x="20873" y="0"/>
                    </a:cubicBezTo>
                    <a:cubicBezTo>
                      <a:pt x="31551" y="0"/>
                      <a:pt x="40626" y="7802"/>
                      <a:pt x="42228" y="18360"/>
                    </a:cubicBezTo>
                  </a:path>
                  <a:path w="42229" h="21600" stroke="0" extrusionOk="0">
                    <a:moveTo>
                      <a:pt x="-1" y="16043"/>
                    </a:moveTo>
                    <a:cubicBezTo>
                      <a:pt x="2517" y="6583"/>
                      <a:pt x="11083" y="-1"/>
                      <a:pt x="20873" y="0"/>
                    </a:cubicBezTo>
                    <a:cubicBezTo>
                      <a:pt x="31551" y="0"/>
                      <a:pt x="40626" y="7802"/>
                      <a:pt x="42228" y="18360"/>
                    </a:cubicBezTo>
                    <a:lnTo>
                      <a:pt x="20873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32463" name="Arc 15"/>
              <p:cNvSpPr/>
              <p:nvPr/>
            </p:nvSpPr>
            <p:spPr bwMode="auto">
              <a:xfrm rot="-10638320">
                <a:off x="3915" y="2059"/>
                <a:ext cx="425" cy="606"/>
              </a:xfrm>
              <a:custGeom>
                <a:avLst/>
                <a:gdLst>
                  <a:gd name="G0" fmla="+- 21507 0 0"/>
                  <a:gd name="G1" fmla="+- 21600 0 0"/>
                  <a:gd name="G2" fmla="+- 21600 0 0"/>
                  <a:gd name="T0" fmla="*/ 0 w 42863"/>
                  <a:gd name="T1" fmla="*/ 19599 h 21600"/>
                  <a:gd name="T2" fmla="*/ 42863 w 42863"/>
                  <a:gd name="T3" fmla="*/ 18360 h 21600"/>
                  <a:gd name="T4" fmla="*/ 21507 w 42863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863" h="21600" fill="none" extrusionOk="0">
                    <a:moveTo>
                      <a:pt x="-1" y="19598"/>
                    </a:moveTo>
                    <a:cubicBezTo>
                      <a:pt x="1033" y="8492"/>
                      <a:pt x="10352" y="-1"/>
                      <a:pt x="21507" y="0"/>
                    </a:cubicBezTo>
                    <a:cubicBezTo>
                      <a:pt x="32185" y="0"/>
                      <a:pt x="41260" y="7802"/>
                      <a:pt x="42862" y="18360"/>
                    </a:cubicBezTo>
                  </a:path>
                  <a:path w="42863" h="21600" stroke="0" extrusionOk="0">
                    <a:moveTo>
                      <a:pt x="-1" y="19598"/>
                    </a:moveTo>
                    <a:cubicBezTo>
                      <a:pt x="1033" y="8492"/>
                      <a:pt x="10352" y="-1"/>
                      <a:pt x="21507" y="0"/>
                    </a:cubicBezTo>
                    <a:cubicBezTo>
                      <a:pt x="32185" y="0"/>
                      <a:pt x="41260" y="7802"/>
                      <a:pt x="42862" y="18360"/>
                    </a:cubicBezTo>
                    <a:lnTo>
                      <a:pt x="21507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  <p:sp>
          <p:nvSpPr>
            <p:cNvPr id="17423" name="Text Box 16"/>
            <p:cNvSpPr txBox="1"/>
            <p:nvPr/>
          </p:nvSpPr>
          <p:spPr>
            <a:xfrm>
              <a:off x="864" y="3216"/>
              <a:ext cx="52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424" name="Group 17"/>
          <p:cNvGrpSpPr/>
          <p:nvPr/>
        </p:nvGrpSpPr>
        <p:grpSpPr>
          <a:xfrm>
            <a:off x="304800" y="3057525"/>
            <a:ext cx="1981200" cy="1441450"/>
            <a:chOff x="576" y="2544"/>
            <a:chExt cx="1248" cy="908"/>
          </a:xfrm>
        </p:grpSpPr>
        <p:grpSp>
          <p:nvGrpSpPr>
            <p:cNvPr id="17425" name="Group 18"/>
            <p:cNvGrpSpPr/>
            <p:nvPr/>
          </p:nvGrpSpPr>
          <p:grpSpPr>
            <a:xfrm>
              <a:off x="576" y="2544"/>
              <a:ext cx="1248" cy="908"/>
              <a:chOff x="2496" y="2505"/>
              <a:chExt cx="1248" cy="908"/>
            </a:xfrm>
          </p:grpSpPr>
          <p:sp>
            <p:nvSpPr>
              <p:cNvPr id="232467" name="Line 19"/>
              <p:cNvSpPr>
                <a:spLocks noChangeShapeType="1"/>
              </p:cNvSpPr>
              <p:nvPr/>
            </p:nvSpPr>
            <p:spPr bwMode="auto">
              <a:xfrm flipV="1">
                <a:off x="2688" y="2648"/>
                <a:ext cx="0" cy="76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32468" name="Line 20"/>
              <p:cNvSpPr>
                <a:spLocks noChangeShapeType="1"/>
              </p:cNvSpPr>
              <p:nvPr/>
            </p:nvSpPr>
            <p:spPr bwMode="auto">
              <a:xfrm>
                <a:off x="2600" y="3100"/>
                <a:ext cx="94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17428" name="Text Box 21"/>
              <p:cNvSpPr txBox="1"/>
              <p:nvPr/>
            </p:nvSpPr>
            <p:spPr>
              <a:xfrm>
                <a:off x="2496" y="3084"/>
                <a:ext cx="293" cy="29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29" name="Text Box 22"/>
              <p:cNvSpPr txBox="1"/>
              <p:nvPr/>
            </p:nvSpPr>
            <p:spPr>
              <a:xfrm>
                <a:off x="2715" y="2505"/>
                <a:ext cx="597" cy="29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30" name="Text Box 23"/>
              <p:cNvSpPr txBox="1"/>
              <p:nvPr/>
            </p:nvSpPr>
            <p:spPr>
              <a:xfrm>
                <a:off x="3510" y="3084"/>
                <a:ext cx="234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32472" name="Line 24"/>
            <p:cNvSpPr>
              <a:spLocks noChangeShapeType="1"/>
            </p:cNvSpPr>
            <p:nvPr/>
          </p:nvSpPr>
          <p:spPr bwMode="auto">
            <a:xfrm>
              <a:off x="768" y="2880"/>
              <a:ext cx="72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pSp>
        <p:nvGrpSpPr>
          <p:cNvPr id="17432" name="Group 25"/>
          <p:cNvGrpSpPr/>
          <p:nvPr/>
        </p:nvGrpSpPr>
        <p:grpSpPr>
          <a:xfrm>
            <a:off x="2667000" y="914400"/>
            <a:ext cx="1143000" cy="1600200"/>
            <a:chOff x="4704" y="1161"/>
            <a:chExt cx="720" cy="1095"/>
          </a:xfrm>
        </p:grpSpPr>
        <p:sp>
          <p:nvSpPr>
            <p:cNvPr id="232474" name="Rectangle 26"/>
            <p:cNvSpPr>
              <a:spLocks noChangeArrowheads="1"/>
            </p:cNvSpPr>
            <p:nvPr/>
          </p:nvSpPr>
          <p:spPr bwMode="auto">
            <a:xfrm>
              <a:off x="5088" y="1692"/>
              <a:ext cx="96" cy="22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32475" name="Line 27"/>
            <p:cNvSpPr>
              <a:spLocks noChangeShapeType="1"/>
            </p:cNvSpPr>
            <p:nvPr/>
          </p:nvSpPr>
          <p:spPr bwMode="auto">
            <a:xfrm>
              <a:off x="5136" y="1929"/>
              <a:ext cx="0" cy="27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435" name="Text Box 28"/>
            <p:cNvSpPr txBox="1"/>
            <p:nvPr/>
          </p:nvSpPr>
          <p:spPr>
            <a:xfrm>
              <a:off x="5184" y="1632"/>
              <a:ext cx="240" cy="31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36" name="Text Box 29"/>
            <p:cNvSpPr txBox="1"/>
            <p:nvPr/>
          </p:nvSpPr>
          <p:spPr>
            <a:xfrm>
              <a:off x="4896" y="1161"/>
              <a:ext cx="192" cy="35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2478" name="Line 30"/>
            <p:cNvSpPr>
              <a:spLocks noChangeShapeType="1"/>
            </p:cNvSpPr>
            <p:nvPr/>
          </p:nvSpPr>
          <p:spPr bwMode="auto">
            <a:xfrm flipV="1">
              <a:off x="5136" y="1488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32479" name="Line 31"/>
            <p:cNvSpPr>
              <a:spLocks noChangeShapeType="1"/>
            </p:cNvSpPr>
            <p:nvPr/>
          </p:nvSpPr>
          <p:spPr bwMode="auto">
            <a:xfrm flipH="1">
              <a:off x="4800" y="1488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32480" name="Line 32"/>
            <p:cNvSpPr>
              <a:spLocks noChangeShapeType="1"/>
            </p:cNvSpPr>
            <p:nvPr/>
          </p:nvSpPr>
          <p:spPr bwMode="auto">
            <a:xfrm flipH="1">
              <a:off x="4800" y="2208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32481" name="Oval 33"/>
            <p:cNvSpPr>
              <a:spLocks noChangeArrowheads="1"/>
            </p:cNvSpPr>
            <p:nvPr/>
          </p:nvSpPr>
          <p:spPr bwMode="auto">
            <a:xfrm>
              <a:off x="4704" y="2160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32482" name="Oval 34"/>
            <p:cNvSpPr>
              <a:spLocks noChangeArrowheads="1"/>
            </p:cNvSpPr>
            <p:nvPr/>
          </p:nvSpPr>
          <p:spPr bwMode="auto">
            <a:xfrm>
              <a:off x="4704" y="1440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32483" name="Line 35"/>
            <p:cNvSpPr>
              <a:spLocks noChangeShapeType="1"/>
            </p:cNvSpPr>
            <p:nvPr/>
          </p:nvSpPr>
          <p:spPr bwMode="auto">
            <a:xfrm>
              <a:off x="4944" y="1488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pSp>
        <p:nvGrpSpPr>
          <p:cNvPr id="17443" name="Group 36"/>
          <p:cNvGrpSpPr/>
          <p:nvPr/>
        </p:nvGrpSpPr>
        <p:grpSpPr>
          <a:xfrm>
            <a:off x="2667000" y="2819400"/>
            <a:ext cx="1143000" cy="1600200"/>
            <a:chOff x="4704" y="1161"/>
            <a:chExt cx="720" cy="1095"/>
          </a:xfrm>
        </p:grpSpPr>
        <p:sp>
          <p:nvSpPr>
            <p:cNvPr id="232485" name="Rectangle 37"/>
            <p:cNvSpPr>
              <a:spLocks noChangeArrowheads="1"/>
            </p:cNvSpPr>
            <p:nvPr/>
          </p:nvSpPr>
          <p:spPr bwMode="auto">
            <a:xfrm>
              <a:off x="5088" y="1692"/>
              <a:ext cx="96" cy="22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32486" name="Line 38"/>
            <p:cNvSpPr>
              <a:spLocks noChangeShapeType="1"/>
            </p:cNvSpPr>
            <p:nvPr/>
          </p:nvSpPr>
          <p:spPr bwMode="auto">
            <a:xfrm>
              <a:off x="5136" y="1929"/>
              <a:ext cx="0" cy="27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446" name="Text Box 39"/>
            <p:cNvSpPr txBox="1"/>
            <p:nvPr/>
          </p:nvSpPr>
          <p:spPr>
            <a:xfrm>
              <a:off x="5184" y="1632"/>
              <a:ext cx="240" cy="31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47" name="Text Box 40"/>
            <p:cNvSpPr txBox="1"/>
            <p:nvPr/>
          </p:nvSpPr>
          <p:spPr>
            <a:xfrm>
              <a:off x="4896" y="1161"/>
              <a:ext cx="192" cy="35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2489" name="Line 41"/>
            <p:cNvSpPr>
              <a:spLocks noChangeShapeType="1"/>
            </p:cNvSpPr>
            <p:nvPr/>
          </p:nvSpPr>
          <p:spPr bwMode="auto">
            <a:xfrm flipV="1">
              <a:off x="5136" y="1488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32490" name="Line 42"/>
            <p:cNvSpPr>
              <a:spLocks noChangeShapeType="1"/>
            </p:cNvSpPr>
            <p:nvPr/>
          </p:nvSpPr>
          <p:spPr bwMode="auto">
            <a:xfrm flipH="1">
              <a:off x="4800" y="1488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32491" name="Line 43"/>
            <p:cNvSpPr>
              <a:spLocks noChangeShapeType="1"/>
            </p:cNvSpPr>
            <p:nvPr/>
          </p:nvSpPr>
          <p:spPr bwMode="auto">
            <a:xfrm flipH="1">
              <a:off x="4800" y="2208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32492" name="Oval 44"/>
            <p:cNvSpPr>
              <a:spLocks noChangeArrowheads="1"/>
            </p:cNvSpPr>
            <p:nvPr/>
          </p:nvSpPr>
          <p:spPr bwMode="auto">
            <a:xfrm>
              <a:off x="4704" y="2160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32493" name="Oval 45"/>
            <p:cNvSpPr>
              <a:spLocks noChangeArrowheads="1"/>
            </p:cNvSpPr>
            <p:nvPr/>
          </p:nvSpPr>
          <p:spPr bwMode="auto">
            <a:xfrm>
              <a:off x="4704" y="1440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32494" name="Line 46"/>
            <p:cNvSpPr>
              <a:spLocks noChangeShapeType="1"/>
            </p:cNvSpPr>
            <p:nvPr/>
          </p:nvSpPr>
          <p:spPr bwMode="auto">
            <a:xfrm>
              <a:off x="4944" y="1488"/>
              <a:ext cx="9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aphicFrame>
        <p:nvGraphicFramePr>
          <p:cNvPr id="232495" name="Object 47"/>
          <p:cNvGraphicFramePr>
            <a:graphicFrameLocks noChangeAspect="1"/>
          </p:cNvGraphicFramePr>
          <p:nvPr/>
        </p:nvGraphicFramePr>
        <p:xfrm>
          <a:off x="4267200" y="838200"/>
          <a:ext cx="2778125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" imgW="889000" imgH="330200" progId="Equation.3">
                  <p:embed/>
                </p:oleObj>
              </mc:Choice>
              <mc:Fallback>
                <p:oleObj name="" r:id="rId1" imgW="889000" imgH="3302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267200" y="838200"/>
                        <a:ext cx="2778125" cy="1031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96" name="Object 48"/>
          <p:cNvGraphicFramePr>
            <a:graphicFrameLocks noChangeAspect="1"/>
          </p:cNvGraphicFramePr>
          <p:nvPr/>
        </p:nvGraphicFramePr>
        <p:xfrm>
          <a:off x="4343400" y="2819400"/>
          <a:ext cx="350520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3" imgW="1206500" imgH="228600" progId="Equation.3">
                  <p:embed/>
                </p:oleObj>
              </mc:Choice>
              <mc:Fallback>
                <p:oleObj name="" r:id="rId3" imgW="1206500" imgH="2286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343400" y="2819400"/>
                        <a:ext cx="3505200" cy="663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97" name="Object 49"/>
          <p:cNvGraphicFramePr>
            <a:graphicFrameLocks noChangeAspect="1"/>
          </p:cNvGraphicFramePr>
          <p:nvPr/>
        </p:nvGraphicFramePr>
        <p:xfrm>
          <a:off x="4419600" y="1752600"/>
          <a:ext cx="403860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5" imgW="1282700" imgH="330200" progId="Equation.3">
                  <p:embed/>
                </p:oleObj>
              </mc:Choice>
              <mc:Fallback>
                <p:oleObj name="" r:id="rId5" imgW="1282700" imgH="3302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419600" y="1752600"/>
                        <a:ext cx="4038600" cy="1038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498" name="Text Box 50"/>
          <p:cNvSpPr txBox="1"/>
          <p:nvPr/>
        </p:nvSpPr>
        <p:spPr>
          <a:xfrm>
            <a:off x="228600" y="4495800"/>
            <a:ext cx="3810000" cy="170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   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若周期电流和直流电流在相同的时间内，两</a:t>
            </a: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的耗能相同。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2499" name="Text Box 51"/>
          <p:cNvSpPr txBox="1"/>
          <p:nvPr/>
        </p:nvSpPr>
        <p:spPr>
          <a:xfrm>
            <a:off x="4038600" y="3619500"/>
            <a:ext cx="19812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则有：</a:t>
            </a:r>
            <a:endParaRPr lang="zh-CN" altLang="en-US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32500" name="Object 52"/>
          <p:cNvGraphicFramePr>
            <a:graphicFrameLocks noChangeAspect="1"/>
          </p:cNvGraphicFramePr>
          <p:nvPr/>
        </p:nvGraphicFramePr>
        <p:xfrm>
          <a:off x="5105400" y="3505200"/>
          <a:ext cx="316547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7" imgW="977900" imgH="241300" progId="Equation.3">
                  <p:embed/>
                </p:oleObj>
              </mc:Choice>
              <mc:Fallback>
                <p:oleObj name="" r:id="rId7" imgW="977900" imgH="2413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105400" y="3505200"/>
                        <a:ext cx="3165475" cy="781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501" name="Text Box 53"/>
          <p:cNvSpPr txBox="1"/>
          <p:nvPr/>
        </p:nvSpPr>
        <p:spPr>
          <a:xfrm>
            <a:off x="4343400" y="4800600"/>
            <a:ext cx="2438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解得：</a:t>
            </a:r>
            <a:endParaRPr lang="zh-CN" altLang="en-US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32502" name="Object 54"/>
          <p:cNvGraphicFramePr>
            <a:graphicFrameLocks noChangeAspect="1"/>
          </p:cNvGraphicFramePr>
          <p:nvPr/>
        </p:nvGraphicFramePr>
        <p:xfrm>
          <a:off x="5486400" y="4419600"/>
          <a:ext cx="2514600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9" imgW="901065" imgH="444500" progId="Equation.3">
                  <p:embed/>
                </p:oleObj>
              </mc:Choice>
              <mc:Fallback>
                <p:oleObj name="" r:id="rId9" imgW="901065" imgH="4445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486400" y="4419600"/>
                        <a:ext cx="2514600" cy="1235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503" name="Text Box 55"/>
          <p:cNvSpPr txBox="1"/>
          <p:nvPr/>
        </p:nvSpPr>
        <p:spPr>
          <a:xfrm>
            <a:off x="4495800" y="5638800"/>
            <a:ext cx="39973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方正行楷简体" pitchFamily="2" charset="-122"/>
                <a:ea typeface="宋体" panose="02010600030101010101" pitchFamily="2" charset="-122"/>
              </a:rPr>
              <a:t>周期电流的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有效值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2504" name="Line 56"/>
          <p:cNvSpPr>
            <a:spLocks noChangeShapeType="1"/>
          </p:cNvSpPr>
          <p:nvPr/>
        </p:nvSpPr>
        <p:spPr bwMode="auto">
          <a:xfrm>
            <a:off x="1524000" y="3048000"/>
            <a:ext cx="0" cy="9906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2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2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2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2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2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98" grpId="0"/>
      <p:bldP spid="232499" grpId="0"/>
      <p:bldP spid="232501" grpId="0"/>
      <p:bldP spid="23250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41300" y="1422400"/>
            <a:ext cx="8229600" cy="685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2.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有效值与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正弦量振幅的关系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：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66916" name="Text Box 4"/>
          <p:cNvSpPr txBox="1"/>
          <p:nvPr/>
        </p:nvSpPr>
        <p:spPr>
          <a:xfrm>
            <a:off x="485775" y="560388"/>
            <a:ext cx="24384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同理：</a:t>
            </a:r>
            <a:endParaRPr lang="zh-CN" altLang="en-US" b="0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66917" name="Object 5"/>
          <p:cNvGraphicFramePr>
            <a:graphicFrameLocks noChangeAspect="1"/>
          </p:cNvGraphicFramePr>
          <p:nvPr/>
        </p:nvGraphicFramePr>
        <p:xfrm>
          <a:off x="1981200" y="201613"/>
          <a:ext cx="2762250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989965" imgH="444500" progId="Equation.3">
                  <p:embed/>
                </p:oleObj>
              </mc:Choice>
              <mc:Fallback>
                <p:oleObj name="" r:id="rId1" imgW="989965" imgH="4445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981200" y="201613"/>
                        <a:ext cx="2762250" cy="1235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18" name="Text Box 6"/>
          <p:cNvSpPr txBox="1"/>
          <p:nvPr/>
        </p:nvSpPr>
        <p:spPr>
          <a:xfrm>
            <a:off x="5181600" y="533400"/>
            <a:ext cx="3962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方正行楷简体" pitchFamily="2" charset="-122"/>
                <a:ea typeface="宋体" panose="02010600030101010101" pitchFamily="2" charset="-122"/>
              </a:rPr>
              <a:t>周期电压的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有效值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66919" name="Object 7"/>
          <p:cNvGraphicFramePr>
            <a:graphicFrameLocks noChangeAspect="1"/>
          </p:cNvGraphicFramePr>
          <p:nvPr/>
        </p:nvGraphicFramePr>
        <p:xfrm>
          <a:off x="1295400" y="2133600"/>
          <a:ext cx="3808413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1320800" imgH="228600" progId="Equation.3">
                  <p:embed/>
                </p:oleObj>
              </mc:Choice>
              <mc:Fallback>
                <p:oleObj name="" r:id="rId3" imgW="1320800" imgH="2286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295400" y="2133600"/>
                        <a:ext cx="3808413" cy="658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20" name="Object 8"/>
          <p:cNvGraphicFramePr>
            <a:graphicFrameLocks noChangeAspect="1"/>
          </p:cNvGraphicFramePr>
          <p:nvPr/>
        </p:nvGraphicFramePr>
        <p:xfrm>
          <a:off x="1011238" y="2743200"/>
          <a:ext cx="6264275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5" imgW="2374900" imgH="444500" progId="Equation.3">
                  <p:embed/>
                </p:oleObj>
              </mc:Choice>
              <mc:Fallback>
                <p:oleObj name="" r:id="rId5" imgW="2374900" imgH="4445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011238" y="2743200"/>
                        <a:ext cx="6264275" cy="1166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21" name="Object 9"/>
          <p:cNvGraphicFramePr>
            <a:graphicFrameLocks noChangeAspect="1"/>
          </p:cNvGraphicFramePr>
          <p:nvPr/>
        </p:nvGraphicFramePr>
        <p:xfrm>
          <a:off x="2847975" y="3902075"/>
          <a:ext cx="5459413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7" imgW="2070100" imgH="457200" progId="Equation.3">
                  <p:embed/>
                </p:oleObj>
              </mc:Choice>
              <mc:Fallback>
                <p:oleObj name="" r:id="rId7" imgW="2070100" imgH="4572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847975" y="3902075"/>
                        <a:ext cx="5459413" cy="1203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22" name="Object 10"/>
          <p:cNvGraphicFramePr>
            <a:graphicFrameLocks noChangeAspect="1"/>
          </p:cNvGraphicFramePr>
          <p:nvPr/>
        </p:nvGraphicFramePr>
        <p:xfrm>
          <a:off x="2847975" y="5105400"/>
          <a:ext cx="4656138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9" imgW="1765300" imgH="469900" progId="Equation.3">
                  <p:embed/>
                </p:oleObj>
              </mc:Choice>
              <mc:Fallback>
                <p:oleObj name="" r:id="rId9" imgW="1765300" imgH="4699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847975" y="5105400"/>
                        <a:ext cx="4656138" cy="1236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6923" name="Group 11"/>
          <p:cNvGrpSpPr/>
          <p:nvPr/>
        </p:nvGrpSpPr>
        <p:grpSpPr>
          <a:xfrm>
            <a:off x="257175" y="3581400"/>
            <a:ext cx="2209800" cy="1676400"/>
            <a:chOff x="240" y="2448"/>
            <a:chExt cx="1392" cy="1056"/>
          </a:xfrm>
        </p:grpSpPr>
        <p:graphicFrame>
          <p:nvGraphicFramePr>
            <p:cNvPr id="18442" name="Object 12"/>
            <p:cNvGraphicFramePr>
              <a:graphicFrameLocks noChangeAspect="1"/>
            </p:cNvGraphicFramePr>
            <p:nvPr/>
          </p:nvGraphicFramePr>
          <p:xfrm>
            <a:off x="303" y="2519"/>
            <a:ext cx="1329" cy="8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11" imgW="977265" imgH="635000" progId="Equation.3">
                    <p:embed/>
                  </p:oleObj>
                </mc:Choice>
                <mc:Fallback>
                  <p:oleObj name="" r:id="rId11" imgW="977265" imgH="635000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12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3" y="2519"/>
                          <a:ext cx="1329" cy="8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2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3" name="AutoShape 13"/>
            <p:cNvSpPr/>
            <p:nvPr/>
          </p:nvSpPr>
          <p:spPr>
            <a:xfrm>
              <a:off x="240" y="2448"/>
              <a:ext cx="1392" cy="1056"/>
            </a:xfrm>
            <a:prstGeom prst="wedgeRoundRectCallout">
              <a:avLst>
                <a:gd name="adj1" fmla="val 75074"/>
                <a:gd name="adj2" fmla="val 11458"/>
                <a:gd name="adj3" fmla="val 16667"/>
              </a:avLst>
            </a:prstGeom>
            <a:noFill/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6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6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6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4" grpId="0"/>
      <p:bldP spid="166916" grpId="0"/>
      <p:bldP spid="1669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819400"/>
            <a:ext cx="1676400" cy="685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j-cs"/>
              </a:rPr>
              <a:t>例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j-cs"/>
              </a:rPr>
              <a:t>8.1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j-cs"/>
              </a:rPr>
              <a:t>：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j-cs"/>
            </a:endParaRPr>
          </a:p>
        </p:txBody>
      </p:sp>
      <p:sp>
        <p:nvSpPr>
          <p:cNvPr id="167940" name="Text Box 4"/>
          <p:cNvSpPr txBox="1"/>
          <p:nvPr/>
        </p:nvSpPr>
        <p:spPr>
          <a:xfrm>
            <a:off x="485775" y="381000"/>
            <a:ext cx="2438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同理：</a:t>
            </a:r>
            <a:endParaRPr lang="zh-CN" altLang="en-US" sz="3200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67941" name="Object 5"/>
          <p:cNvGraphicFramePr>
            <a:graphicFrameLocks noChangeAspect="1"/>
          </p:cNvGraphicFramePr>
          <p:nvPr/>
        </p:nvGraphicFramePr>
        <p:xfrm>
          <a:off x="2133600" y="152400"/>
          <a:ext cx="5638800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2247900" imgH="457200" progId="Equation.3">
                  <p:embed/>
                </p:oleObj>
              </mc:Choice>
              <mc:Fallback>
                <p:oleObj name="" r:id="rId1" imgW="2247900" imgH="4572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133600" y="152400"/>
                        <a:ext cx="5638800" cy="1090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2" name="Object 6"/>
          <p:cNvGraphicFramePr>
            <a:graphicFrameLocks noChangeAspect="1"/>
          </p:cNvGraphicFramePr>
          <p:nvPr/>
        </p:nvGraphicFramePr>
        <p:xfrm>
          <a:off x="1905000" y="1447800"/>
          <a:ext cx="3940175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1460500" imgH="419100" progId="Equation.3">
                  <p:embed/>
                </p:oleObj>
              </mc:Choice>
              <mc:Fallback>
                <p:oleObj name="" r:id="rId3" imgW="1460500" imgH="4191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905000" y="1447800"/>
                        <a:ext cx="3940175" cy="1163638"/>
                      </a:xfrm>
                      <a:prstGeom prst="rect">
                        <a:avLst/>
                      </a:prstGeom>
                      <a:noFill/>
                      <a:ln w="5715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3" name="Object 7"/>
          <p:cNvGraphicFramePr>
            <a:graphicFrameLocks noChangeAspect="1"/>
          </p:cNvGraphicFramePr>
          <p:nvPr/>
        </p:nvGraphicFramePr>
        <p:xfrm>
          <a:off x="1447800" y="2979738"/>
          <a:ext cx="5149850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5" imgW="2222500" imgH="457200" progId="Equation.3">
                  <p:embed/>
                </p:oleObj>
              </mc:Choice>
              <mc:Fallback>
                <p:oleObj name="" r:id="rId5" imgW="2222500" imgH="4572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447800" y="2979738"/>
                        <a:ext cx="5149850" cy="1058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4" name="Text Box 8"/>
          <p:cNvSpPr txBox="1"/>
          <p:nvPr/>
        </p:nvSpPr>
        <p:spPr>
          <a:xfrm>
            <a:off x="469900" y="4305300"/>
            <a:ext cx="977900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dirty="0">
                <a:latin typeface="方正行楷简体" pitchFamily="2" charset="-122"/>
                <a:ea typeface="方正行楷简体" pitchFamily="2" charset="-122"/>
              </a:rPr>
              <a:t>解</a:t>
            </a:r>
            <a:r>
              <a:rPr lang="en-US" altLang="zh-CN" sz="3200" dirty="0">
                <a:latin typeface="方正行楷简体" pitchFamily="2" charset="-122"/>
                <a:ea typeface="方正行楷简体" pitchFamily="2" charset="-122"/>
              </a:rPr>
              <a:t>:</a:t>
            </a:r>
            <a:endParaRPr lang="en-US" altLang="zh-CN" sz="3200" dirty="0">
              <a:latin typeface="方正行楷简体" pitchFamily="2" charset="-122"/>
              <a:ea typeface="方正行楷简体" pitchFamily="2" charset="-122"/>
            </a:endParaRPr>
          </a:p>
        </p:txBody>
      </p:sp>
      <p:graphicFrame>
        <p:nvGraphicFramePr>
          <p:cNvPr id="167945" name="Object 9"/>
          <p:cNvGraphicFramePr>
            <a:graphicFrameLocks noChangeAspect="1"/>
          </p:cNvGraphicFramePr>
          <p:nvPr/>
        </p:nvGraphicFramePr>
        <p:xfrm>
          <a:off x="1574800" y="4252913"/>
          <a:ext cx="3940175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7" imgW="1816100" imgH="419100" progId="Equation.3">
                  <p:embed/>
                </p:oleObj>
              </mc:Choice>
              <mc:Fallback>
                <p:oleObj name="" r:id="rId7" imgW="1816100" imgH="4191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574800" y="4252913"/>
                        <a:ext cx="3940175" cy="909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6" name="Object 10"/>
          <p:cNvGraphicFramePr>
            <a:graphicFrameLocks noChangeAspect="1"/>
          </p:cNvGraphicFramePr>
          <p:nvPr/>
        </p:nvGraphicFramePr>
        <p:xfrm>
          <a:off x="1647825" y="5181600"/>
          <a:ext cx="3609975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9" imgW="1663700" imgH="419100" progId="Equation.3">
                  <p:embed/>
                </p:oleObj>
              </mc:Choice>
              <mc:Fallback>
                <p:oleObj name="" r:id="rId9" imgW="1663700" imgH="4191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647825" y="5181600"/>
                        <a:ext cx="3609975" cy="909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7" name="Text Box 11"/>
          <p:cNvSpPr txBox="1"/>
          <p:nvPr/>
        </p:nvSpPr>
        <p:spPr>
          <a:xfrm>
            <a:off x="6781800" y="3429000"/>
            <a:ext cx="3124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tx1"/>
                </a:solidFill>
                <a:latin typeface="方正行楷简体" pitchFamily="2" charset="-122"/>
                <a:ea typeface="楷体_GB2312" pitchFamily="49" charset="-122"/>
              </a:rPr>
              <a:t>的有效值。</a:t>
            </a:r>
            <a:endParaRPr lang="zh-CN" altLang="en-US" sz="3200" dirty="0">
              <a:solidFill>
                <a:schemeClr val="tx1"/>
              </a:solidFill>
              <a:latin typeface="方正行楷简体" pitchFamily="2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7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7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7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8" grpId="0"/>
      <p:bldP spid="167940" grpId="0"/>
      <p:bldP spid="167944" grpId="0"/>
      <p:bldP spid="1679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8962" name="Rectangle 2"/>
          <p:cNvSpPr>
            <a:spLocks noGrp="1"/>
          </p:cNvSpPr>
          <p:nvPr>
            <p:ph type="title"/>
          </p:nvPr>
        </p:nvSpPr>
        <p:spPr>
          <a:xfrm>
            <a:off x="457200" y="63500"/>
            <a:ext cx="8229600" cy="8382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8.3  </a:t>
            </a:r>
            <a:r>
              <a:rPr lang="zh-CN" altLang="en-US" sz="3600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相量法的基础</a:t>
            </a:r>
            <a:endParaRPr lang="zh-CN" altLang="en-US" sz="3600" dirty="0">
              <a:solidFill>
                <a:schemeClr val="tx1"/>
              </a:solidFill>
              <a:effectLst/>
              <a:latin typeface="宋体" panose="02010600030101010101" pitchFamily="2" charset="-122"/>
            </a:endParaRPr>
          </a:p>
        </p:txBody>
      </p:sp>
      <p:sp>
        <p:nvSpPr>
          <p:cNvPr id="168964" name="Rectangle 4"/>
          <p:cNvSpPr>
            <a:spLocks noChangeArrowheads="1"/>
          </p:cNvSpPr>
          <p:nvPr/>
        </p:nvSpPr>
        <p:spPr bwMode="auto">
          <a:xfrm>
            <a:off x="0" y="787400"/>
            <a:ext cx="7772400" cy="5080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正弦量的相量表示：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68977" name="Group 17"/>
          <p:cNvGrpSpPr>
            <a:grpSpLocks noChangeAspect="1"/>
          </p:cNvGrpSpPr>
          <p:nvPr/>
        </p:nvGrpSpPr>
        <p:grpSpPr>
          <a:xfrm>
            <a:off x="4722813" y="5949950"/>
            <a:ext cx="1965325" cy="777875"/>
            <a:chOff x="4128" y="3408"/>
            <a:chExt cx="1238" cy="490"/>
          </a:xfrm>
        </p:grpSpPr>
        <p:sp>
          <p:nvSpPr>
            <p:cNvPr id="168976" name="AutoShape 16"/>
            <p:cNvSpPr>
              <a:spLocks noChangeAspect="1" noChangeArrowheads="1" noTextEdit="1"/>
            </p:cNvSpPr>
            <p:nvPr/>
          </p:nvSpPr>
          <p:spPr bwMode="auto">
            <a:xfrm>
              <a:off x="4128" y="3408"/>
              <a:ext cx="1238" cy="49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0485" name="Rectangle 18"/>
            <p:cNvSpPr/>
            <p:nvPr/>
          </p:nvSpPr>
          <p:spPr>
            <a:xfrm>
              <a:off x="5176" y="3544"/>
              <a:ext cx="121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900" i="1" dirty="0">
                  <a:latin typeface="Symbol" panose="05050102010706020507" pitchFamily="18" charset="2"/>
                  <a:ea typeface="宋体" panose="02010600030101010101" pitchFamily="2" charset="-122"/>
                </a:rPr>
                <a:t>q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86" name="Rectangle 19"/>
            <p:cNvSpPr/>
            <p:nvPr/>
          </p:nvSpPr>
          <p:spPr>
            <a:xfrm>
              <a:off x="4996" y="3544"/>
              <a:ext cx="178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900" dirty="0">
                  <a:latin typeface="Symbol" panose="05050102010706020507" pitchFamily="18" charset="2"/>
                  <a:ea typeface="宋体" panose="02010600030101010101" pitchFamily="2" charset="-122"/>
                </a:rPr>
                <a:t>Ð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87" name="Rectangle 20"/>
            <p:cNvSpPr/>
            <p:nvPr/>
          </p:nvSpPr>
          <p:spPr>
            <a:xfrm>
              <a:off x="4533" y="3544"/>
              <a:ext cx="127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900" dirty="0">
                  <a:latin typeface="Symbol" panose="05050102010706020507" pitchFamily="18" charset="2"/>
                  <a:ea typeface="宋体" panose="02010600030101010101" pitchFamily="2" charset="-122"/>
                </a:rPr>
                <a:t>=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88" name="Rectangle 21"/>
            <p:cNvSpPr/>
            <p:nvPr/>
          </p:nvSpPr>
          <p:spPr>
            <a:xfrm>
              <a:off x="4219" y="3428"/>
              <a:ext cx="63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1700" dirty="0">
                  <a:latin typeface="Symbol" panose="05050102010706020507" pitchFamily="18" charset="2"/>
                  <a:ea typeface="宋体" panose="02010600030101010101" pitchFamily="2" charset="-122"/>
                </a:rPr>
                <a:t>·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89" name="Rectangle 22"/>
            <p:cNvSpPr/>
            <p:nvPr/>
          </p:nvSpPr>
          <p:spPr>
            <a:xfrm>
              <a:off x="4886" y="3716"/>
              <a:ext cx="106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17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90" name="Rectangle 23"/>
            <p:cNvSpPr/>
            <p:nvPr/>
          </p:nvSpPr>
          <p:spPr>
            <a:xfrm>
              <a:off x="4353" y="3672"/>
              <a:ext cx="106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17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91" name="Rectangle 24"/>
            <p:cNvSpPr/>
            <p:nvPr/>
          </p:nvSpPr>
          <p:spPr>
            <a:xfrm>
              <a:off x="4695" y="3571"/>
              <a:ext cx="168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9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92" name="Rectangle 25"/>
            <p:cNvSpPr/>
            <p:nvPr/>
          </p:nvSpPr>
          <p:spPr>
            <a:xfrm>
              <a:off x="4142" y="3571"/>
              <a:ext cx="168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9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4" name="Rectangle 4"/>
          <p:cNvSpPr/>
          <p:nvPr/>
        </p:nvSpPr>
        <p:spPr>
          <a:xfrm>
            <a:off x="-12700" y="1371600"/>
            <a:ext cx="8229600" cy="8651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sz="2400" b="0" dirty="0">
                <a:latin typeface="微软雅黑" panose="020B0503020204020204" charset="-122"/>
                <a:ea typeface="微软雅黑" panose="020B0503020204020204" charset="-122"/>
              </a:rPr>
              <a:t>正弦量的三要素</a:t>
            </a:r>
            <a:endParaRPr lang="zh-CN" altLang="en-US" sz="2400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5" name="Object 5"/>
          <p:cNvGraphicFramePr>
            <a:graphicFrameLocks noChangeAspect="1"/>
          </p:cNvGraphicFramePr>
          <p:nvPr/>
        </p:nvGraphicFramePr>
        <p:xfrm>
          <a:off x="5097463" y="1863725"/>
          <a:ext cx="14478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927735" imgH="255270" progId="Equation.3">
                  <p:embed/>
                </p:oleObj>
              </mc:Choice>
              <mc:Fallback>
                <p:oleObj name="" r:id="rId1" imgW="927735" imgH="25527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97463" y="1863725"/>
                        <a:ext cx="1447800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6"/>
          <p:cNvGraphicFramePr>
            <a:graphicFrameLocks noChangeAspect="1"/>
          </p:cNvGraphicFramePr>
          <p:nvPr/>
        </p:nvGraphicFramePr>
        <p:xfrm>
          <a:off x="5145088" y="2365375"/>
          <a:ext cx="15240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3" imgW="1008380" imgH="255270" progId="Equation.3">
                  <p:embed/>
                </p:oleObj>
              </mc:Choice>
              <mc:Fallback>
                <p:oleObj name="" r:id="rId3" imgW="1008380" imgH="25527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45088" y="2365375"/>
                        <a:ext cx="1524000" cy="439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7"/>
          <p:cNvGraphicFramePr>
            <a:graphicFrameLocks noChangeAspect="1"/>
          </p:cNvGraphicFramePr>
          <p:nvPr/>
        </p:nvGraphicFramePr>
        <p:xfrm>
          <a:off x="533400" y="2209800"/>
          <a:ext cx="365760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5" imgW="1396365" imgH="215900" progId="Equation.3">
                  <p:embed/>
                </p:oleObj>
              </mc:Choice>
              <mc:Fallback>
                <p:oleObj name="" r:id="rId5" imgW="1396365" imgH="2159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33400" y="2209800"/>
                        <a:ext cx="3657600" cy="560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AutoShape 9"/>
          <p:cNvSpPr/>
          <p:nvPr/>
        </p:nvSpPr>
        <p:spPr bwMode="auto">
          <a:xfrm>
            <a:off x="4762500" y="2065338"/>
            <a:ext cx="190500" cy="1211263"/>
          </a:xfrm>
          <a:prstGeom prst="leftBrace">
            <a:avLst>
              <a:gd name="adj1" fmla="val 58333"/>
              <a:gd name="adj2" fmla="val 51407"/>
            </a:avLst>
          </a:prstGeom>
          <a:noFill/>
          <a:ln w="38100">
            <a:solidFill>
              <a:schemeClr val="tx2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graphicFrame>
        <p:nvGraphicFramePr>
          <p:cNvPr id="30" name="Object 50"/>
          <p:cNvGraphicFramePr>
            <a:graphicFrameLocks noChangeAspect="1"/>
          </p:cNvGraphicFramePr>
          <p:nvPr/>
        </p:nvGraphicFramePr>
        <p:xfrm>
          <a:off x="5183188" y="2935288"/>
          <a:ext cx="1447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7" imgW="968375" imgH="255270" progId="Equation.3">
                  <p:embed/>
                </p:oleObj>
              </mc:Choice>
              <mc:Fallback>
                <p:oleObj name="" r:id="rId7" imgW="968375" imgH="25527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83188" y="2935288"/>
                        <a:ext cx="14478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66"/>
          <p:cNvGraphicFramePr>
            <a:graphicFrameLocks noChangeAspect="1"/>
          </p:cNvGraphicFramePr>
          <p:nvPr/>
        </p:nvGraphicFramePr>
        <p:xfrm>
          <a:off x="2590800" y="4357688"/>
          <a:ext cx="1385888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9" imgW="558800" imgH="254000" progId="Equation.3">
                  <p:embed/>
                </p:oleObj>
              </mc:Choice>
              <mc:Fallback>
                <p:oleObj name="" r:id="rId9" imgW="558800" imgH="2540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590800" y="4357688"/>
                        <a:ext cx="1385888" cy="627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88"/>
          <p:cNvGraphicFramePr>
            <a:graphicFrameLocks noChangeAspect="1"/>
          </p:cNvGraphicFramePr>
          <p:nvPr/>
        </p:nvGraphicFramePr>
        <p:xfrm>
          <a:off x="882650" y="4294188"/>
          <a:ext cx="1708150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1" imgW="647700" imgH="254000" progId="Equation.3">
                  <p:embed/>
                </p:oleObj>
              </mc:Choice>
              <mc:Fallback>
                <p:oleObj name="" r:id="rId11" imgW="647700" imgH="2540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882650" y="4294188"/>
                        <a:ext cx="1708150" cy="671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558800" y="3622675"/>
            <a:ext cx="2032000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400" b="0" dirty="0">
                <a:latin typeface="微软雅黑" panose="020B0503020204020204" charset="-122"/>
                <a:ea typeface="微软雅黑" panose="020B0503020204020204" charset="-122"/>
              </a:rPr>
              <a:t>复数的两要素</a:t>
            </a:r>
            <a:endParaRPr lang="zh-CN" altLang="en-US" sz="2400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0538" y="5192713"/>
            <a:ext cx="8105775" cy="831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400" b="0" dirty="0">
                <a:latin typeface="微软雅黑" panose="020B0503020204020204" charset="-122"/>
                <a:ea typeface="微软雅黑" panose="020B0503020204020204" charset="-122"/>
              </a:rPr>
              <a:t>      在同一个电路中，所有物理量的角频率是相同的，就是激励源的角频率。所以正弦量可以用相量表示：</a:t>
            </a:r>
            <a:endParaRPr lang="zh-CN" altLang="en-US" sz="2400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AutoShape 9"/>
          <p:cNvSpPr/>
          <p:nvPr/>
        </p:nvSpPr>
        <p:spPr bwMode="auto">
          <a:xfrm>
            <a:off x="4854575" y="4029075"/>
            <a:ext cx="160338" cy="849313"/>
          </a:xfrm>
          <a:prstGeom prst="leftBrace">
            <a:avLst>
              <a:gd name="adj1" fmla="val 58333"/>
              <a:gd name="adj2" fmla="val 51407"/>
            </a:avLst>
          </a:prstGeom>
          <a:noFill/>
          <a:ln w="38100">
            <a:solidFill>
              <a:schemeClr val="tx2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sp>
        <p:nvSpPr>
          <p:cNvPr id="4" name="文本框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97461" y="4532308"/>
            <a:ext cx="1254573" cy="369334"/>
          </a:xfrm>
          <a:prstGeom prst="rect">
            <a:avLst/>
          </a:prstGeom>
          <a:blipFill>
            <a:blip r:embed="rId13"/>
            <a:stretch>
              <a:fillRect l="-8252" t="-24590" r="-14078" b="-49180"/>
            </a:stretch>
          </a:blipFill>
        </p:spPr>
        <p:txBody>
          <a:bodyPr/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noFill/>
                <a:latin typeface="方正行楷简体" pitchFamily="2" charset="-122"/>
                <a:ea typeface="方正行楷简体" pitchFamily="2" charset="-122"/>
                <a:cs typeface="+mn-cs"/>
              </a:rPr>
              <a:t> </a:t>
            </a:r>
            <a:endParaRPr kumimoji="1" lang="zh-CN" altLang="en-US" kern="1200" cap="none" spc="0" normalizeH="0" baseline="0" noProof="0">
              <a:noFill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sp>
        <p:nvSpPr>
          <p:cNvPr id="34" name="文本框 3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97460" y="3939658"/>
            <a:ext cx="929745" cy="369332"/>
          </a:xfrm>
          <a:prstGeom prst="rect">
            <a:avLst/>
          </a:prstGeom>
          <a:blipFill>
            <a:blip r:embed="rId14"/>
            <a:stretch>
              <a:fillRect l="-11111" t="-24590" r="-18954" b="-49180"/>
            </a:stretch>
          </a:blipFill>
        </p:spPr>
        <p:txBody>
          <a:bodyPr/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>
                <a:noFill/>
                <a:latin typeface="方正行楷简体" pitchFamily="2" charset="-122"/>
                <a:ea typeface="方正行楷简体" pitchFamily="2" charset="-122"/>
                <a:cs typeface="+mn-cs"/>
              </a:rPr>
              <a:t> </a:t>
            </a:r>
            <a:endParaRPr kumimoji="1" lang="zh-CN" altLang="en-US" kern="1200" cap="none" spc="0" normalizeH="0" baseline="0" noProof="0">
              <a:noFill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8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8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6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16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2" grpId="0"/>
      <p:bldP spid="168964" grpId="0"/>
      <p:bldP spid="24" grpId="0"/>
      <p:bldP spid="29" grpId="0" animBg="1"/>
      <p:bldP spid="2" grpId="0"/>
      <p:bldP spid="3" grpId="0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771900"/>
            <a:ext cx="2362200" cy="685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相量图：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9989" name="Text Box 5"/>
          <p:cNvSpPr txBox="1"/>
          <p:nvPr/>
        </p:nvSpPr>
        <p:spPr>
          <a:xfrm>
            <a:off x="2892425" y="76200"/>
            <a:ext cx="6904038" cy="519113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相量的</a:t>
            </a:r>
            <a:r>
              <a:rPr lang="zh-CN" altLang="en-US" dirty="0">
                <a:latin typeface="方正行楷简体" pitchFamily="2" charset="-122"/>
                <a:ea typeface="宋体" panose="02010600030101010101" pitchFamily="2" charset="-122"/>
              </a:rPr>
              <a:t>模</a:t>
            </a:r>
            <a:r>
              <a:rPr lang="zh-CN" altLang="en-US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为正弦量的</a:t>
            </a:r>
            <a:r>
              <a:rPr lang="zh-CN" altLang="en-US" dirty="0">
                <a:latin typeface="方正行楷简体" pitchFamily="2" charset="-122"/>
                <a:ea typeface="宋体" panose="02010600030101010101" pitchFamily="2" charset="-122"/>
              </a:rPr>
              <a:t>振幅</a:t>
            </a:r>
            <a:endParaRPr lang="zh-CN" altLang="en-US" dirty="0">
              <a:latin typeface="方正行楷简体" pitchFamily="2" charset="-122"/>
              <a:ea typeface="宋体" panose="02010600030101010101" pitchFamily="2" charset="-122"/>
            </a:endParaRPr>
          </a:p>
        </p:txBody>
      </p:sp>
      <p:sp>
        <p:nvSpPr>
          <p:cNvPr id="169990" name="Text Box 6"/>
          <p:cNvSpPr txBox="1"/>
          <p:nvPr/>
        </p:nvSpPr>
        <p:spPr>
          <a:xfrm>
            <a:off x="2892425" y="685800"/>
            <a:ext cx="6904038" cy="519113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相量的</a:t>
            </a:r>
            <a:r>
              <a:rPr lang="zh-CN" altLang="en-US" dirty="0">
                <a:latin typeface="方正行楷简体" pitchFamily="2" charset="-122"/>
                <a:ea typeface="宋体" panose="02010600030101010101" pitchFamily="2" charset="-122"/>
              </a:rPr>
              <a:t>幅角</a:t>
            </a:r>
            <a:r>
              <a:rPr lang="zh-CN" altLang="en-US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为正弦量的</a:t>
            </a:r>
            <a:r>
              <a:rPr lang="zh-CN" altLang="en-US" dirty="0">
                <a:latin typeface="方正行楷简体" pitchFamily="2" charset="-122"/>
                <a:ea typeface="宋体" panose="02010600030101010101" pitchFamily="2" charset="-122"/>
              </a:rPr>
              <a:t>初相角</a:t>
            </a:r>
            <a:endParaRPr lang="zh-CN" altLang="en-US" dirty="0">
              <a:latin typeface="方正行楷简体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69991" name="Object 7"/>
          <p:cNvGraphicFramePr>
            <a:graphicFrameLocks noChangeAspect="1"/>
          </p:cNvGraphicFramePr>
          <p:nvPr/>
        </p:nvGraphicFramePr>
        <p:xfrm>
          <a:off x="771525" y="2314575"/>
          <a:ext cx="66167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2578100" imgH="317500" progId="Equation.3">
                  <p:embed/>
                </p:oleObj>
              </mc:Choice>
              <mc:Fallback>
                <p:oleObj name="" r:id="rId1" imgW="2578100" imgH="3175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771525" y="2314575"/>
                        <a:ext cx="6616700" cy="809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2" name="Object 8"/>
          <p:cNvGraphicFramePr>
            <a:graphicFrameLocks noChangeAspect="1"/>
          </p:cNvGraphicFramePr>
          <p:nvPr/>
        </p:nvGraphicFramePr>
        <p:xfrm>
          <a:off x="1114425" y="2997200"/>
          <a:ext cx="6045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3" imgW="2349500" imgH="317500" progId="Equation.3">
                  <p:embed/>
                </p:oleObj>
              </mc:Choice>
              <mc:Fallback>
                <p:oleObj name="" r:id="rId3" imgW="2349500" imgH="3175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114425" y="2997200"/>
                        <a:ext cx="6045200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3" name="Object 9"/>
          <p:cNvGraphicFramePr>
            <a:graphicFrameLocks noChangeAspect="1"/>
          </p:cNvGraphicFramePr>
          <p:nvPr/>
        </p:nvGraphicFramePr>
        <p:xfrm>
          <a:off x="515938" y="1066800"/>
          <a:ext cx="4357687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5" imgW="1701800" imgH="317500" progId="Equation.3">
                  <p:embed/>
                </p:oleObj>
              </mc:Choice>
              <mc:Fallback>
                <p:oleObj name="" r:id="rId5" imgW="1701800" imgH="3175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15938" y="1066800"/>
                        <a:ext cx="4357687" cy="809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4" name="Object 10"/>
          <p:cNvGraphicFramePr>
            <a:graphicFrameLocks noChangeAspect="1"/>
          </p:cNvGraphicFramePr>
          <p:nvPr/>
        </p:nvGraphicFramePr>
        <p:xfrm>
          <a:off x="606425" y="1706563"/>
          <a:ext cx="4445000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7" imgW="1739900" imgH="317500" progId="Equation.3">
                  <p:embed/>
                </p:oleObj>
              </mc:Choice>
              <mc:Fallback>
                <p:oleObj name="" r:id="rId7" imgW="1739900" imgH="3175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06425" y="1706563"/>
                        <a:ext cx="4445000" cy="808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9996" name="Group 12"/>
          <p:cNvGrpSpPr>
            <a:grpSpLocks noChangeAspect="1"/>
          </p:cNvGrpSpPr>
          <p:nvPr/>
        </p:nvGrpSpPr>
        <p:grpSpPr>
          <a:xfrm>
            <a:off x="457200" y="117475"/>
            <a:ext cx="2054225" cy="812800"/>
            <a:chOff x="288" y="74"/>
            <a:chExt cx="1294" cy="512"/>
          </a:xfrm>
        </p:grpSpPr>
        <p:sp>
          <p:nvSpPr>
            <p:cNvPr id="169995" name="AutoShape 11"/>
            <p:cNvSpPr>
              <a:spLocks noChangeAspect="1" noChangeArrowheads="1" noTextEdit="1"/>
            </p:cNvSpPr>
            <p:nvPr/>
          </p:nvSpPr>
          <p:spPr bwMode="auto">
            <a:xfrm>
              <a:off x="288" y="74"/>
              <a:ext cx="1294" cy="512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2538" name="Rectangle 13"/>
            <p:cNvSpPr/>
            <p:nvPr/>
          </p:nvSpPr>
          <p:spPr>
            <a:xfrm>
              <a:off x="1384" y="216"/>
              <a:ext cx="129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100" i="1" dirty="0">
                  <a:latin typeface="Symbol" panose="05050102010706020507" pitchFamily="18" charset="2"/>
                  <a:ea typeface="宋体" panose="02010600030101010101" pitchFamily="2" charset="-122"/>
                </a:rPr>
                <a:t>q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39" name="Rectangle 14"/>
            <p:cNvSpPr/>
            <p:nvPr/>
          </p:nvSpPr>
          <p:spPr>
            <a:xfrm>
              <a:off x="1195" y="216"/>
              <a:ext cx="190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100" dirty="0">
                  <a:latin typeface="Symbol" panose="05050102010706020507" pitchFamily="18" charset="2"/>
                  <a:ea typeface="宋体" panose="02010600030101010101" pitchFamily="2" charset="-122"/>
                </a:rPr>
                <a:t>Ð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40" name="Rectangle 15"/>
            <p:cNvSpPr/>
            <p:nvPr/>
          </p:nvSpPr>
          <p:spPr>
            <a:xfrm>
              <a:off x="711" y="216"/>
              <a:ext cx="136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100" dirty="0">
                  <a:latin typeface="Symbol" panose="05050102010706020507" pitchFamily="18" charset="2"/>
                  <a:ea typeface="宋体" panose="02010600030101010101" pitchFamily="2" charset="-122"/>
                </a:rPr>
                <a:t>=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41" name="Rectangle 16"/>
            <p:cNvSpPr/>
            <p:nvPr/>
          </p:nvSpPr>
          <p:spPr>
            <a:xfrm>
              <a:off x="384" y="95"/>
              <a:ext cx="6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1800" dirty="0">
                  <a:latin typeface="Symbol" panose="05050102010706020507" pitchFamily="18" charset="2"/>
                  <a:ea typeface="宋体" panose="02010600030101010101" pitchFamily="2" charset="-122"/>
                </a:rPr>
                <a:t>·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42" name="Rectangle 17"/>
            <p:cNvSpPr/>
            <p:nvPr/>
          </p:nvSpPr>
          <p:spPr>
            <a:xfrm>
              <a:off x="1081" y="397"/>
              <a:ext cx="11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1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43" name="Rectangle 18"/>
            <p:cNvSpPr/>
            <p:nvPr/>
          </p:nvSpPr>
          <p:spPr>
            <a:xfrm>
              <a:off x="524" y="350"/>
              <a:ext cx="11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1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44" name="Rectangle 19"/>
            <p:cNvSpPr/>
            <p:nvPr/>
          </p:nvSpPr>
          <p:spPr>
            <a:xfrm>
              <a:off x="880" y="244"/>
              <a:ext cx="179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1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45" name="Rectangle 20"/>
            <p:cNvSpPr/>
            <p:nvPr/>
          </p:nvSpPr>
          <p:spPr>
            <a:xfrm>
              <a:off x="302" y="244"/>
              <a:ext cx="179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31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0005" name="Line 21"/>
          <p:cNvSpPr>
            <a:spLocks noChangeShapeType="1"/>
          </p:cNvSpPr>
          <p:nvPr/>
        </p:nvSpPr>
        <p:spPr bwMode="auto">
          <a:xfrm flipV="1">
            <a:off x="1438275" y="4987925"/>
            <a:ext cx="1346200" cy="106521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sp>
        <p:nvSpPr>
          <p:cNvPr id="170006" name="Line 22"/>
          <p:cNvSpPr>
            <a:spLocks noChangeShapeType="1"/>
          </p:cNvSpPr>
          <p:nvPr/>
        </p:nvSpPr>
        <p:spPr bwMode="auto">
          <a:xfrm>
            <a:off x="2755900" y="5067300"/>
            <a:ext cx="0" cy="1319213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sp>
        <p:nvSpPr>
          <p:cNvPr id="170007" name="Line 23"/>
          <p:cNvSpPr>
            <a:spLocks noChangeShapeType="1"/>
          </p:cNvSpPr>
          <p:nvPr/>
        </p:nvSpPr>
        <p:spPr bwMode="auto">
          <a:xfrm flipH="1">
            <a:off x="1019175" y="5016500"/>
            <a:ext cx="1609725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grpSp>
        <p:nvGrpSpPr>
          <p:cNvPr id="170008" name="Group 24"/>
          <p:cNvGrpSpPr/>
          <p:nvPr/>
        </p:nvGrpSpPr>
        <p:grpSpPr>
          <a:xfrm>
            <a:off x="1687513" y="5541963"/>
            <a:ext cx="817562" cy="584200"/>
            <a:chOff x="1090" y="3724"/>
            <a:chExt cx="515" cy="368"/>
          </a:xfrm>
        </p:grpSpPr>
        <p:sp>
          <p:nvSpPr>
            <p:cNvPr id="170009" name="Arc 25"/>
            <p:cNvSpPr/>
            <p:nvPr/>
          </p:nvSpPr>
          <p:spPr bwMode="auto">
            <a:xfrm>
              <a:off x="1090" y="3939"/>
              <a:ext cx="54" cy="10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7150">
              <a:solidFill>
                <a:schemeClr val="tx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2551" name="Text Box 26"/>
            <p:cNvSpPr txBox="1"/>
            <p:nvPr/>
          </p:nvSpPr>
          <p:spPr>
            <a:xfrm>
              <a:off x="1160" y="3724"/>
              <a:ext cx="445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θ</a:t>
              </a:r>
              <a:endParaRPr lang="en-US" altLang="zh-CN" sz="32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0011" name="Group 27"/>
          <p:cNvGrpSpPr/>
          <p:nvPr/>
        </p:nvGrpSpPr>
        <p:grpSpPr>
          <a:xfrm>
            <a:off x="1019175" y="4495800"/>
            <a:ext cx="3241675" cy="2014538"/>
            <a:chOff x="633" y="3065"/>
            <a:chExt cx="2042" cy="1269"/>
          </a:xfrm>
        </p:grpSpPr>
        <p:sp>
          <p:nvSpPr>
            <p:cNvPr id="170012" name="Line 28"/>
            <p:cNvSpPr>
              <a:spLocks noChangeShapeType="1"/>
            </p:cNvSpPr>
            <p:nvPr/>
          </p:nvSpPr>
          <p:spPr bwMode="auto">
            <a:xfrm>
              <a:off x="633" y="4046"/>
              <a:ext cx="167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0013" name="Line 29"/>
            <p:cNvSpPr>
              <a:spLocks noChangeShapeType="1"/>
            </p:cNvSpPr>
            <p:nvPr/>
          </p:nvSpPr>
          <p:spPr bwMode="auto">
            <a:xfrm flipV="1">
              <a:off x="897" y="3137"/>
              <a:ext cx="0" cy="11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2555" name="Text Box 30"/>
            <p:cNvSpPr txBox="1"/>
            <p:nvPr/>
          </p:nvSpPr>
          <p:spPr>
            <a:xfrm>
              <a:off x="705" y="4046"/>
              <a:ext cx="49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0</a:t>
              </a:r>
              <a:endParaRPr lang="en-US" altLang="zh-CN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556" name="Text Box 31"/>
            <p:cNvSpPr txBox="1"/>
            <p:nvPr/>
          </p:nvSpPr>
          <p:spPr>
            <a:xfrm>
              <a:off x="2166" y="4046"/>
              <a:ext cx="50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+1</a:t>
              </a:r>
              <a:endParaRPr lang="en-US" altLang="zh-CN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557" name="Text Box 32"/>
            <p:cNvSpPr txBox="1"/>
            <p:nvPr/>
          </p:nvSpPr>
          <p:spPr>
            <a:xfrm>
              <a:off x="897" y="3065"/>
              <a:ext cx="6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+j</a:t>
              </a:r>
              <a:endParaRPr lang="en-US" altLang="zh-CN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70018" name="Object 34"/>
          <p:cNvGraphicFramePr>
            <a:graphicFrameLocks noChangeAspect="1"/>
          </p:cNvGraphicFramePr>
          <p:nvPr/>
        </p:nvGraphicFramePr>
        <p:xfrm>
          <a:off x="1524000" y="3898900"/>
          <a:ext cx="357822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9" imgW="1371600" imgH="228600" progId="Equation.3">
                  <p:embed/>
                </p:oleObj>
              </mc:Choice>
              <mc:Fallback>
                <p:oleObj name="" r:id="rId9" imgW="1371600" imgH="2286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524000" y="3898900"/>
                        <a:ext cx="3578225" cy="596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0019" name="Group 35"/>
          <p:cNvGrpSpPr/>
          <p:nvPr/>
        </p:nvGrpSpPr>
        <p:grpSpPr>
          <a:xfrm>
            <a:off x="1019175" y="6053138"/>
            <a:ext cx="2111375" cy="509587"/>
            <a:chOff x="2664" y="3470"/>
            <a:chExt cx="1330" cy="321"/>
          </a:xfrm>
        </p:grpSpPr>
        <p:graphicFrame>
          <p:nvGraphicFramePr>
            <p:cNvPr id="22560" name="Object 36"/>
            <p:cNvGraphicFramePr>
              <a:graphicFrameLocks noChangeAspect="1"/>
            </p:cNvGraphicFramePr>
            <p:nvPr/>
          </p:nvGraphicFramePr>
          <p:xfrm>
            <a:off x="2939" y="3470"/>
            <a:ext cx="818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11" imgW="584200" imgH="228600" progId="Equation.3">
                    <p:embed/>
                  </p:oleObj>
                </mc:Choice>
                <mc:Fallback>
                  <p:oleObj name="" r:id="rId11" imgW="584200" imgH="22860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12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39" y="3470"/>
                          <a:ext cx="818" cy="3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0021" name="Line 37"/>
            <p:cNvSpPr>
              <a:spLocks noChangeShapeType="1"/>
            </p:cNvSpPr>
            <p:nvPr/>
          </p:nvSpPr>
          <p:spPr bwMode="auto">
            <a:xfrm>
              <a:off x="2664" y="3614"/>
              <a:ext cx="2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0022" name="Line 38"/>
            <p:cNvSpPr>
              <a:spLocks noChangeShapeType="1"/>
            </p:cNvSpPr>
            <p:nvPr/>
          </p:nvSpPr>
          <p:spPr bwMode="auto">
            <a:xfrm flipH="1">
              <a:off x="3758" y="3615"/>
              <a:ext cx="2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pSp>
        <p:nvGrpSpPr>
          <p:cNvPr id="170023" name="Group 39"/>
          <p:cNvGrpSpPr/>
          <p:nvPr/>
        </p:nvGrpSpPr>
        <p:grpSpPr>
          <a:xfrm>
            <a:off x="152400" y="5010150"/>
            <a:ext cx="1322388" cy="1042988"/>
            <a:chOff x="2118" y="2813"/>
            <a:chExt cx="833" cy="657"/>
          </a:xfrm>
        </p:grpSpPr>
        <p:graphicFrame>
          <p:nvGraphicFramePr>
            <p:cNvPr id="22564" name="Object 40"/>
            <p:cNvGraphicFramePr>
              <a:graphicFrameLocks noChangeAspect="1"/>
            </p:cNvGraphicFramePr>
            <p:nvPr/>
          </p:nvGraphicFramePr>
          <p:xfrm>
            <a:off x="2118" y="2953"/>
            <a:ext cx="833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13" imgW="533400" imgH="228600" progId="Equation.3">
                    <p:embed/>
                  </p:oleObj>
                </mc:Choice>
                <mc:Fallback>
                  <p:oleObj name="" r:id="rId13" imgW="533400" imgH="228600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14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18" y="2953"/>
                          <a:ext cx="833" cy="3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0025" name="Line 41"/>
            <p:cNvSpPr>
              <a:spLocks noChangeShapeType="1"/>
            </p:cNvSpPr>
            <p:nvPr/>
          </p:nvSpPr>
          <p:spPr bwMode="auto">
            <a:xfrm flipV="1">
              <a:off x="2803" y="2813"/>
              <a:ext cx="0" cy="1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0026" name="Line 42"/>
            <p:cNvSpPr>
              <a:spLocks noChangeShapeType="1"/>
            </p:cNvSpPr>
            <p:nvPr/>
          </p:nvSpPr>
          <p:spPr bwMode="auto">
            <a:xfrm>
              <a:off x="2808" y="3196"/>
              <a:ext cx="0" cy="2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sp>
        <p:nvSpPr>
          <p:cNvPr id="170027" name="Text Box 43"/>
          <p:cNvSpPr txBox="1"/>
          <p:nvPr/>
        </p:nvSpPr>
        <p:spPr>
          <a:xfrm>
            <a:off x="4724400" y="4800600"/>
            <a:ext cx="4065588" cy="1117600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方正行楷简体" pitchFamily="2" charset="-122"/>
                <a:ea typeface="楷体_GB2312" pitchFamily="49" charset="-122"/>
              </a:rPr>
              <a:t>同频率的正弦量，才能画在同一个相量图上。</a:t>
            </a:r>
            <a:endParaRPr lang="zh-CN" altLang="en-US" dirty="0">
              <a:solidFill>
                <a:schemeClr val="tx1"/>
              </a:solidFill>
              <a:latin typeface="方正行楷简体" pitchFamily="2" charset="-122"/>
              <a:ea typeface="楷体_GB2312" pitchFamily="49" charset="-122"/>
            </a:endParaRPr>
          </a:p>
        </p:txBody>
      </p:sp>
      <p:grpSp>
        <p:nvGrpSpPr>
          <p:cNvPr id="170031" name="Group 47"/>
          <p:cNvGrpSpPr>
            <a:grpSpLocks noChangeAspect="1"/>
          </p:cNvGrpSpPr>
          <p:nvPr/>
        </p:nvGrpSpPr>
        <p:grpSpPr>
          <a:xfrm>
            <a:off x="2784475" y="4608513"/>
            <a:ext cx="1482725" cy="584200"/>
            <a:chOff x="1946" y="3089"/>
            <a:chExt cx="934" cy="368"/>
          </a:xfrm>
        </p:grpSpPr>
        <p:sp>
          <p:nvSpPr>
            <p:cNvPr id="170030" name="AutoShape 46"/>
            <p:cNvSpPr>
              <a:spLocks noChangeAspect="1" noChangeArrowheads="1" noTextEdit="1"/>
            </p:cNvSpPr>
            <p:nvPr/>
          </p:nvSpPr>
          <p:spPr bwMode="auto">
            <a:xfrm>
              <a:off x="1946" y="3089"/>
              <a:ext cx="934" cy="368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2570" name="Rectangle 48"/>
            <p:cNvSpPr/>
            <p:nvPr/>
          </p:nvSpPr>
          <p:spPr>
            <a:xfrm>
              <a:off x="2737" y="3191"/>
              <a:ext cx="92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i="1" dirty="0">
                  <a:latin typeface="Symbol" panose="05050102010706020507" pitchFamily="18" charset="2"/>
                  <a:ea typeface="宋体" panose="02010600030101010101" pitchFamily="2" charset="-122"/>
                </a:rPr>
                <a:t>q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71" name="Rectangle 49"/>
            <p:cNvSpPr/>
            <p:nvPr/>
          </p:nvSpPr>
          <p:spPr>
            <a:xfrm>
              <a:off x="2601" y="3191"/>
              <a:ext cx="135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dirty="0">
                  <a:latin typeface="Symbol" panose="05050102010706020507" pitchFamily="18" charset="2"/>
                  <a:ea typeface="宋体" panose="02010600030101010101" pitchFamily="2" charset="-122"/>
                </a:rPr>
                <a:t>Ð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72" name="Rectangle 50"/>
            <p:cNvSpPr/>
            <p:nvPr/>
          </p:nvSpPr>
          <p:spPr>
            <a:xfrm>
              <a:off x="2251" y="3191"/>
              <a:ext cx="97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dirty="0">
                  <a:latin typeface="Symbol" panose="05050102010706020507" pitchFamily="18" charset="2"/>
                  <a:ea typeface="宋体" panose="02010600030101010101" pitchFamily="2" charset="-122"/>
                </a:rPr>
                <a:t>=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73" name="Rectangle 51"/>
            <p:cNvSpPr/>
            <p:nvPr/>
          </p:nvSpPr>
          <p:spPr>
            <a:xfrm>
              <a:off x="2015" y="3104"/>
              <a:ext cx="48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1300" dirty="0">
                  <a:latin typeface="Symbol" panose="05050102010706020507" pitchFamily="18" charset="2"/>
                  <a:ea typeface="宋体" panose="02010600030101010101" pitchFamily="2" charset="-122"/>
                </a:rPr>
                <a:t>·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74" name="Rectangle 52"/>
            <p:cNvSpPr/>
            <p:nvPr/>
          </p:nvSpPr>
          <p:spPr>
            <a:xfrm>
              <a:off x="2518" y="3321"/>
              <a:ext cx="81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13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75" name="Rectangle 53"/>
            <p:cNvSpPr/>
            <p:nvPr/>
          </p:nvSpPr>
          <p:spPr>
            <a:xfrm>
              <a:off x="2116" y="3288"/>
              <a:ext cx="81" cy="1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13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76" name="Rectangle 54"/>
            <p:cNvSpPr/>
            <p:nvPr/>
          </p:nvSpPr>
          <p:spPr>
            <a:xfrm>
              <a:off x="2374" y="3212"/>
              <a:ext cx="127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77" name="Rectangle 55"/>
            <p:cNvSpPr/>
            <p:nvPr/>
          </p:nvSpPr>
          <p:spPr>
            <a:xfrm>
              <a:off x="1956" y="3212"/>
              <a:ext cx="127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r>
                <a:rPr lang="en-US" altLang="zh-CN" sz="22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9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9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9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0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8" dur="500"/>
                                        <p:tgtEl>
                                          <p:spTgt spid="17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70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7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170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17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3" dur="500"/>
                                        <p:tgtEl>
                                          <p:spTgt spid="170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7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70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6" grpId="0"/>
      <p:bldP spid="169989" grpId="0"/>
      <p:bldP spid="169990" grpId="0"/>
      <p:bldP spid="1700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4613"/>
            <a:ext cx="2819400" cy="6365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j-cs"/>
              </a:rPr>
              <a:t>例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j-cs"/>
              </a:rPr>
              <a:t>8.2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j-cs"/>
              </a:rPr>
              <a:t>：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j-cs"/>
            </a:endParaRPr>
          </a:p>
        </p:txBody>
      </p:sp>
      <p:sp>
        <p:nvSpPr>
          <p:cNvPr id="171012" name="Text Box 4"/>
          <p:cNvSpPr txBox="1"/>
          <p:nvPr/>
        </p:nvSpPr>
        <p:spPr>
          <a:xfrm>
            <a:off x="1219200" y="152400"/>
            <a:ext cx="7772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写出正弦量的相量并画出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相量图：</a:t>
            </a:r>
            <a:endParaRPr lang="zh-CN" altLang="en-US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71013" name="Object 5"/>
          <p:cNvGraphicFramePr>
            <a:graphicFrameLocks noChangeAspect="1"/>
          </p:cNvGraphicFramePr>
          <p:nvPr/>
        </p:nvGraphicFramePr>
        <p:xfrm>
          <a:off x="914400" y="849313"/>
          <a:ext cx="443230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1536700" imgH="228600" progId="Equation.3">
                  <p:embed/>
                </p:oleObj>
              </mc:Choice>
              <mc:Fallback>
                <p:oleObj name="" r:id="rId1" imgW="1536700" imgH="2286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914400" y="849313"/>
                        <a:ext cx="4432300" cy="658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4" name="Object 6"/>
          <p:cNvGraphicFramePr>
            <a:graphicFrameLocks noChangeAspect="1"/>
          </p:cNvGraphicFramePr>
          <p:nvPr/>
        </p:nvGraphicFramePr>
        <p:xfrm>
          <a:off x="5334000" y="620713"/>
          <a:ext cx="3186113" cy="120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3" imgW="1104900" imgH="419100" progId="Equation.3">
                  <p:embed/>
                </p:oleObj>
              </mc:Choice>
              <mc:Fallback>
                <p:oleObj name="" r:id="rId3" imgW="1104900" imgH="4191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334000" y="620713"/>
                        <a:ext cx="3186113" cy="1208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5" name="Text Box 7"/>
          <p:cNvSpPr txBox="1"/>
          <p:nvPr/>
        </p:nvSpPr>
        <p:spPr>
          <a:xfrm>
            <a:off x="152400" y="850900"/>
            <a:ext cx="1600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latin typeface="方正行楷简体" pitchFamily="2" charset="-122"/>
                <a:ea typeface="方正行楷简体" pitchFamily="2" charset="-122"/>
              </a:rPr>
              <a:t>解</a:t>
            </a:r>
            <a:r>
              <a:rPr lang="en-US" altLang="zh-CN" sz="3200" dirty="0">
                <a:latin typeface="方正行楷简体" pitchFamily="2" charset="-122"/>
                <a:ea typeface="方正行楷简体" pitchFamily="2" charset="-122"/>
              </a:rPr>
              <a:t>:</a:t>
            </a:r>
            <a:endParaRPr lang="en-US" altLang="zh-CN" sz="3200" dirty="0">
              <a:latin typeface="方正行楷简体" pitchFamily="2" charset="-122"/>
              <a:ea typeface="方正行楷简体" pitchFamily="2" charset="-122"/>
            </a:endParaRPr>
          </a:p>
        </p:txBody>
      </p:sp>
      <p:graphicFrame>
        <p:nvGraphicFramePr>
          <p:cNvPr id="171016" name="Object 8"/>
          <p:cNvGraphicFramePr>
            <a:graphicFrameLocks noChangeAspect="1"/>
          </p:cNvGraphicFramePr>
          <p:nvPr/>
        </p:nvGraphicFramePr>
        <p:xfrm>
          <a:off x="838200" y="1611313"/>
          <a:ext cx="4872038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5" imgW="1689100" imgH="228600" progId="Equation.3">
                  <p:embed/>
                </p:oleObj>
              </mc:Choice>
              <mc:Fallback>
                <p:oleObj name="" r:id="rId5" imgW="1689100" imgH="2286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838200" y="1611313"/>
                        <a:ext cx="4872038" cy="658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7" name="Object 9"/>
          <p:cNvGraphicFramePr>
            <a:graphicFrameLocks noChangeAspect="1"/>
          </p:cNvGraphicFramePr>
          <p:nvPr/>
        </p:nvGraphicFramePr>
        <p:xfrm>
          <a:off x="1616075" y="2373313"/>
          <a:ext cx="6080125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7" imgW="2108200" imgH="228600" progId="Equation.3">
                  <p:embed/>
                </p:oleObj>
              </mc:Choice>
              <mc:Fallback>
                <p:oleObj name="" r:id="rId7" imgW="2108200" imgH="2286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616075" y="2373313"/>
                        <a:ext cx="6080125" cy="658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8" name="Object 10"/>
          <p:cNvGraphicFramePr>
            <a:graphicFrameLocks noChangeAspect="1"/>
          </p:cNvGraphicFramePr>
          <p:nvPr/>
        </p:nvGraphicFramePr>
        <p:xfrm>
          <a:off x="0" y="3973513"/>
          <a:ext cx="4725988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9" imgW="1638300" imgH="241300" progId="Equation.3">
                  <p:embed/>
                </p:oleObj>
              </mc:Choice>
              <mc:Fallback>
                <p:oleObj name="" r:id="rId9" imgW="1638300" imgH="2413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0" y="3973513"/>
                        <a:ext cx="4725988" cy="692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9" name="Object 11"/>
          <p:cNvGraphicFramePr>
            <a:graphicFrameLocks noChangeAspect="1"/>
          </p:cNvGraphicFramePr>
          <p:nvPr/>
        </p:nvGraphicFramePr>
        <p:xfrm>
          <a:off x="1371600" y="2952750"/>
          <a:ext cx="327660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1" imgW="1180465" imgH="419100" progId="Equation.3">
                  <p:embed/>
                </p:oleObj>
              </mc:Choice>
              <mc:Fallback>
                <p:oleObj name="" r:id="rId11" imgW="1180465" imgH="4191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371600" y="2952750"/>
                        <a:ext cx="3276600" cy="1162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20" name="Object 12"/>
          <p:cNvGraphicFramePr>
            <a:graphicFrameLocks noChangeAspect="1"/>
          </p:cNvGraphicFramePr>
          <p:nvPr/>
        </p:nvGraphicFramePr>
        <p:xfrm>
          <a:off x="808038" y="4659313"/>
          <a:ext cx="4754562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3" imgW="1701800" imgH="228600" progId="Equation.3">
                  <p:embed/>
                </p:oleObj>
              </mc:Choice>
              <mc:Fallback>
                <p:oleObj name="" r:id="rId13" imgW="1701800" imgH="2286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808038" y="4659313"/>
                        <a:ext cx="4754562" cy="639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21" name="Object 13"/>
          <p:cNvGraphicFramePr>
            <a:graphicFrameLocks noChangeAspect="1"/>
          </p:cNvGraphicFramePr>
          <p:nvPr/>
        </p:nvGraphicFramePr>
        <p:xfrm>
          <a:off x="685800" y="5345113"/>
          <a:ext cx="3771900" cy="120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15" imgW="1308100" imgH="419100" progId="Equation.3">
                  <p:embed/>
                </p:oleObj>
              </mc:Choice>
              <mc:Fallback>
                <p:oleObj name="" r:id="rId15" imgW="1308100" imgH="4191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85800" y="5345113"/>
                        <a:ext cx="3771900" cy="1208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1022" name="Group 14"/>
          <p:cNvGrpSpPr/>
          <p:nvPr/>
        </p:nvGrpSpPr>
        <p:grpSpPr>
          <a:xfrm>
            <a:off x="5181600" y="3349625"/>
            <a:ext cx="2133600" cy="1447800"/>
            <a:chOff x="-1344" y="2208"/>
            <a:chExt cx="1344" cy="912"/>
          </a:xfrm>
        </p:grpSpPr>
        <p:sp>
          <p:nvSpPr>
            <p:cNvPr id="171023" name="Line 15"/>
            <p:cNvSpPr>
              <a:spLocks noChangeShapeType="1"/>
            </p:cNvSpPr>
            <p:nvPr/>
          </p:nvSpPr>
          <p:spPr bwMode="auto">
            <a:xfrm flipH="1" flipV="1">
              <a:off x="-1056" y="2496"/>
              <a:ext cx="1056" cy="624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graphicFrame>
          <p:nvGraphicFramePr>
            <p:cNvPr id="23566" name="Object 16"/>
            <p:cNvGraphicFramePr>
              <a:graphicFrameLocks noChangeAspect="1"/>
            </p:cNvGraphicFramePr>
            <p:nvPr/>
          </p:nvGraphicFramePr>
          <p:xfrm>
            <a:off x="-1344" y="2208"/>
            <a:ext cx="299" cy="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" r:id="rId17" imgW="177800" imgH="279400" progId="Equation.3">
                    <p:embed/>
                  </p:oleObj>
                </mc:Choice>
                <mc:Fallback>
                  <p:oleObj name="" r:id="rId17" imgW="177800" imgH="279400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18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-1344" y="2208"/>
                          <a:ext cx="299" cy="4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folHlink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1025" name="Group 17"/>
          <p:cNvGrpSpPr/>
          <p:nvPr/>
        </p:nvGrpSpPr>
        <p:grpSpPr>
          <a:xfrm>
            <a:off x="5562600" y="3197225"/>
            <a:ext cx="3733800" cy="2895600"/>
            <a:chOff x="1200" y="1968"/>
            <a:chExt cx="2352" cy="1824"/>
          </a:xfrm>
        </p:grpSpPr>
        <p:grpSp>
          <p:nvGrpSpPr>
            <p:cNvPr id="23568" name="Group 18"/>
            <p:cNvGrpSpPr/>
            <p:nvPr/>
          </p:nvGrpSpPr>
          <p:grpSpPr>
            <a:xfrm>
              <a:off x="1200" y="1968"/>
              <a:ext cx="2352" cy="1824"/>
              <a:chOff x="1200" y="1968"/>
              <a:chExt cx="2352" cy="1824"/>
            </a:xfrm>
          </p:grpSpPr>
          <p:sp>
            <p:nvSpPr>
              <p:cNvPr id="171027" name="Line 19"/>
              <p:cNvSpPr>
                <a:spLocks noChangeShapeType="1"/>
              </p:cNvSpPr>
              <p:nvPr/>
            </p:nvSpPr>
            <p:spPr bwMode="auto">
              <a:xfrm>
                <a:off x="1200" y="2976"/>
                <a:ext cx="211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171028" name="Line 20"/>
              <p:cNvSpPr>
                <a:spLocks noChangeShapeType="1"/>
              </p:cNvSpPr>
              <p:nvPr/>
            </p:nvSpPr>
            <p:spPr bwMode="auto">
              <a:xfrm flipV="1">
                <a:off x="2304" y="2064"/>
                <a:ext cx="0" cy="17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3571" name="Text Box 21"/>
              <p:cNvSpPr txBox="1"/>
              <p:nvPr/>
            </p:nvSpPr>
            <p:spPr>
              <a:xfrm>
                <a:off x="3120" y="2985"/>
                <a:ext cx="43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方正行楷简体" pitchFamily="2" charset="-122"/>
                    <a:ea typeface="宋体" panose="02010600030101010101" pitchFamily="2" charset="-122"/>
                  </a:rPr>
                  <a:t>+1</a:t>
                </a:r>
                <a:endParaRPr lang="en-US" altLang="zh-CN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3572" name="Text Box 22"/>
              <p:cNvSpPr txBox="1"/>
              <p:nvPr/>
            </p:nvSpPr>
            <p:spPr>
              <a:xfrm>
                <a:off x="2352" y="1968"/>
                <a:ext cx="62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方正行楷简体" pitchFamily="2" charset="-122"/>
                    <a:ea typeface="宋体" panose="02010600030101010101" pitchFamily="2" charset="-122"/>
                  </a:rPr>
                  <a:t>+j</a:t>
                </a:r>
                <a:endParaRPr lang="en-US" altLang="zh-CN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3573" name="Text Box 23"/>
            <p:cNvSpPr txBox="1"/>
            <p:nvPr/>
          </p:nvSpPr>
          <p:spPr>
            <a:xfrm>
              <a:off x="2016" y="2976"/>
              <a:ext cx="81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1054" name="Group 46"/>
          <p:cNvGrpSpPr/>
          <p:nvPr/>
        </p:nvGrpSpPr>
        <p:grpSpPr>
          <a:xfrm>
            <a:off x="7518400" y="4267200"/>
            <a:ext cx="1168400" cy="533400"/>
            <a:chOff x="4880" y="1632"/>
            <a:chExt cx="736" cy="336"/>
          </a:xfrm>
        </p:grpSpPr>
        <p:grpSp>
          <p:nvGrpSpPr>
            <p:cNvPr id="23575" name="Group 45"/>
            <p:cNvGrpSpPr/>
            <p:nvPr/>
          </p:nvGrpSpPr>
          <p:grpSpPr>
            <a:xfrm>
              <a:off x="4880" y="1744"/>
              <a:ext cx="160" cy="224"/>
              <a:chOff x="4880" y="1744"/>
              <a:chExt cx="160" cy="224"/>
            </a:xfrm>
          </p:grpSpPr>
          <p:sp>
            <p:nvSpPr>
              <p:cNvPr id="171033" name="Arc 25"/>
              <p:cNvSpPr/>
              <p:nvPr/>
            </p:nvSpPr>
            <p:spPr bwMode="auto">
              <a:xfrm>
                <a:off x="4944" y="1824"/>
                <a:ext cx="96" cy="144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57150">
                <a:solidFill>
                  <a:schemeClr val="tx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171034" name="Line 26"/>
              <p:cNvSpPr>
                <a:spLocks noChangeShapeType="1"/>
              </p:cNvSpPr>
              <p:nvPr/>
            </p:nvSpPr>
            <p:spPr bwMode="auto">
              <a:xfrm rot="20400000" flipH="1" flipV="1">
                <a:off x="4880" y="1744"/>
                <a:ext cx="48" cy="87"/>
              </a:xfrm>
              <a:prstGeom prst="line">
                <a:avLst/>
              </a:prstGeom>
              <a:noFill/>
              <a:ln w="57150">
                <a:solidFill>
                  <a:schemeClr val="tx2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  <p:sp>
          <p:nvSpPr>
            <p:cNvPr id="23578" name="Text Box 27"/>
            <p:cNvSpPr txBox="1"/>
            <p:nvPr/>
          </p:nvSpPr>
          <p:spPr>
            <a:xfrm>
              <a:off x="4992" y="1632"/>
              <a:ext cx="62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60</a:t>
              </a:r>
              <a:r>
                <a:rPr lang="en-US" altLang="zh-CN" baseline="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1036" name="Group 28"/>
          <p:cNvGrpSpPr/>
          <p:nvPr/>
        </p:nvGrpSpPr>
        <p:grpSpPr>
          <a:xfrm>
            <a:off x="6781800" y="3973513"/>
            <a:ext cx="990600" cy="793750"/>
            <a:chOff x="1968" y="2457"/>
            <a:chExt cx="624" cy="500"/>
          </a:xfrm>
        </p:grpSpPr>
        <p:sp>
          <p:nvSpPr>
            <p:cNvPr id="171037" name="Arc 29"/>
            <p:cNvSpPr/>
            <p:nvPr/>
          </p:nvSpPr>
          <p:spPr bwMode="auto">
            <a:xfrm flipV="1">
              <a:off x="2112" y="2784"/>
              <a:ext cx="365" cy="173"/>
            </a:xfrm>
            <a:custGeom>
              <a:avLst/>
              <a:gdLst>
                <a:gd name="G0" fmla="+- 3700 0 0"/>
                <a:gd name="G1" fmla="+- 6339 0 0"/>
                <a:gd name="G2" fmla="+- 21600 0 0"/>
                <a:gd name="T0" fmla="*/ 24349 w 25300"/>
                <a:gd name="T1" fmla="*/ 0 h 27939"/>
                <a:gd name="T2" fmla="*/ 0 w 25300"/>
                <a:gd name="T3" fmla="*/ 27620 h 27939"/>
                <a:gd name="T4" fmla="*/ 3700 w 25300"/>
                <a:gd name="T5" fmla="*/ 6339 h 27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300" h="27939" fill="none" extrusionOk="0">
                  <a:moveTo>
                    <a:pt x="24348" y="0"/>
                  </a:moveTo>
                  <a:cubicBezTo>
                    <a:pt x="24979" y="2053"/>
                    <a:pt x="25300" y="4190"/>
                    <a:pt x="25300" y="6339"/>
                  </a:cubicBezTo>
                  <a:cubicBezTo>
                    <a:pt x="25300" y="18268"/>
                    <a:pt x="15629" y="27939"/>
                    <a:pt x="3700" y="27939"/>
                  </a:cubicBezTo>
                  <a:cubicBezTo>
                    <a:pt x="2459" y="27939"/>
                    <a:pt x="1221" y="27832"/>
                    <a:pt x="0" y="27619"/>
                  </a:cubicBezTo>
                </a:path>
                <a:path w="25300" h="27939" stroke="0" extrusionOk="0">
                  <a:moveTo>
                    <a:pt x="24348" y="0"/>
                  </a:moveTo>
                  <a:cubicBezTo>
                    <a:pt x="24979" y="2053"/>
                    <a:pt x="25300" y="4190"/>
                    <a:pt x="25300" y="6339"/>
                  </a:cubicBezTo>
                  <a:cubicBezTo>
                    <a:pt x="25300" y="18268"/>
                    <a:pt x="15629" y="27939"/>
                    <a:pt x="3700" y="27939"/>
                  </a:cubicBezTo>
                  <a:cubicBezTo>
                    <a:pt x="2459" y="27939"/>
                    <a:pt x="1221" y="27832"/>
                    <a:pt x="0" y="27619"/>
                  </a:cubicBezTo>
                  <a:lnTo>
                    <a:pt x="3700" y="6339"/>
                  </a:lnTo>
                  <a:close/>
                </a:path>
              </a:pathLst>
            </a:custGeom>
            <a:noFill/>
            <a:ln w="57150">
              <a:solidFill>
                <a:schemeClr val="tx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1038" name="Line 30"/>
            <p:cNvSpPr>
              <a:spLocks noChangeShapeType="1"/>
            </p:cNvSpPr>
            <p:nvPr/>
          </p:nvSpPr>
          <p:spPr bwMode="auto">
            <a:xfrm flipH="1">
              <a:off x="2064" y="2784"/>
              <a:ext cx="96" cy="48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3582" name="Text Box 31"/>
            <p:cNvSpPr txBox="1"/>
            <p:nvPr/>
          </p:nvSpPr>
          <p:spPr>
            <a:xfrm>
              <a:off x="1968" y="2457"/>
              <a:ext cx="62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150</a:t>
              </a:r>
              <a:r>
                <a:rPr lang="en-US" altLang="zh-CN" baseline="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1052" name="Group 44"/>
          <p:cNvGrpSpPr/>
          <p:nvPr/>
        </p:nvGrpSpPr>
        <p:grpSpPr>
          <a:xfrm>
            <a:off x="7213600" y="4876800"/>
            <a:ext cx="1244600" cy="712788"/>
            <a:chOff x="4544" y="3072"/>
            <a:chExt cx="784" cy="535"/>
          </a:xfrm>
        </p:grpSpPr>
        <p:grpSp>
          <p:nvGrpSpPr>
            <p:cNvPr id="23584" name="Group 43"/>
            <p:cNvGrpSpPr/>
            <p:nvPr/>
          </p:nvGrpSpPr>
          <p:grpSpPr>
            <a:xfrm rot="-2400000">
              <a:off x="4544" y="3072"/>
              <a:ext cx="288" cy="192"/>
              <a:chOff x="4608" y="3120"/>
              <a:chExt cx="288" cy="192"/>
            </a:xfrm>
          </p:grpSpPr>
          <p:sp>
            <p:nvSpPr>
              <p:cNvPr id="171041" name="Arc 33"/>
              <p:cNvSpPr/>
              <p:nvPr/>
            </p:nvSpPr>
            <p:spPr bwMode="auto">
              <a:xfrm>
                <a:off x="4656" y="3167"/>
                <a:ext cx="240" cy="144"/>
              </a:xfrm>
              <a:custGeom>
                <a:avLst/>
                <a:gdLst>
                  <a:gd name="G0" fmla="+- 21513 0 0"/>
                  <a:gd name="G1" fmla="+- 6464 0 0"/>
                  <a:gd name="G2" fmla="+- 21600 0 0"/>
                  <a:gd name="T0" fmla="*/ 42123 w 43113"/>
                  <a:gd name="T1" fmla="*/ 0 h 28064"/>
                  <a:gd name="T2" fmla="*/ 0 w 43113"/>
                  <a:gd name="T3" fmla="*/ 8399 h 28064"/>
                  <a:gd name="T4" fmla="*/ 21513 w 43113"/>
                  <a:gd name="T5" fmla="*/ 6464 h 280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13" h="28064" fill="none" extrusionOk="0">
                    <a:moveTo>
                      <a:pt x="42123" y="-1"/>
                    </a:moveTo>
                    <a:cubicBezTo>
                      <a:pt x="42779" y="2091"/>
                      <a:pt x="43113" y="4271"/>
                      <a:pt x="43113" y="6464"/>
                    </a:cubicBezTo>
                    <a:cubicBezTo>
                      <a:pt x="43113" y="18393"/>
                      <a:pt x="33442" y="28064"/>
                      <a:pt x="21513" y="28064"/>
                    </a:cubicBezTo>
                    <a:cubicBezTo>
                      <a:pt x="10333" y="28064"/>
                      <a:pt x="1001" y="19533"/>
                      <a:pt x="-1" y="8399"/>
                    </a:cubicBezTo>
                  </a:path>
                  <a:path w="43113" h="28064" stroke="0" extrusionOk="0">
                    <a:moveTo>
                      <a:pt x="42123" y="-1"/>
                    </a:moveTo>
                    <a:cubicBezTo>
                      <a:pt x="42779" y="2091"/>
                      <a:pt x="43113" y="4271"/>
                      <a:pt x="43113" y="6464"/>
                    </a:cubicBezTo>
                    <a:cubicBezTo>
                      <a:pt x="43113" y="18393"/>
                      <a:pt x="33442" y="28064"/>
                      <a:pt x="21513" y="28064"/>
                    </a:cubicBezTo>
                    <a:cubicBezTo>
                      <a:pt x="10333" y="28064"/>
                      <a:pt x="1001" y="19533"/>
                      <a:pt x="-1" y="8399"/>
                    </a:cubicBezTo>
                    <a:lnTo>
                      <a:pt x="21513" y="6464"/>
                    </a:lnTo>
                    <a:close/>
                  </a:path>
                </a:pathLst>
              </a:custGeom>
              <a:noFill/>
              <a:ln w="57150">
                <a:solidFill>
                  <a:schemeClr val="tx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171042" name="Line 34"/>
              <p:cNvSpPr>
                <a:spLocks noChangeShapeType="1"/>
              </p:cNvSpPr>
              <p:nvPr/>
            </p:nvSpPr>
            <p:spPr bwMode="auto">
              <a:xfrm flipH="1" flipV="1">
                <a:off x="4608" y="3120"/>
                <a:ext cx="48" cy="96"/>
              </a:xfrm>
              <a:prstGeom prst="line">
                <a:avLst/>
              </a:prstGeom>
              <a:noFill/>
              <a:ln w="57150">
                <a:solidFill>
                  <a:schemeClr val="tx2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  <p:sp>
          <p:nvSpPr>
            <p:cNvPr id="23587" name="Text Box 35"/>
            <p:cNvSpPr txBox="1"/>
            <p:nvPr/>
          </p:nvSpPr>
          <p:spPr>
            <a:xfrm>
              <a:off x="4608" y="3216"/>
              <a:ext cx="720" cy="3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120</a:t>
              </a:r>
              <a:r>
                <a:rPr lang="en-US" altLang="zh-CN" baseline="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1044" name="Group 36"/>
          <p:cNvGrpSpPr/>
          <p:nvPr/>
        </p:nvGrpSpPr>
        <p:grpSpPr>
          <a:xfrm>
            <a:off x="7315200" y="3273425"/>
            <a:ext cx="1165225" cy="1524000"/>
            <a:chOff x="-1584" y="2256"/>
            <a:chExt cx="734" cy="960"/>
          </a:xfrm>
        </p:grpSpPr>
        <p:sp>
          <p:nvSpPr>
            <p:cNvPr id="171045" name="Line 37"/>
            <p:cNvSpPr>
              <a:spLocks noChangeShapeType="1"/>
            </p:cNvSpPr>
            <p:nvPr/>
          </p:nvSpPr>
          <p:spPr bwMode="auto">
            <a:xfrm flipV="1">
              <a:off x="-1584" y="2496"/>
              <a:ext cx="480" cy="720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graphicFrame>
          <p:nvGraphicFramePr>
            <p:cNvPr id="23590" name="Object 38"/>
            <p:cNvGraphicFramePr>
              <a:graphicFrameLocks noChangeAspect="1"/>
            </p:cNvGraphicFramePr>
            <p:nvPr/>
          </p:nvGraphicFramePr>
          <p:xfrm>
            <a:off x="-1200" y="2256"/>
            <a:ext cx="350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19" imgW="203200" imgH="304800" progId="Equation.3">
                    <p:embed/>
                  </p:oleObj>
                </mc:Choice>
                <mc:Fallback>
                  <p:oleObj name="" r:id="rId19" imgW="203200" imgH="3048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20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-1200" y="2256"/>
                          <a:ext cx="350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folHlink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1047" name="Group 39"/>
          <p:cNvGrpSpPr/>
          <p:nvPr/>
        </p:nvGrpSpPr>
        <p:grpSpPr>
          <a:xfrm>
            <a:off x="6324600" y="4797425"/>
            <a:ext cx="990600" cy="1477963"/>
            <a:chOff x="-1152" y="3120"/>
            <a:chExt cx="624" cy="931"/>
          </a:xfrm>
        </p:grpSpPr>
        <p:sp>
          <p:nvSpPr>
            <p:cNvPr id="171048" name="Line 40"/>
            <p:cNvSpPr>
              <a:spLocks noChangeShapeType="1"/>
            </p:cNvSpPr>
            <p:nvPr/>
          </p:nvSpPr>
          <p:spPr bwMode="auto">
            <a:xfrm flipH="1">
              <a:off x="-912" y="3120"/>
              <a:ext cx="384" cy="576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graphicFrame>
          <p:nvGraphicFramePr>
            <p:cNvPr id="23593" name="Object 41"/>
            <p:cNvGraphicFramePr>
              <a:graphicFrameLocks noChangeAspect="1"/>
            </p:cNvGraphicFramePr>
            <p:nvPr/>
          </p:nvGraphicFramePr>
          <p:xfrm>
            <a:off x="-1152" y="3552"/>
            <a:ext cx="353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21" imgW="215900" imgH="304800" progId="Equation.3">
                    <p:embed/>
                  </p:oleObj>
                </mc:Choice>
                <mc:Fallback>
                  <p:oleObj name="" r:id="rId21" imgW="215900" imgH="3048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22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-1152" y="3552"/>
                          <a:ext cx="353" cy="4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folHlink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7" dur="500"/>
                                        <p:tgtEl>
                                          <p:spTgt spid="17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7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6" dur="500"/>
                                        <p:tgtEl>
                                          <p:spTgt spid="17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17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5" dur="500"/>
                                        <p:tgtEl>
                                          <p:spTgt spid="17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17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0" grpId="0"/>
      <p:bldP spid="171012" grpId="0"/>
      <p:bldP spid="1710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3170" name="Text Box 2"/>
          <p:cNvSpPr txBox="1"/>
          <p:nvPr/>
        </p:nvSpPr>
        <p:spPr>
          <a:xfrm>
            <a:off x="611188" y="620713"/>
            <a:ext cx="447040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342900" indent="-342900">
              <a:buAutoNum type="circleNumDbPlain" startAt="2"/>
            </a:pPr>
            <a:r>
              <a:rPr lang="zh-CN" altLang="en-US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正弦量的微分、积分运算</a:t>
            </a:r>
            <a:endParaRPr lang="zh-CN" altLang="en-US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63171" name="Object 3"/>
          <p:cNvGraphicFramePr>
            <a:graphicFrameLocks noChangeAspect="1"/>
          </p:cNvGraphicFramePr>
          <p:nvPr/>
        </p:nvGraphicFramePr>
        <p:xfrm>
          <a:off x="1042988" y="1268413"/>
          <a:ext cx="6192837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" imgW="3536315" imgH="335915" progId="Equation.3">
                  <p:embed/>
                </p:oleObj>
              </mc:Choice>
              <mc:Fallback>
                <p:oleObj name="" r:id="rId1" imgW="3536315" imgH="335915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1268413"/>
                        <a:ext cx="6192837" cy="676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73" name="Object 5"/>
          <p:cNvGraphicFramePr>
            <a:graphicFrameLocks noChangeAspect="1"/>
          </p:cNvGraphicFramePr>
          <p:nvPr/>
        </p:nvGraphicFramePr>
        <p:xfrm>
          <a:off x="2484438" y="3140075"/>
          <a:ext cx="5983287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3" imgW="3926840" imgH="685800" progId="Equation.3">
                  <p:embed/>
                </p:oleObj>
              </mc:Choice>
              <mc:Fallback>
                <p:oleObj name="" r:id="rId3" imgW="3926840" imgH="6858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84438" y="3140075"/>
                        <a:ext cx="5983287" cy="1106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174" name="Text Box 6" descr="绿色大理石"/>
          <p:cNvSpPr txBox="1"/>
          <p:nvPr/>
        </p:nvSpPr>
        <p:spPr>
          <a:xfrm>
            <a:off x="611188" y="2205038"/>
            <a:ext cx="1800225" cy="519112"/>
          </a:xfrm>
          <a:prstGeom prst="rect">
            <a:avLst/>
          </a:prstGeom>
          <a:blipFill rotWithShape="1">
            <a:blip r:embed="rId5"/>
          </a:blipFill>
          <a:ln w="19050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微分运算  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63175" name="Text Box 7" descr="绿色大理石"/>
          <p:cNvSpPr txBox="1"/>
          <p:nvPr/>
        </p:nvSpPr>
        <p:spPr>
          <a:xfrm>
            <a:off x="539750" y="3357563"/>
            <a:ext cx="1800225" cy="519112"/>
          </a:xfrm>
          <a:prstGeom prst="rect">
            <a:avLst/>
          </a:prstGeom>
          <a:blipFill rotWithShape="1">
            <a:blip r:embed="rId5"/>
          </a:blipFill>
          <a:ln w="19050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积分运算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63176" name="Group 8"/>
          <p:cNvGrpSpPr/>
          <p:nvPr/>
        </p:nvGrpSpPr>
        <p:grpSpPr>
          <a:xfrm>
            <a:off x="533083" y="5257483"/>
            <a:ext cx="3887787" cy="1152525"/>
            <a:chOff x="296" y="2532"/>
            <a:chExt cx="2585" cy="648"/>
          </a:xfrm>
        </p:grpSpPr>
        <p:graphicFrame>
          <p:nvGraphicFramePr>
            <p:cNvPr id="24583" name="Object 9"/>
            <p:cNvGraphicFramePr>
              <a:graphicFrameLocks noChangeAspect="1"/>
            </p:cNvGraphicFramePr>
            <p:nvPr/>
          </p:nvGraphicFramePr>
          <p:xfrm>
            <a:off x="296" y="2532"/>
            <a:ext cx="2585" cy="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6" imgW="2514600" imgH="591820" progId="Equation.3">
                    <p:embed/>
                  </p:oleObj>
                </mc:Choice>
                <mc:Fallback>
                  <p:oleObj name="" r:id="rId6" imgW="2514600" imgH="59182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A50021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6" y="2532"/>
                          <a:ext cx="2585" cy="648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00FFFF"/>
                            </a:gs>
                            <a:gs pos="50000">
                              <a:schemeClr val="bg1"/>
                            </a:gs>
                            <a:gs pos="100000">
                              <a:srgbClr val="00FFFF"/>
                            </a:gs>
                          </a:gsLst>
                          <a:lin ang="5400000" scaled="1"/>
                          <a:tileRect/>
                        </a:gra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3178" name="Line 10"/>
            <p:cNvSpPr>
              <a:spLocks noChangeShapeType="1"/>
            </p:cNvSpPr>
            <p:nvPr/>
          </p:nvSpPr>
          <p:spPr bwMode="auto">
            <a:xfrm flipH="1">
              <a:off x="1927" y="2749"/>
              <a:ext cx="91" cy="318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63179" name="Line 11"/>
            <p:cNvSpPr>
              <a:spLocks noChangeShapeType="1"/>
            </p:cNvSpPr>
            <p:nvPr/>
          </p:nvSpPr>
          <p:spPr bwMode="auto">
            <a:xfrm>
              <a:off x="1927" y="3067"/>
              <a:ext cx="774" cy="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pSp>
        <p:nvGrpSpPr>
          <p:cNvPr id="263180" name="Group 12"/>
          <p:cNvGrpSpPr/>
          <p:nvPr/>
        </p:nvGrpSpPr>
        <p:grpSpPr>
          <a:xfrm>
            <a:off x="4800283" y="5257483"/>
            <a:ext cx="3673475" cy="1152525"/>
            <a:chOff x="3128" y="2897"/>
            <a:chExt cx="2361" cy="674"/>
          </a:xfrm>
        </p:grpSpPr>
        <p:graphicFrame>
          <p:nvGraphicFramePr>
            <p:cNvPr id="24587" name="Object 13"/>
            <p:cNvGraphicFramePr>
              <a:graphicFrameLocks noChangeAspect="1"/>
            </p:cNvGraphicFramePr>
            <p:nvPr/>
          </p:nvGraphicFramePr>
          <p:xfrm>
            <a:off x="3128" y="2897"/>
            <a:ext cx="2361" cy="6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8" imgW="2379980" imgH="645160" progId="Equation.3">
                    <p:embed/>
                  </p:oleObj>
                </mc:Choice>
                <mc:Fallback>
                  <p:oleObj name="" r:id="rId8" imgW="2379980" imgH="64516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A50021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28" y="2897"/>
                          <a:ext cx="2361" cy="674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CCFFCC"/>
                            </a:gs>
                            <a:gs pos="50000">
                              <a:srgbClr val="FFFFFF"/>
                            </a:gs>
                            <a:gs pos="100000">
                              <a:srgbClr val="CCFFCC"/>
                            </a:gs>
                          </a:gsLst>
                          <a:lin ang="5400000" scaled="1"/>
                          <a:tileRect/>
                        </a:gra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3182" name="Line 14"/>
            <p:cNvSpPr>
              <a:spLocks noChangeShapeType="1"/>
            </p:cNvSpPr>
            <p:nvPr/>
          </p:nvSpPr>
          <p:spPr bwMode="auto">
            <a:xfrm>
              <a:off x="4649" y="3113"/>
              <a:ext cx="0" cy="317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63183" name="Line 15"/>
            <p:cNvSpPr>
              <a:spLocks noChangeShapeType="1"/>
            </p:cNvSpPr>
            <p:nvPr/>
          </p:nvSpPr>
          <p:spPr bwMode="auto">
            <a:xfrm>
              <a:off x="4649" y="3430"/>
              <a:ext cx="722" cy="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pSp>
        <p:nvGrpSpPr>
          <p:cNvPr id="24590" name="Group 1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4591" name="Picture 17" descr="789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92" name="Text Box 1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4593" name="Group 1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4594" name="Picture 20" descr="789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95" name="Text Box 2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4596" name="Group 22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4597" name="Picture 23" descr="789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98" name="Text Box 24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2627313" y="2060575"/>
          <a:ext cx="5740400" cy="140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1" imgW="3644900" imgH="889000" progId="Equation.3">
                  <p:embed/>
                </p:oleObj>
              </mc:Choice>
              <mc:Fallback>
                <p:oleObj name="" r:id="rId11" imgW="3644900" imgH="8890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27313" y="2060575"/>
                        <a:ext cx="5740400" cy="1408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3594100" y="4322445"/>
            <a:ext cx="1673860" cy="554990"/>
            <a:chOff x="5660" y="6807"/>
            <a:chExt cx="2636" cy="87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/>
                <p:cNvSpPr txBox="1"/>
                <p:nvPr/>
              </p:nvSpPr>
              <p:spPr>
                <a:xfrm>
                  <a:off x="5660" y="6807"/>
                  <a:ext cx="2637" cy="874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square" rtlCol="0">
                  <a:spAutoFit/>
                </a:bodyPr>
                <a:p>
                  <a:r>
                    <a:rPr lang="en-US" altLang="zh-CN" i="1">
                      <a:gradFill>
                        <a:gsLst>
                          <a:gs pos="50000">
                            <a:schemeClr val="accent4"/>
                          </a:gs>
                          <a:gs pos="0">
                            <a:schemeClr val="accent4">
                              <a:lumMod val="25000"/>
                              <a:lumOff val="75000"/>
                            </a:schemeClr>
                          </a:gs>
                          <a:gs pos="100000">
                            <a:schemeClr val="accent4">
                              <a:lumMod val="85000"/>
                            </a:schemeClr>
                          </a:gs>
                        </a:gsLst>
                        <a:lin ang="5400000" scaled="1"/>
                      </a:gra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i</a:t>
                  </a:r>
                  <a:r>
                    <a:rPr lang="en-US" altLang="zh-CN">
                      <a:gradFill>
                        <a:gsLst>
                          <a:gs pos="50000">
                            <a:schemeClr val="accent4"/>
                          </a:gs>
                          <a:gs pos="0">
                            <a:schemeClr val="accent4">
                              <a:lumMod val="25000"/>
                              <a:lumOff val="75000"/>
                            </a:schemeClr>
                          </a:gs>
                          <a:gs pos="100000">
                            <a:schemeClr val="accent4">
                              <a:lumMod val="85000"/>
                            </a:schemeClr>
                          </a:gs>
                        </a:gsLst>
                        <a:lin ang="5400000" scaled="1"/>
                      </a:gra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  </a:t>
                  </a:r>
                  <a:r>
                    <a:rPr lang="en-US" altLang="zh-CN">
                      <a:gradFill>
                        <a:gsLst>
                          <a:gs pos="50000">
                            <a:schemeClr val="accent4"/>
                          </a:gs>
                          <a:gs pos="0">
                            <a:schemeClr val="accent4">
                              <a:lumMod val="25000"/>
                              <a:lumOff val="75000"/>
                            </a:schemeClr>
                          </a:gs>
                          <a:gs pos="100000">
                            <a:schemeClr val="accent4">
                              <a:lumMod val="85000"/>
                            </a:schemeClr>
                          </a:gs>
                        </a:gsLst>
                        <a:lin ang="5400000" scaled="1"/>
                      </a:gra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zh-CN" i="1">
                              <a:gradFill>
                                <a:gsLst>
                                  <a:gs pos="50000">
                                    <a:schemeClr val="accent4"/>
                                  </a:gs>
                                  <a:gs pos="0">
                                    <a:schemeClr val="accent4">
                                      <a:lumMod val="25000"/>
                                      <a:lumOff val="75000"/>
                                    </a:schemeClr>
                                  </a:gs>
                                  <a:gs pos="100000">
                                    <a:schemeClr val="accent4">
                                      <a:lumMod val="85000"/>
                                    </a:schemeClr>
                                  </a:gs>
                                </a:gsLst>
                                <a:lin ang="5400000" scaled="1"/>
                              </a:gra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gradFill>
                                <a:gsLst>
                                  <a:gs pos="50000">
                                    <a:schemeClr val="accent4"/>
                                  </a:gs>
                                  <a:gs pos="0">
                                    <a:schemeClr val="accent4">
                                      <a:lumMod val="25000"/>
                                      <a:lumOff val="75000"/>
                                    </a:schemeClr>
                                  </a:gs>
                                  <a:gs pos="100000">
                                    <a:schemeClr val="accent4">
                                      <a:lumMod val="85000"/>
                                    </a:schemeClr>
                                  </a:gs>
                                </a:gsLst>
                                <a:lin ang="5400000" scaled="1"/>
                              </a:gra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𝑰</m:t>
                          </m:r>
                        </m:e>
                      </m:acc>
                    </m:oMath>
                  </a14:m>
                  <a:endParaRPr lang="en-US" altLang="zh-CN" i="1">
                    <a:gradFill>
                      <a:gsLst>
                        <a:gs pos="50000">
                          <a:schemeClr val="accent4"/>
                        </a:gs>
                        <a:gs pos="0">
                          <a:schemeClr val="accent4">
                            <a:lumMod val="25000"/>
                            <a:lumOff val="75000"/>
                          </a:schemeClr>
                        </a:gs>
                        <a:gs pos="100000">
                          <a:schemeClr val="accent4">
                            <a:lumMod val="85000"/>
                          </a:schemeClr>
                        </a:gs>
                      </a:gsLst>
                      <a:lin ang="5400000" scaled="1"/>
                    </a:gradFill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0" name="文本框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0" y="6807"/>
                  <a:ext cx="2637" cy="874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接箭头连接符 12"/>
            <p:cNvCxnSpPr/>
            <p:nvPr/>
          </p:nvCxnSpPr>
          <p:spPr>
            <a:xfrm flipV="1">
              <a:off x="6642" y="7239"/>
              <a:ext cx="642" cy="11"/>
            </a:xfrm>
            <a:prstGeom prst="straightConnector1">
              <a:avLst/>
            </a:prstGeom>
            <a:solidFill>
              <a:schemeClr val="accent1"/>
            </a:solidFill>
            <a:ln w="19050">
              <a:solidFill>
                <a:srgbClr val="000000"/>
              </a:solidFill>
              <a:tailEnd type="arrow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3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3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6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3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3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26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2000"/>
                                        <p:tgtEl>
                                          <p:spTgt spid="263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263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0" grpId="0"/>
      <p:bldP spid="263174" grpId="0" animBg="1"/>
      <p:bldP spid="26317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5400" y="76200"/>
            <a:ext cx="2552700" cy="6365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j-cs"/>
              </a:rPr>
              <a:t>例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j-cs"/>
              </a:rPr>
              <a:t>8.4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j-cs"/>
              </a:rPr>
              <a:t>：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j-cs"/>
            </a:endParaRPr>
          </a:p>
        </p:txBody>
      </p:sp>
      <p:graphicFrame>
        <p:nvGraphicFramePr>
          <p:cNvPr id="175108" name="Object 4"/>
          <p:cNvGraphicFramePr>
            <a:graphicFrameLocks noChangeAspect="1"/>
          </p:cNvGraphicFramePr>
          <p:nvPr/>
        </p:nvGraphicFramePr>
        <p:xfrm>
          <a:off x="3733800" y="457200"/>
          <a:ext cx="4141788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" imgW="2192020" imgH="309245" progId="Equation.3">
                  <p:embed/>
                </p:oleObj>
              </mc:Choice>
              <mc:Fallback>
                <p:oleObj name="" r:id="rId1" imgW="2192020" imgH="309245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733800" y="457200"/>
                        <a:ext cx="4141788" cy="657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09" name="Object 5"/>
          <p:cNvGraphicFramePr>
            <a:graphicFrameLocks noChangeAspect="1"/>
          </p:cNvGraphicFramePr>
          <p:nvPr/>
        </p:nvGraphicFramePr>
        <p:xfrm>
          <a:off x="3733800" y="1371600"/>
          <a:ext cx="4271963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3" imgW="2259330" imgH="524510" progId="Equation.3">
                  <p:embed/>
                </p:oleObj>
              </mc:Choice>
              <mc:Fallback>
                <p:oleObj name="" r:id="rId3" imgW="2259330" imgH="52451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733800" y="1371600"/>
                        <a:ext cx="4271963" cy="1052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36" name="Text Box 32"/>
          <p:cNvSpPr txBox="1"/>
          <p:nvPr/>
        </p:nvSpPr>
        <p:spPr>
          <a:xfrm>
            <a:off x="457200" y="2947988"/>
            <a:ext cx="32004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用相量运算：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175137" name="Object 33"/>
          <p:cNvGraphicFramePr>
            <a:graphicFrameLocks noChangeAspect="1"/>
          </p:cNvGraphicFramePr>
          <p:nvPr/>
        </p:nvGraphicFramePr>
        <p:xfrm>
          <a:off x="3306763" y="2667000"/>
          <a:ext cx="4008437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5" imgW="2111375" imgH="578485" progId="Equation.3">
                  <p:embed/>
                </p:oleObj>
              </mc:Choice>
              <mc:Fallback>
                <p:oleObj name="" r:id="rId5" imgW="2111375" imgH="578485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306763" y="2667000"/>
                        <a:ext cx="4008437" cy="1150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38" name="Text Box 34"/>
          <p:cNvSpPr txBox="1"/>
          <p:nvPr/>
        </p:nvSpPr>
        <p:spPr>
          <a:xfrm>
            <a:off x="228600" y="3810000"/>
            <a:ext cx="3810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相量法的优点：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5139" name="Text Box 35"/>
          <p:cNvSpPr txBox="1"/>
          <p:nvPr/>
        </p:nvSpPr>
        <p:spPr>
          <a:xfrm>
            <a:off x="228600" y="4491038"/>
            <a:ext cx="6354763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）把时域问题变为复数问题；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5140" name="Text Box 36"/>
          <p:cNvSpPr txBox="1"/>
          <p:nvPr/>
        </p:nvSpPr>
        <p:spPr>
          <a:xfrm>
            <a:off x="228600" y="5067300"/>
            <a:ext cx="8228013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）把微积分方程的运算变为复数方程运算；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5141" name="Text Box 37"/>
          <p:cNvSpPr txBox="1"/>
          <p:nvPr/>
        </p:nvSpPr>
        <p:spPr>
          <a:xfrm>
            <a:off x="228600" y="5702300"/>
            <a:ext cx="888047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）把直流电路的分析方法直接用于交流电路；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75142" name="Group 38"/>
          <p:cNvGrpSpPr/>
          <p:nvPr/>
        </p:nvGrpSpPr>
        <p:grpSpPr>
          <a:xfrm>
            <a:off x="762000" y="685800"/>
            <a:ext cx="1938338" cy="1736725"/>
            <a:chOff x="1004" y="1624"/>
            <a:chExt cx="1221" cy="1094"/>
          </a:xfrm>
        </p:grpSpPr>
        <p:sp>
          <p:nvSpPr>
            <p:cNvPr id="175143" name="Freeform 39"/>
            <p:cNvSpPr/>
            <p:nvPr/>
          </p:nvSpPr>
          <p:spPr bwMode="auto">
            <a:xfrm>
              <a:off x="2174" y="1981"/>
              <a:ext cx="1" cy="123"/>
            </a:xfrm>
            <a:custGeom>
              <a:avLst/>
              <a:gdLst>
                <a:gd name="T0" fmla="*/ 0 w 1"/>
                <a:gd name="T1" fmla="*/ 123 h 123"/>
                <a:gd name="T2" fmla="*/ 0 w 1"/>
                <a:gd name="T3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3">
                  <a:moveTo>
                    <a:pt x="0" y="123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5144" name="Freeform 40"/>
            <p:cNvSpPr/>
            <p:nvPr/>
          </p:nvSpPr>
          <p:spPr bwMode="auto">
            <a:xfrm>
              <a:off x="2177" y="2488"/>
              <a:ext cx="1" cy="123"/>
            </a:xfrm>
            <a:custGeom>
              <a:avLst/>
              <a:gdLst>
                <a:gd name="T0" fmla="*/ 0 w 1"/>
                <a:gd name="T1" fmla="*/ 0 h 123"/>
                <a:gd name="T2" fmla="*/ 0 w 1"/>
                <a:gd name="T3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3">
                  <a:moveTo>
                    <a:pt x="0" y="0"/>
                  </a:moveTo>
                  <a:lnTo>
                    <a:pt x="0" y="12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5145" name="Rectangle 41"/>
            <p:cNvSpPr>
              <a:spLocks noChangeArrowheads="1"/>
            </p:cNvSpPr>
            <p:nvPr/>
          </p:nvSpPr>
          <p:spPr bwMode="auto">
            <a:xfrm rot="-5400000">
              <a:off x="1745" y="1827"/>
              <a:ext cx="136" cy="31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5614" name="Text Box 42"/>
            <p:cNvSpPr txBox="1"/>
            <p:nvPr/>
          </p:nvSpPr>
          <p:spPr>
            <a:xfrm>
              <a:off x="1682" y="1648"/>
              <a:ext cx="24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5147" name="Line 43"/>
            <p:cNvSpPr>
              <a:spLocks noChangeShapeType="1"/>
            </p:cNvSpPr>
            <p:nvPr/>
          </p:nvSpPr>
          <p:spPr bwMode="auto">
            <a:xfrm>
              <a:off x="1281" y="1912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5616" name="Text Box 44"/>
            <p:cNvSpPr txBox="1"/>
            <p:nvPr/>
          </p:nvSpPr>
          <p:spPr>
            <a:xfrm>
              <a:off x="1232" y="1624"/>
              <a:ext cx="350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4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17" name="Text Box 45"/>
            <p:cNvSpPr txBox="1"/>
            <p:nvPr/>
          </p:nvSpPr>
          <p:spPr>
            <a:xfrm>
              <a:off x="1004" y="2144"/>
              <a:ext cx="40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4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18" name="Text Box 46"/>
            <p:cNvSpPr txBox="1"/>
            <p:nvPr/>
          </p:nvSpPr>
          <p:spPr>
            <a:xfrm>
              <a:off x="1955" y="2112"/>
              <a:ext cx="253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4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5619" name="Group 47"/>
            <p:cNvGrpSpPr/>
            <p:nvPr/>
          </p:nvGrpSpPr>
          <p:grpSpPr>
            <a:xfrm rot="5400000">
              <a:off x="2009" y="2272"/>
              <a:ext cx="384" cy="48"/>
              <a:chOff x="666" y="1872"/>
              <a:chExt cx="489" cy="60"/>
            </a:xfrm>
          </p:grpSpPr>
          <p:sp>
            <p:nvSpPr>
              <p:cNvPr id="175152" name="Freeform 48"/>
              <p:cNvSpPr/>
              <p:nvPr/>
            </p:nvSpPr>
            <p:spPr bwMode="auto">
              <a:xfrm>
                <a:off x="666" y="1872"/>
                <a:ext cx="125" cy="60"/>
              </a:xfrm>
              <a:custGeom>
                <a:avLst/>
                <a:gdLst>
                  <a:gd name="T0" fmla="*/ 0 w 125"/>
                  <a:gd name="T1" fmla="*/ 60 h 60"/>
                  <a:gd name="T2" fmla="*/ 23 w 125"/>
                  <a:gd name="T3" fmla="*/ 15 h 60"/>
                  <a:gd name="T4" fmla="*/ 65 w 125"/>
                  <a:gd name="T5" fmla="*/ 0 h 60"/>
                  <a:gd name="T6" fmla="*/ 102 w 125"/>
                  <a:gd name="T7" fmla="*/ 15 h 60"/>
                  <a:gd name="T8" fmla="*/ 125 w 125"/>
                  <a:gd name="T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5" h="60">
                    <a:moveTo>
                      <a:pt x="0" y="60"/>
                    </a:moveTo>
                    <a:cubicBezTo>
                      <a:pt x="4" y="53"/>
                      <a:pt x="12" y="25"/>
                      <a:pt x="23" y="15"/>
                    </a:cubicBezTo>
                    <a:cubicBezTo>
                      <a:pt x="34" y="5"/>
                      <a:pt x="52" y="0"/>
                      <a:pt x="65" y="0"/>
                    </a:cubicBezTo>
                    <a:cubicBezTo>
                      <a:pt x="78" y="0"/>
                      <a:pt x="92" y="7"/>
                      <a:pt x="102" y="15"/>
                    </a:cubicBezTo>
                    <a:cubicBezTo>
                      <a:pt x="112" y="23"/>
                      <a:pt x="120" y="44"/>
                      <a:pt x="125" y="51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175153" name="Freeform 49"/>
              <p:cNvSpPr/>
              <p:nvPr/>
            </p:nvSpPr>
            <p:spPr bwMode="auto">
              <a:xfrm>
                <a:off x="791" y="1877"/>
                <a:ext cx="121" cy="54"/>
              </a:xfrm>
              <a:custGeom>
                <a:avLst/>
                <a:gdLst>
                  <a:gd name="T0" fmla="*/ 0 w 121"/>
                  <a:gd name="T1" fmla="*/ 54 h 54"/>
                  <a:gd name="T2" fmla="*/ 24 w 121"/>
                  <a:gd name="T3" fmla="*/ 15 h 54"/>
                  <a:gd name="T4" fmla="*/ 66 w 121"/>
                  <a:gd name="T5" fmla="*/ 0 h 54"/>
                  <a:gd name="T6" fmla="*/ 103 w 121"/>
                  <a:gd name="T7" fmla="*/ 15 h 54"/>
                  <a:gd name="T8" fmla="*/ 121 w 121"/>
                  <a:gd name="T9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54">
                    <a:moveTo>
                      <a:pt x="0" y="54"/>
                    </a:moveTo>
                    <a:cubicBezTo>
                      <a:pt x="4" y="47"/>
                      <a:pt x="13" y="24"/>
                      <a:pt x="24" y="15"/>
                    </a:cubicBezTo>
                    <a:cubicBezTo>
                      <a:pt x="35" y="6"/>
                      <a:pt x="53" y="0"/>
                      <a:pt x="66" y="0"/>
                    </a:cubicBezTo>
                    <a:cubicBezTo>
                      <a:pt x="79" y="0"/>
                      <a:pt x="94" y="7"/>
                      <a:pt x="103" y="15"/>
                    </a:cubicBezTo>
                    <a:cubicBezTo>
                      <a:pt x="112" y="23"/>
                      <a:pt x="117" y="44"/>
                      <a:pt x="121" y="51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175154" name="Freeform 50"/>
              <p:cNvSpPr/>
              <p:nvPr/>
            </p:nvSpPr>
            <p:spPr bwMode="auto">
              <a:xfrm>
                <a:off x="912" y="1877"/>
                <a:ext cx="120" cy="51"/>
              </a:xfrm>
              <a:custGeom>
                <a:avLst/>
                <a:gdLst>
                  <a:gd name="T0" fmla="*/ 0 w 119"/>
                  <a:gd name="T1" fmla="*/ 51 h 51"/>
                  <a:gd name="T2" fmla="*/ 17 w 119"/>
                  <a:gd name="T3" fmla="*/ 15 h 51"/>
                  <a:gd name="T4" fmla="*/ 59 w 119"/>
                  <a:gd name="T5" fmla="*/ 0 h 51"/>
                  <a:gd name="T6" fmla="*/ 96 w 119"/>
                  <a:gd name="T7" fmla="*/ 15 h 51"/>
                  <a:gd name="T8" fmla="*/ 119 w 119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51">
                    <a:moveTo>
                      <a:pt x="0" y="51"/>
                    </a:moveTo>
                    <a:cubicBezTo>
                      <a:pt x="3" y="45"/>
                      <a:pt x="7" y="24"/>
                      <a:pt x="17" y="15"/>
                    </a:cubicBezTo>
                    <a:cubicBezTo>
                      <a:pt x="27" y="6"/>
                      <a:pt x="46" y="0"/>
                      <a:pt x="59" y="0"/>
                    </a:cubicBezTo>
                    <a:cubicBezTo>
                      <a:pt x="72" y="0"/>
                      <a:pt x="86" y="7"/>
                      <a:pt x="96" y="15"/>
                    </a:cubicBezTo>
                    <a:cubicBezTo>
                      <a:pt x="106" y="23"/>
                      <a:pt x="114" y="44"/>
                      <a:pt x="119" y="51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175155" name="Freeform 51"/>
              <p:cNvSpPr/>
              <p:nvPr/>
            </p:nvSpPr>
            <p:spPr bwMode="auto">
              <a:xfrm>
                <a:off x="1031" y="1872"/>
                <a:ext cx="124" cy="58"/>
              </a:xfrm>
              <a:custGeom>
                <a:avLst/>
                <a:gdLst>
                  <a:gd name="T0" fmla="*/ 0 w 123"/>
                  <a:gd name="T1" fmla="*/ 51 h 57"/>
                  <a:gd name="T2" fmla="*/ 23 w 123"/>
                  <a:gd name="T3" fmla="*/ 15 h 57"/>
                  <a:gd name="T4" fmla="*/ 65 w 123"/>
                  <a:gd name="T5" fmla="*/ 0 h 57"/>
                  <a:gd name="T6" fmla="*/ 102 w 123"/>
                  <a:gd name="T7" fmla="*/ 15 h 57"/>
                  <a:gd name="T8" fmla="*/ 123 w 123"/>
                  <a:gd name="T9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7">
                    <a:moveTo>
                      <a:pt x="0" y="51"/>
                    </a:moveTo>
                    <a:cubicBezTo>
                      <a:pt x="3" y="45"/>
                      <a:pt x="12" y="24"/>
                      <a:pt x="23" y="15"/>
                    </a:cubicBezTo>
                    <a:cubicBezTo>
                      <a:pt x="34" y="6"/>
                      <a:pt x="52" y="0"/>
                      <a:pt x="65" y="0"/>
                    </a:cubicBezTo>
                    <a:cubicBezTo>
                      <a:pt x="78" y="0"/>
                      <a:pt x="92" y="6"/>
                      <a:pt x="102" y="15"/>
                    </a:cubicBezTo>
                    <a:cubicBezTo>
                      <a:pt x="112" y="24"/>
                      <a:pt x="119" y="48"/>
                      <a:pt x="123" y="57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  <p:sp>
          <p:nvSpPr>
            <p:cNvPr id="175156" name="Oval 52"/>
            <p:cNvSpPr>
              <a:spLocks noChangeArrowheads="1"/>
            </p:cNvSpPr>
            <p:nvPr/>
          </p:nvSpPr>
          <p:spPr bwMode="auto">
            <a:xfrm>
              <a:off x="1180" y="2572"/>
              <a:ext cx="68" cy="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5625" name="Text Box 53"/>
            <p:cNvSpPr txBox="1"/>
            <p:nvPr/>
          </p:nvSpPr>
          <p:spPr>
            <a:xfrm>
              <a:off x="1064" y="1985"/>
              <a:ext cx="225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6" name="Text Box 54"/>
            <p:cNvSpPr txBox="1"/>
            <p:nvPr/>
          </p:nvSpPr>
          <p:spPr>
            <a:xfrm>
              <a:off x="1080" y="2345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5627" name="Group 55"/>
            <p:cNvGrpSpPr/>
            <p:nvPr/>
          </p:nvGrpSpPr>
          <p:grpSpPr>
            <a:xfrm>
              <a:off x="1648" y="2491"/>
              <a:ext cx="90" cy="227"/>
              <a:chOff x="2472" y="3022"/>
              <a:chExt cx="90" cy="227"/>
            </a:xfrm>
          </p:grpSpPr>
          <p:sp>
            <p:nvSpPr>
              <p:cNvPr id="175160" name="Line 56"/>
              <p:cNvSpPr>
                <a:spLocks noChangeShapeType="1"/>
              </p:cNvSpPr>
              <p:nvPr/>
            </p:nvSpPr>
            <p:spPr bwMode="auto">
              <a:xfrm>
                <a:off x="2472" y="3022"/>
                <a:ext cx="0" cy="22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175161" name="Line 57"/>
              <p:cNvSpPr>
                <a:spLocks noChangeShapeType="1"/>
              </p:cNvSpPr>
              <p:nvPr/>
            </p:nvSpPr>
            <p:spPr bwMode="auto">
              <a:xfrm>
                <a:off x="2562" y="3022"/>
                <a:ext cx="0" cy="22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  <p:sp>
          <p:nvSpPr>
            <p:cNvPr id="175162" name="Line 58"/>
            <p:cNvSpPr>
              <a:spLocks noChangeShapeType="1"/>
            </p:cNvSpPr>
            <p:nvPr/>
          </p:nvSpPr>
          <p:spPr bwMode="auto">
            <a:xfrm>
              <a:off x="1240" y="2612"/>
              <a:ext cx="4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5163" name="Line 59"/>
            <p:cNvSpPr>
              <a:spLocks noChangeShapeType="1"/>
            </p:cNvSpPr>
            <p:nvPr/>
          </p:nvSpPr>
          <p:spPr bwMode="auto">
            <a:xfrm>
              <a:off x="1739" y="2612"/>
              <a:ext cx="4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5632" name="Text Box 60"/>
            <p:cNvSpPr txBox="1"/>
            <p:nvPr/>
          </p:nvSpPr>
          <p:spPr>
            <a:xfrm>
              <a:off x="1584" y="2232"/>
              <a:ext cx="31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C</a:t>
              </a:r>
              <a:endPara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75165" name="Line 61"/>
            <p:cNvSpPr>
              <a:spLocks noChangeShapeType="1"/>
            </p:cNvSpPr>
            <p:nvPr/>
          </p:nvSpPr>
          <p:spPr bwMode="auto">
            <a:xfrm>
              <a:off x="1984" y="1984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5166" name="Oval 62"/>
            <p:cNvSpPr>
              <a:spLocks noChangeArrowheads="1"/>
            </p:cNvSpPr>
            <p:nvPr/>
          </p:nvSpPr>
          <p:spPr bwMode="auto">
            <a:xfrm>
              <a:off x="1148" y="1948"/>
              <a:ext cx="68" cy="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5167" name="Line 63"/>
            <p:cNvSpPr>
              <a:spLocks noChangeShapeType="1"/>
            </p:cNvSpPr>
            <p:nvPr/>
          </p:nvSpPr>
          <p:spPr bwMode="auto">
            <a:xfrm flipH="1">
              <a:off x="1211" y="1976"/>
              <a:ext cx="4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7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7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7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7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7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7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7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7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7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6" grpId="0"/>
      <p:bldP spid="175136" grpId="0"/>
      <p:bldP spid="175138" grpId="0"/>
      <p:bldP spid="175139" grpId="0"/>
      <p:bldP spid="175140" grpId="0"/>
      <p:bldP spid="17514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6130" name="Rectangle 2"/>
          <p:cNvSpPr>
            <a:spLocks noGrp="1"/>
          </p:cNvSpPr>
          <p:nvPr>
            <p:ph type="title"/>
          </p:nvPr>
        </p:nvSpPr>
        <p:spPr>
          <a:xfrm>
            <a:off x="457200" y="49213"/>
            <a:ext cx="8229600" cy="788987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 dirty="0">
                <a:effectLst/>
              </a:rPr>
              <a:t>8.4  </a:t>
            </a:r>
            <a:r>
              <a:rPr lang="zh-CN" altLang="en-US" sz="3600" dirty="0">
                <a:effectLst/>
              </a:rPr>
              <a:t>电路定理的相量形式</a:t>
            </a:r>
            <a:endParaRPr lang="zh-CN" altLang="en-US" sz="3600" dirty="0">
              <a:effectLst/>
            </a:endParaRPr>
          </a:p>
        </p:txBody>
      </p:sp>
      <p:sp>
        <p:nvSpPr>
          <p:cNvPr id="176162" name="Rectangle 34"/>
          <p:cNvSpPr>
            <a:spLocks noChangeArrowheads="1"/>
          </p:cNvSpPr>
          <p:nvPr/>
        </p:nvSpPr>
        <p:spPr bwMode="auto">
          <a:xfrm>
            <a:off x="76200" y="708025"/>
            <a:ext cx="8458200" cy="5873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rPr>
              <a:t>一、基尔霍夫定理的相量形式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sp>
        <p:nvSpPr>
          <p:cNvPr id="176163" name="Text Box 35"/>
          <p:cNvSpPr txBox="1"/>
          <p:nvPr/>
        </p:nvSpPr>
        <p:spPr>
          <a:xfrm>
            <a:off x="127000" y="1946275"/>
            <a:ext cx="3200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方正行楷简体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方正行楷简体" pitchFamily="2" charset="-122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方正行楷简体" pitchFamily="2" charset="-122"/>
                <a:ea typeface="宋体" panose="02010600030101010101" pitchFamily="2" charset="-122"/>
              </a:rPr>
              <a:t>KCL</a:t>
            </a:r>
            <a:endParaRPr lang="en-US" altLang="zh-CN" dirty="0">
              <a:latin typeface="方正行楷简体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76164" name="Object 36"/>
          <p:cNvGraphicFramePr>
            <a:graphicFrameLocks noChangeAspect="1"/>
          </p:cNvGraphicFramePr>
          <p:nvPr/>
        </p:nvGraphicFramePr>
        <p:xfrm>
          <a:off x="2185988" y="1219200"/>
          <a:ext cx="23098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" imgW="1040765" imgH="431800" progId="Equation.3">
                  <p:embed/>
                </p:oleObj>
              </mc:Choice>
              <mc:Fallback>
                <p:oleObj name="" r:id="rId1" imgW="1040765" imgH="4318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185988" y="1219200"/>
                        <a:ext cx="2309812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65" name="Object 37"/>
          <p:cNvGraphicFramePr>
            <a:graphicFrameLocks noChangeAspect="1"/>
          </p:cNvGraphicFramePr>
          <p:nvPr/>
        </p:nvGraphicFramePr>
        <p:xfrm>
          <a:off x="4114800" y="1627188"/>
          <a:ext cx="1371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3" imgW="622300" imgH="431800" progId="Equation.3">
                  <p:embed/>
                </p:oleObj>
              </mc:Choice>
              <mc:Fallback>
                <p:oleObj name="" r:id="rId3" imgW="622300" imgH="4318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114800" y="1627188"/>
                        <a:ext cx="13716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66" name="Object 38"/>
          <p:cNvGraphicFramePr>
            <a:graphicFrameLocks noChangeAspect="1"/>
          </p:cNvGraphicFramePr>
          <p:nvPr/>
        </p:nvGraphicFramePr>
        <p:xfrm>
          <a:off x="4344988" y="2590800"/>
          <a:ext cx="3884612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5" imgW="1625600" imgH="431800" progId="Equation.3">
                  <p:embed/>
                </p:oleObj>
              </mc:Choice>
              <mc:Fallback>
                <p:oleObj name="" r:id="rId5" imgW="1625600" imgH="4318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344988" y="2590800"/>
                        <a:ext cx="3884612" cy="866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67" name="Object 39"/>
          <p:cNvGraphicFramePr>
            <a:graphicFrameLocks noChangeAspect="1"/>
          </p:cNvGraphicFramePr>
          <p:nvPr/>
        </p:nvGraphicFramePr>
        <p:xfrm>
          <a:off x="762000" y="3276600"/>
          <a:ext cx="4724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7" imgW="1981200" imgH="431800" progId="Equation.3">
                  <p:embed/>
                </p:oleObj>
              </mc:Choice>
              <mc:Fallback>
                <p:oleObj name="" r:id="rId7" imgW="1981200" imgH="4318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762000" y="3276600"/>
                        <a:ext cx="47244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68" name="Text Box 40"/>
          <p:cNvSpPr txBox="1"/>
          <p:nvPr/>
        </p:nvSpPr>
        <p:spPr>
          <a:xfrm>
            <a:off x="2109788" y="2438400"/>
            <a:ext cx="2514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正弦稳态</a:t>
            </a:r>
            <a:r>
              <a:rPr lang="en-US" altLang="zh-CN" sz="240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:</a:t>
            </a:r>
            <a:endParaRPr lang="en-US" altLang="zh-CN" sz="2400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sp>
        <p:nvSpPr>
          <p:cNvPr id="176169" name="AutoShape 41"/>
          <p:cNvSpPr/>
          <p:nvPr/>
        </p:nvSpPr>
        <p:spPr bwMode="auto">
          <a:xfrm>
            <a:off x="1905000" y="1524000"/>
            <a:ext cx="228600" cy="1295400"/>
          </a:xfrm>
          <a:prstGeom prst="leftBrace">
            <a:avLst>
              <a:gd name="adj1" fmla="val 47222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sp>
        <p:nvSpPr>
          <p:cNvPr id="176170" name="AutoShape 42"/>
          <p:cNvSpPr/>
          <p:nvPr/>
        </p:nvSpPr>
        <p:spPr bwMode="auto">
          <a:xfrm>
            <a:off x="3886200" y="2133600"/>
            <a:ext cx="228600" cy="1143000"/>
          </a:xfrm>
          <a:prstGeom prst="leftBrace">
            <a:avLst>
              <a:gd name="adj1" fmla="val 41667"/>
              <a:gd name="adj2" fmla="val 47361"/>
            </a:avLst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sp>
        <p:nvSpPr>
          <p:cNvPr id="176171" name="Text Box 43"/>
          <p:cNvSpPr txBox="1"/>
          <p:nvPr/>
        </p:nvSpPr>
        <p:spPr>
          <a:xfrm>
            <a:off x="152400" y="4419600"/>
            <a:ext cx="3200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方正行楷简体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方正行楷简体" pitchFamily="2" charset="-122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方正行楷简体" pitchFamily="2" charset="-122"/>
                <a:ea typeface="宋体" panose="02010600030101010101" pitchFamily="2" charset="-122"/>
              </a:rPr>
              <a:t>KVL:</a:t>
            </a:r>
            <a:endParaRPr lang="en-US" altLang="zh-CN" dirty="0">
              <a:latin typeface="方正行楷简体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76172" name="Object 44"/>
          <p:cNvGraphicFramePr>
            <a:graphicFrameLocks noChangeAspect="1"/>
          </p:cNvGraphicFramePr>
          <p:nvPr/>
        </p:nvGraphicFramePr>
        <p:xfrm>
          <a:off x="2133600" y="3429000"/>
          <a:ext cx="2362200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9" imgW="1078865" imgH="431800" progId="Equation.3">
                  <p:embed/>
                </p:oleObj>
              </mc:Choice>
              <mc:Fallback>
                <p:oleObj name="" r:id="rId9" imgW="1078865" imgH="4318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10">
                        <a:lum bright="92001"/>
                      </a:blip>
                      <a:stretch>
                        <a:fillRect/>
                      </a:stretch>
                    </p:blipFill>
                    <p:spPr>
                      <a:xfrm>
                        <a:off x="2133600" y="3429000"/>
                        <a:ext cx="2362200" cy="941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73" name="Object 45"/>
          <p:cNvGraphicFramePr>
            <a:graphicFrameLocks noChangeAspect="1"/>
          </p:cNvGraphicFramePr>
          <p:nvPr/>
        </p:nvGraphicFramePr>
        <p:xfrm>
          <a:off x="4165600" y="4098925"/>
          <a:ext cx="152400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11" imgW="660400" imgH="431800" progId="Equation.3">
                  <p:embed/>
                </p:oleObj>
              </mc:Choice>
              <mc:Fallback>
                <p:oleObj name="" r:id="rId11" imgW="660400" imgH="4318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165600" y="4098925"/>
                        <a:ext cx="1524000" cy="942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74" name="Object 46"/>
          <p:cNvGraphicFramePr>
            <a:graphicFrameLocks noChangeAspect="1"/>
          </p:cNvGraphicFramePr>
          <p:nvPr/>
        </p:nvGraphicFramePr>
        <p:xfrm>
          <a:off x="4267200" y="5105400"/>
          <a:ext cx="37338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3" imgW="1714500" imgH="431800" progId="Equation.3">
                  <p:embed/>
                </p:oleObj>
              </mc:Choice>
              <mc:Fallback>
                <p:oleObj name="" r:id="rId13" imgW="1714500" imgH="4318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267200" y="5105400"/>
                        <a:ext cx="3733800" cy="862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75" name="Object 47"/>
          <p:cNvGraphicFramePr>
            <a:graphicFrameLocks noChangeAspect="1"/>
          </p:cNvGraphicFramePr>
          <p:nvPr/>
        </p:nvGraphicFramePr>
        <p:xfrm>
          <a:off x="1676400" y="5991225"/>
          <a:ext cx="480060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15" imgW="2864485" imgH="551180" progId="Equation.3">
                  <p:embed/>
                </p:oleObj>
              </mc:Choice>
              <mc:Fallback>
                <p:oleObj name="" r:id="rId15" imgW="2864485" imgH="55118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76400" y="5991225"/>
                        <a:ext cx="4800600" cy="84296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471800"/>
                          </a:gs>
                          <a:gs pos="50000">
                            <a:srgbClr val="993300"/>
                          </a:gs>
                          <a:gs pos="100000">
                            <a:srgbClr val="471800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76" name="Text Box 48"/>
          <p:cNvSpPr txBox="1"/>
          <p:nvPr/>
        </p:nvSpPr>
        <p:spPr>
          <a:xfrm>
            <a:off x="2057400" y="4800600"/>
            <a:ext cx="2514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正弦稳态</a:t>
            </a:r>
            <a:r>
              <a:rPr lang="en-US" altLang="zh-CN" sz="240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:</a:t>
            </a:r>
            <a:endParaRPr lang="en-US" altLang="zh-CN" sz="2400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sp>
        <p:nvSpPr>
          <p:cNvPr id="176177" name="AutoShape 49"/>
          <p:cNvSpPr/>
          <p:nvPr/>
        </p:nvSpPr>
        <p:spPr bwMode="auto">
          <a:xfrm>
            <a:off x="1752600" y="3886200"/>
            <a:ext cx="228600" cy="1219200"/>
          </a:xfrm>
          <a:prstGeom prst="leftBrace">
            <a:avLst>
              <a:gd name="adj1" fmla="val 44444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sp>
        <p:nvSpPr>
          <p:cNvPr id="176178" name="AutoShape 50"/>
          <p:cNvSpPr/>
          <p:nvPr/>
        </p:nvSpPr>
        <p:spPr bwMode="auto">
          <a:xfrm>
            <a:off x="3886200" y="4419600"/>
            <a:ext cx="152400" cy="1295400"/>
          </a:xfrm>
          <a:prstGeom prst="leftBrace">
            <a:avLst>
              <a:gd name="adj1" fmla="val 70833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6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6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7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76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61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6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76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76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6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7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76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7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7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0" grpId="0"/>
      <p:bldP spid="176162" grpId="0"/>
      <p:bldP spid="176163" grpId="0"/>
      <p:bldP spid="176168" grpId="0"/>
      <p:bldP spid="176169" grpId="0" animBg="1"/>
      <p:bldP spid="176170" grpId="0" animBg="1"/>
      <p:bldP spid="176171" grpId="0"/>
      <p:bldP spid="176176" grpId="0"/>
      <p:bldP spid="176177" grpId="0" animBg="1"/>
      <p:bldP spid="17617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7127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j-cs"/>
              </a:rPr>
              <a:t>例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j-cs"/>
              </a:rPr>
              <a:t>8.3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j-cs"/>
              </a:rPr>
              <a:t>：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j-cs"/>
            </a:endParaRPr>
          </a:p>
        </p:txBody>
      </p:sp>
      <p:sp>
        <p:nvSpPr>
          <p:cNvPr id="188420" name="Text Box 4"/>
          <p:cNvSpPr txBox="1"/>
          <p:nvPr/>
        </p:nvSpPr>
        <p:spPr>
          <a:xfrm>
            <a:off x="1323975" y="76200"/>
            <a:ext cx="18923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已知</a:t>
            </a:r>
            <a:r>
              <a:rPr lang="zh-CN" altLang="en-US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b="0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sp>
        <p:nvSpPr>
          <p:cNvPr id="188421" name="Text Box 5"/>
          <p:cNvSpPr txBox="1"/>
          <p:nvPr/>
        </p:nvSpPr>
        <p:spPr>
          <a:xfrm>
            <a:off x="4749800" y="644525"/>
            <a:ext cx="24384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求</a:t>
            </a:r>
            <a:r>
              <a:rPr lang="en-US" altLang="zh-CN" sz="32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: i</a:t>
            </a:r>
            <a:r>
              <a:rPr lang="en-US" altLang="zh-CN" sz="3200" b="0" baseline="-2500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3</a:t>
            </a:r>
            <a:r>
              <a:rPr lang="en-US" altLang="zh-CN" sz="32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(t)</a:t>
            </a:r>
            <a:r>
              <a:rPr lang="zh-CN" altLang="en-US" sz="3200" b="0" baseline="-2500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。</a:t>
            </a:r>
            <a:endParaRPr lang="zh-CN" altLang="en-US" sz="3200" b="0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88422" name="Object 6"/>
          <p:cNvGraphicFramePr>
            <a:graphicFrameLocks noChangeAspect="1"/>
          </p:cNvGraphicFramePr>
          <p:nvPr/>
        </p:nvGraphicFramePr>
        <p:xfrm>
          <a:off x="2438400" y="76200"/>
          <a:ext cx="41910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1" imgW="1765300" imgH="241300" progId="Equation.3">
                  <p:embed/>
                </p:oleObj>
              </mc:Choice>
              <mc:Fallback>
                <p:oleObj name="" r:id="rId1" imgW="1765300" imgH="2413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438400" y="76200"/>
                        <a:ext cx="4191000" cy="569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3" name="Object 7"/>
          <p:cNvGraphicFramePr>
            <a:graphicFrameLocks noChangeAspect="1"/>
          </p:cNvGraphicFramePr>
          <p:nvPr/>
        </p:nvGraphicFramePr>
        <p:xfrm>
          <a:off x="1444625" y="622300"/>
          <a:ext cx="3124200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3" imgW="1206500" imgH="241300" progId="Equation.3">
                  <p:embed/>
                </p:oleObj>
              </mc:Choice>
              <mc:Fallback>
                <p:oleObj name="" r:id="rId3" imgW="1206500" imgH="2413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444625" y="622300"/>
                        <a:ext cx="3124200" cy="620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8469" name="Group 53"/>
          <p:cNvGrpSpPr/>
          <p:nvPr/>
        </p:nvGrpSpPr>
        <p:grpSpPr>
          <a:xfrm>
            <a:off x="6934200" y="228600"/>
            <a:ext cx="1752600" cy="1447800"/>
            <a:chOff x="4368" y="144"/>
            <a:chExt cx="1104" cy="912"/>
          </a:xfrm>
        </p:grpSpPr>
        <p:sp>
          <p:nvSpPr>
            <p:cNvPr id="188425" name="Line 9"/>
            <p:cNvSpPr>
              <a:spLocks noChangeShapeType="1"/>
            </p:cNvSpPr>
            <p:nvPr/>
          </p:nvSpPr>
          <p:spPr bwMode="auto">
            <a:xfrm>
              <a:off x="4800" y="676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88426" name="Line 10"/>
            <p:cNvSpPr>
              <a:spLocks noChangeShapeType="1"/>
            </p:cNvSpPr>
            <p:nvPr/>
          </p:nvSpPr>
          <p:spPr bwMode="auto">
            <a:xfrm flipH="1">
              <a:off x="4368" y="676"/>
              <a:ext cx="432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88427" name="Line 11"/>
            <p:cNvSpPr>
              <a:spLocks noChangeShapeType="1"/>
            </p:cNvSpPr>
            <p:nvPr/>
          </p:nvSpPr>
          <p:spPr bwMode="auto">
            <a:xfrm flipH="1" flipV="1">
              <a:off x="4464" y="196"/>
              <a:ext cx="336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88428" name="Oval 12"/>
            <p:cNvSpPr>
              <a:spLocks noChangeArrowheads="1"/>
            </p:cNvSpPr>
            <p:nvPr/>
          </p:nvSpPr>
          <p:spPr bwMode="auto">
            <a:xfrm>
              <a:off x="4752" y="62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88429" name="Line 13"/>
            <p:cNvSpPr>
              <a:spLocks noChangeShapeType="1"/>
            </p:cNvSpPr>
            <p:nvPr/>
          </p:nvSpPr>
          <p:spPr bwMode="auto">
            <a:xfrm>
              <a:off x="4992" y="676"/>
              <a:ext cx="14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88430" name="Line 14"/>
            <p:cNvSpPr>
              <a:spLocks noChangeShapeType="1"/>
            </p:cNvSpPr>
            <p:nvPr/>
          </p:nvSpPr>
          <p:spPr bwMode="auto">
            <a:xfrm rot="19257870" flipH="1">
              <a:off x="4512" y="835"/>
              <a:ext cx="96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88431" name="Line 15"/>
            <p:cNvSpPr>
              <a:spLocks noChangeShapeType="1"/>
            </p:cNvSpPr>
            <p:nvPr/>
          </p:nvSpPr>
          <p:spPr bwMode="auto">
            <a:xfrm rot="600000">
              <a:off x="4600" y="404"/>
              <a:ext cx="96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7662" name="Text Box 16"/>
            <p:cNvSpPr txBox="1"/>
            <p:nvPr/>
          </p:nvSpPr>
          <p:spPr>
            <a:xfrm>
              <a:off x="4608" y="729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i</a:t>
              </a:r>
              <a:r>
                <a:rPr lang="en-US" altLang="zh-CN" baseline="-2500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2</a:t>
              </a:r>
              <a:endParaRPr lang="en-US" altLang="zh-CN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7663" name="Text Box 17"/>
            <p:cNvSpPr txBox="1"/>
            <p:nvPr/>
          </p:nvSpPr>
          <p:spPr>
            <a:xfrm>
              <a:off x="4632" y="144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i</a:t>
              </a:r>
              <a:r>
                <a:rPr lang="en-US" altLang="zh-CN" baseline="-2500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3</a:t>
              </a:r>
              <a:endParaRPr lang="en-US" altLang="zh-CN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7664" name="Text Box 18"/>
            <p:cNvSpPr txBox="1"/>
            <p:nvPr/>
          </p:nvSpPr>
          <p:spPr>
            <a:xfrm>
              <a:off x="4944" y="340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i</a:t>
              </a:r>
              <a:r>
                <a:rPr lang="en-US" altLang="zh-CN" baseline="-2500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1</a:t>
              </a:r>
              <a:endParaRPr lang="en-US" altLang="zh-CN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88435" name="Text Box 19"/>
          <p:cNvSpPr txBox="1"/>
          <p:nvPr/>
        </p:nvSpPr>
        <p:spPr>
          <a:xfrm>
            <a:off x="152400" y="1219200"/>
            <a:ext cx="5181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0" dirty="0">
                <a:latin typeface="方正行楷简体" pitchFamily="2" charset="-122"/>
                <a:ea typeface="方正行楷简体" pitchFamily="2" charset="-122"/>
              </a:rPr>
              <a:t>解：</a:t>
            </a:r>
            <a:r>
              <a:rPr lang="en-US" altLang="zh-CN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1.</a:t>
            </a:r>
            <a:r>
              <a:rPr lang="zh-CN" altLang="en-US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写出已知量的相量</a:t>
            </a:r>
            <a:endParaRPr lang="zh-CN" altLang="en-US" b="0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88436" name="Object 20"/>
          <p:cNvGraphicFramePr>
            <a:graphicFrameLocks noChangeAspect="1"/>
          </p:cNvGraphicFramePr>
          <p:nvPr/>
        </p:nvGraphicFramePr>
        <p:xfrm>
          <a:off x="1311275" y="1636713"/>
          <a:ext cx="19050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5" imgW="774065" imgH="279400" progId="Equation.3">
                  <p:embed/>
                </p:oleObj>
              </mc:Choice>
              <mc:Fallback>
                <p:oleObj name="" r:id="rId5" imgW="774065" imgH="2794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311275" y="1636713"/>
                        <a:ext cx="1905000" cy="688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37" name="Object 21"/>
          <p:cNvGraphicFramePr>
            <a:graphicFrameLocks noChangeAspect="1"/>
          </p:cNvGraphicFramePr>
          <p:nvPr/>
        </p:nvGraphicFramePr>
        <p:xfrm>
          <a:off x="4114800" y="1658938"/>
          <a:ext cx="212407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7" imgW="862965" imgH="279400" progId="Equation.3">
                  <p:embed/>
                </p:oleObj>
              </mc:Choice>
              <mc:Fallback>
                <p:oleObj name="" r:id="rId7" imgW="862965" imgH="2794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114800" y="1658938"/>
                        <a:ext cx="2124075" cy="688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8438" name="Group 22"/>
          <p:cNvGrpSpPr/>
          <p:nvPr/>
        </p:nvGrpSpPr>
        <p:grpSpPr>
          <a:xfrm>
            <a:off x="685800" y="2124075"/>
            <a:ext cx="4572000" cy="762000"/>
            <a:chOff x="240" y="96"/>
            <a:chExt cx="2880" cy="480"/>
          </a:xfrm>
        </p:grpSpPr>
        <p:sp>
          <p:nvSpPr>
            <p:cNvPr id="27669" name="Text Box 23"/>
            <p:cNvSpPr txBox="1"/>
            <p:nvPr/>
          </p:nvSpPr>
          <p:spPr>
            <a:xfrm>
              <a:off x="240" y="240"/>
              <a:ext cx="28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2.</a:t>
              </a:r>
              <a:r>
                <a:rPr lang="zh-CN" altLang="en-US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利用相量关系求</a:t>
              </a:r>
              <a:endParaRPr lang="zh-CN" altLang="en-US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7670" name="Object 24"/>
            <p:cNvGraphicFramePr>
              <a:graphicFrameLocks noChangeAspect="1"/>
            </p:cNvGraphicFramePr>
            <p:nvPr/>
          </p:nvGraphicFramePr>
          <p:xfrm>
            <a:off x="2016" y="96"/>
            <a:ext cx="281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3" name="" r:id="rId9" imgW="165100" imgH="279400" progId="Equation.3">
                    <p:embed/>
                  </p:oleObj>
                </mc:Choice>
                <mc:Fallback>
                  <p:oleObj name="" r:id="rId9" imgW="165100" imgH="279400" progId="Equation.3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10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16" y="96"/>
                          <a:ext cx="281" cy="4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8441" name="Object 25"/>
          <p:cNvGraphicFramePr>
            <a:graphicFrameLocks noChangeAspect="1"/>
          </p:cNvGraphicFramePr>
          <p:nvPr/>
        </p:nvGraphicFramePr>
        <p:xfrm>
          <a:off x="4191000" y="2162175"/>
          <a:ext cx="373380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11" imgW="1409065" imgH="304800" progId="Equation.3">
                  <p:embed/>
                </p:oleObj>
              </mc:Choice>
              <mc:Fallback>
                <p:oleObj name="" r:id="rId11" imgW="1409065" imgH="3048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191000" y="2162175"/>
                        <a:ext cx="3733800" cy="803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42" name="Object 26"/>
          <p:cNvGraphicFramePr>
            <a:graphicFrameLocks noChangeAspect="1"/>
          </p:cNvGraphicFramePr>
          <p:nvPr/>
        </p:nvGraphicFramePr>
        <p:xfrm>
          <a:off x="76200" y="2714625"/>
          <a:ext cx="56388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13" imgW="2108200" imgH="304800" progId="Equation.3">
                  <p:embed/>
                </p:oleObj>
              </mc:Choice>
              <mc:Fallback>
                <p:oleObj name="" r:id="rId13" imgW="2108200" imgH="3048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1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76200" y="2714625"/>
                        <a:ext cx="5638800" cy="811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43" name="Object 27"/>
          <p:cNvGraphicFramePr>
            <a:graphicFrameLocks noChangeAspect="1"/>
          </p:cNvGraphicFramePr>
          <p:nvPr/>
        </p:nvGraphicFramePr>
        <p:xfrm>
          <a:off x="742950" y="3511550"/>
          <a:ext cx="83978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15" imgW="3251200" imgH="215900" progId="Equation.3">
                  <p:embed/>
                </p:oleObj>
              </mc:Choice>
              <mc:Fallback>
                <p:oleObj name="" r:id="rId15" imgW="3251200" imgH="2159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1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742950" y="3511550"/>
                        <a:ext cx="8397875" cy="55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44" name="Object 28"/>
          <p:cNvGraphicFramePr>
            <a:graphicFrameLocks noChangeAspect="1"/>
          </p:cNvGraphicFramePr>
          <p:nvPr/>
        </p:nvGraphicFramePr>
        <p:xfrm>
          <a:off x="781050" y="4019550"/>
          <a:ext cx="664845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7" imgW="2463800" imgH="228600" progId="Equation.3">
                  <p:embed/>
                </p:oleObj>
              </mc:Choice>
              <mc:Fallback>
                <p:oleObj name="" r:id="rId17" imgW="2463800" imgH="2286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1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781050" y="4019550"/>
                        <a:ext cx="6648450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45" name="Text Box 29"/>
          <p:cNvSpPr txBox="1"/>
          <p:nvPr/>
        </p:nvSpPr>
        <p:spPr>
          <a:xfrm>
            <a:off x="454025" y="6019800"/>
            <a:ext cx="2819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4.</a:t>
            </a:r>
            <a:r>
              <a:rPr lang="zh-CN" altLang="en-US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画</a:t>
            </a:r>
            <a:r>
              <a:rPr lang="zh-CN" altLang="en-US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相量图：</a:t>
            </a:r>
            <a:endParaRPr lang="zh-CN" altLang="en-US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88446" name="Object 30"/>
          <p:cNvGraphicFramePr>
            <a:graphicFrameLocks noChangeAspect="1"/>
          </p:cNvGraphicFramePr>
          <p:nvPr/>
        </p:nvGraphicFramePr>
        <p:xfrm>
          <a:off x="609600" y="5338763"/>
          <a:ext cx="46482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19" imgW="1943100" imgH="254000" progId="Equation.3">
                  <p:embed/>
                </p:oleObj>
              </mc:Choice>
              <mc:Fallback>
                <p:oleObj name="" r:id="rId19" imgW="1943100" imgH="2540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09600" y="5338763"/>
                        <a:ext cx="4648200" cy="604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8447" name="Group 31"/>
          <p:cNvGrpSpPr/>
          <p:nvPr/>
        </p:nvGrpSpPr>
        <p:grpSpPr>
          <a:xfrm>
            <a:off x="454025" y="4589463"/>
            <a:ext cx="5181600" cy="696912"/>
            <a:chOff x="288" y="2374"/>
            <a:chExt cx="3264" cy="439"/>
          </a:xfrm>
        </p:grpSpPr>
        <p:sp>
          <p:nvSpPr>
            <p:cNvPr id="27678" name="Text Box 32"/>
            <p:cNvSpPr txBox="1"/>
            <p:nvPr/>
          </p:nvSpPr>
          <p:spPr>
            <a:xfrm>
              <a:off x="288" y="2448"/>
              <a:ext cx="326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3.</a:t>
              </a:r>
              <a:r>
                <a:rPr lang="zh-CN" altLang="en-US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根据     求 </a:t>
              </a:r>
              <a:r>
                <a:rPr lang="en-US" altLang="zh-CN" sz="32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i</a:t>
              </a:r>
              <a:r>
                <a:rPr lang="en-US" altLang="zh-CN" sz="3200" b="0" baseline="-2500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3</a:t>
              </a:r>
              <a:r>
                <a:rPr lang="en-US" altLang="zh-CN" sz="32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(t)</a:t>
              </a:r>
              <a:endParaRPr lang="en-US" altLang="zh-CN" sz="32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7679" name="Object 33"/>
            <p:cNvGraphicFramePr>
              <a:graphicFrameLocks noChangeAspect="1"/>
            </p:cNvGraphicFramePr>
            <p:nvPr/>
          </p:nvGraphicFramePr>
          <p:xfrm>
            <a:off x="960" y="2374"/>
            <a:ext cx="245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0" name="" r:id="rId21" imgW="165100" imgH="279400" progId="Equation.3">
                    <p:embed/>
                  </p:oleObj>
                </mc:Choice>
                <mc:Fallback>
                  <p:oleObj name="" r:id="rId21" imgW="165100" imgH="279400" progId="Equation.3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22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60" y="2374"/>
                          <a:ext cx="245" cy="4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1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8450" name="Group 34"/>
          <p:cNvGrpSpPr/>
          <p:nvPr/>
        </p:nvGrpSpPr>
        <p:grpSpPr>
          <a:xfrm>
            <a:off x="5943600" y="4476750"/>
            <a:ext cx="2514600" cy="2362200"/>
            <a:chOff x="3648" y="2736"/>
            <a:chExt cx="1584" cy="1488"/>
          </a:xfrm>
        </p:grpSpPr>
        <p:sp>
          <p:nvSpPr>
            <p:cNvPr id="27681" name="Text Box 35"/>
            <p:cNvSpPr txBox="1"/>
            <p:nvPr/>
          </p:nvSpPr>
          <p:spPr>
            <a:xfrm>
              <a:off x="4714" y="3619"/>
              <a:ext cx="5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+1</a:t>
              </a:r>
              <a:endParaRPr lang="en-US" altLang="zh-CN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7682" name="Text Box 36"/>
            <p:cNvSpPr txBox="1"/>
            <p:nvPr/>
          </p:nvSpPr>
          <p:spPr>
            <a:xfrm>
              <a:off x="4134" y="2736"/>
              <a:ext cx="4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+j</a:t>
              </a:r>
              <a:endParaRPr lang="en-US" altLang="zh-CN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7683" name="Text Box 37"/>
            <p:cNvSpPr txBox="1"/>
            <p:nvPr/>
          </p:nvSpPr>
          <p:spPr>
            <a:xfrm>
              <a:off x="3880" y="3611"/>
              <a:ext cx="6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0</a:t>
              </a:r>
              <a:endParaRPr lang="en-US" altLang="zh-CN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8454" name="Line 38"/>
            <p:cNvSpPr>
              <a:spLocks noChangeShapeType="1"/>
            </p:cNvSpPr>
            <p:nvPr/>
          </p:nvSpPr>
          <p:spPr bwMode="auto">
            <a:xfrm>
              <a:off x="3648" y="3600"/>
              <a:ext cx="12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88455" name="Line 39"/>
            <p:cNvSpPr>
              <a:spLocks noChangeShapeType="1"/>
            </p:cNvSpPr>
            <p:nvPr/>
          </p:nvSpPr>
          <p:spPr bwMode="auto">
            <a:xfrm flipV="1">
              <a:off x="4080" y="2880"/>
              <a:ext cx="0" cy="13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pSp>
        <p:nvGrpSpPr>
          <p:cNvPr id="188456" name="Group 40"/>
          <p:cNvGrpSpPr/>
          <p:nvPr/>
        </p:nvGrpSpPr>
        <p:grpSpPr>
          <a:xfrm>
            <a:off x="6626225" y="4552950"/>
            <a:ext cx="1066800" cy="1295400"/>
            <a:chOff x="4080" y="2784"/>
            <a:chExt cx="672" cy="816"/>
          </a:xfrm>
        </p:grpSpPr>
        <p:sp>
          <p:nvSpPr>
            <p:cNvPr id="188457" name="Line 41"/>
            <p:cNvSpPr>
              <a:spLocks noChangeShapeType="1"/>
            </p:cNvSpPr>
            <p:nvPr/>
          </p:nvSpPr>
          <p:spPr bwMode="auto">
            <a:xfrm flipV="1">
              <a:off x="4080" y="2976"/>
              <a:ext cx="384" cy="624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graphicFrame>
          <p:nvGraphicFramePr>
            <p:cNvPr id="27688" name="Object 42"/>
            <p:cNvGraphicFramePr>
              <a:graphicFrameLocks noChangeAspect="1"/>
            </p:cNvGraphicFramePr>
            <p:nvPr/>
          </p:nvGraphicFramePr>
          <p:xfrm>
            <a:off x="4549" y="2784"/>
            <a:ext cx="203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3" name="" r:id="rId23" imgW="152400" imgH="279400" progId="Equation.3">
                    <p:embed/>
                  </p:oleObj>
                </mc:Choice>
                <mc:Fallback>
                  <p:oleObj name="" r:id="rId23" imgW="152400" imgH="279400" progId="Equation.3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24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549" y="2784"/>
                          <a:ext cx="203" cy="3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2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8459" name="Line 43"/>
          <p:cNvSpPr>
            <a:spLocks noChangeShapeType="1"/>
          </p:cNvSpPr>
          <p:nvPr/>
        </p:nvSpPr>
        <p:spPr bwMode="auto">
          <a:xfrm flipV="1">
            <a:off x="6629400" y="5456238"/>
            <a:ext cx="609600" cy="990600"/>
          </a:xfrm>
          <a:prstGeom prst="line">
            <a:avLst/>
          </a:prstGeom>
          <a:noFill/>
          <a:ln w="38100" cap="rnd">
            <a:solidFill>
              <a:schemeClr val="tx2"/>
            </a:solidFill>
            <a:prstDash val="sysDot"/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grpSp>
        <p:nvGrpSpPr>
          <p:cNvPr id="188460" name="Group 44"/>
          <p:cNvGrpSpPr/>
          <p:nvPr/>
        </p:nvGrpSpPr>
        <p:grpSpPr>
          <a:xfrm>
            <a:off x="6169025" y="5848350"/>
            <a:ext cx="457200" cy="749300"/>
            <a:chOff x="3792" y="3600"/>
            <a:chExt cx="288" cy="472"/>
          </a:xfrm>
        </p:grpSpPr>
        <p:graphicFrame>
          <p:nvGraphicFramePr>
            <p:cNvPr id="27691" name="Object 45"/>
            <p:cNvGraphicFramePr>
              <a:graphicFrameLocks noChangeAspect="1"/>
            </p:cNvGraphicFramePr>
            <p:nvPr/>
          </p:nvGraphicFramePr>
          <p:xfrm>
            <a:off x="3792" y="3696"/>
            <a:ext cx="237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2" name="" r:id="rId25" imgW="177800" imgH="279400" progId="Equation.3">
                    <p:embed/>
                  </p:oleObj>
                </mc:Choice>
                <mc:Fallback>
                  <p:oleObj name="" r:id="rId25" imgW="177800" imgH="279400" progId="Equation.3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26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92" y="3696"/>
                          <a:ext cx="237" cy="3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2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8462" name="Line 46"/>
            <p:cNvSpPr>
              <a:spLocks noChangeShapeType="1"/>
            </p:cNvSpPr>
            <p:nvPr/>
          </p:nvSpPr>
          <p:spPr bwMode="auto">
            <a:xfrm>
              <a:off x="4080" y="3600"/>
              <a:ext cx="0" cy="384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sp>
        <p:nvSpPr>
          <p:cNvPr id="188463" name="Line 47"/>
          <p:cNvSpPr>
            <a:spLocks noChangeShapeType="1"/>
          </p:cNvSpPr>
          <p:nvPr/>
        </p:nvSpPr>
        <p:spPr bwMode="auto">
          <a:xfrm>
            <a:off x="7235825" y="4933950"/>
            <a:ext cx="0" cy="609600"/>
          </a:xfrm>
          <a:prstGeom prst="line">
            <a:avLst/>
          </a:prstGeom>
          <a:noFill/>
          <a:ln w="38100" cap="rnd">
            <a:solidFill>
              <a:schemeClr val="tx2"/>
            </a:solidFill>
            <a:prstDash val="sysDot"/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grpSp>
        <p:nvGrpSpPr>
          <p:cNvPr id="188464" name="Group 48"/>
          <p:cNvGrpSpPr/>
          <p:nvPr/>
        </p:nvGrpSpPr>
        <p:grpSpPr>
          <a:xfrm>
            <a:off x="6629400" y="5162550"/>
            <a:ext cx="1035050" cy="685800"/>
            <a:chOff x="5108" y="3024"/>
            <a:chExt cx="652" cy="432"/>
          </a:xfrm>
        </p:grpSpPr>
        <p:graphicFrame>
          <p:nvGraphicFramePr>
            <p:cNvPr id="27695" name="Object 49"/>
            <p:cNvGraphicFramePr>
              <a:graphicFrameLocks noChangeAspect="1"/>
            </p:cNvGraphicFramePr>
            <p:nvPr/>
          </p:nvGraphicFramePr>
          <p:xfrm>
            <a:off x="5540" y="3024"/>
            <a:ext cx="220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1" name="" r:id="rId27" imgW="165100" imgH="279400" progId="Equation.3">
                    <p:embed/>
                  </p:oleObj>
                </mc:Choice>
                <mc:Fallback>
                  <p:oleObj name="" r:id="rId27" imgW="165100" imgH="279400" progId="Equation.3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22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540" y="3024"/>
                          <a:ext cx="220" cy="3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folHlink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8466" name="Line 50"/>
            <p:cNvSpPr>
              <a:spLocks noChangeShapeType="1"/>
            </p:cNvSpPr>
            <p:nvPr/>
          </p:nvSpPr>
          <p:spPr bwMode="auto">
            <a:xfrm flipV="1">
              <a:off x="5108" y="3216"/>
              <a:ext cx="384" cy="24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8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8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8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7" dur="500"/>
                                        <p:tgtEl>
                                          <p:spTgt spid="18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8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8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8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7" dur="500"/>
                                        <p:tgtEl>
                                          <p:spTgt spid="18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8" grpId="0"/>
      <p:bldP spid="188420" grpId="0"/>
      <p:bldP spid="188421" grpId="0"/>
      <p:bldP spid="188435" grpId="0"/>
      <p:bldP spid="18844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7127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j-cs"/>
              </a:rPr>
              <a:t>二、三种基本电路元件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j-cs"/>
              </a:rPr>
              <a:t>VAR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j-cs"/>
              </a:rPr>
              <a:t>的相量形式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j-cs"/>
            </a:endParaRPr>
          </a:p>
        </p:txBody>
      </p:sp>
      <p:sp>
        <p:nvSpPr>
          <p:cNvPr id="178180" name="Text Box 4"/>
          <p:cNvSpPr txBox="1"/>
          <p:nvPr/>
        </p:nvSpPr>
        <p:spPr>
          <a:xfrm>
            <a:off x="152400" y="685800"/>
            <a:ext cx="1676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 </a:t>
            </a:r>
            <a:r>
              <a:rPr lang="zh-CN" altLang="en-US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已知</a:t>
            </a:r>
            <a:r>
              <a:rPr lang="zh-CN" altLang="en-US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b="0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78181" name="Object 5"/>
          <p:cNvGraphicFramePr>
            <a:graphicFrameLocks noChangeAspect="1"/>
          </p:cNvGraphicFramePr>
          <p:nvPr/>
        </p:nvGraphicFramePr>
        <p:xfrm>
          <a:off x="1447800" y="762000"/>
          <a:ext cx="21336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" imgW="635000" imgH="203200" progId="Equation.3">
                  <p:embed/>
                </p:oleObj>
              </mc:Choice>
              <mc:Fallback>
                <p:oleObj name="" r:id="rId1" imgW="635000" imgH="2032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447800" y="762000"/>
                        <a:ext cx="2133600" cy="512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2" name="Text Box 6"/>
          <p:cNvSpPr txBox="1"/>
          <p:nvPr/>
        </p:nvSpPr>
        <p:spPr>
          <a:xfrm>
            <a:off x="63500" y="1200150"/>
            <a:ext cx="5562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电阻元件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VAR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的相量形式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78183" name="Group 7"/>
          <p:cNvGrpSpPr/>
          <p:nvPr/>
        </p:nvGrpSpPr>
        <p:grpSpPr>
          <a:xfrm>
            <a:off x="565150" y="1795463"/>
            <a:ext cx="3352800" cy="1447800"/>
            <a:chOff x="-902" y="1186"/>
            <a:chExt cx="2112" cy="912"/>
          </a:xfrm>
        </p:grpSpPr>
        <p:sp>
          <p:nvSpPr>
            <p:cNvPr id="28678" name="Text Box 8"/>
            <p:cNvSpPr txBox="1"/>
            <p:nvPr/>
          </p:nvSpPr>
          <p:spPr>
            <a:xfrm>
              <a:off x="521" y="1227"/>
              <a:ext cx="6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i (t)</a:t>
              </a:r>
              <a:endParaRPr lang="en-US" altLang="zh-CN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28679" name="Group 9"/>
            <p:cNvGrpSpPr/>
            <p:nvPr/>
          </p:nvGrpSpPr>
          <p:grpSpPr>
            <a:xfrm>
              <a:off x="-902" y="1186"/>
              <a:ext cx="597" cy="912"/>
              <a:chOff x="624" y="2928"/>
              <a:chExt cx="624" cy="1056"/>
            </a:xfrm>
          </p:grpSpPr>
          <p:sp>
            <p:nvSpPr>
              <p:cNvPr id="178186" name="Rectangle 10"/>
              <p:cNvSpPr>
                <a:spLocks noChangeArrowheads="1"/>
              </p:cNvSpPr>
              <p:nvPr/>
            </p:nvSpPr>
            <p:spPr bwMode="auto">
              <a:xfrm>
                <a:off x="624" y="2928"/>
                <a:ext cx="576" cy="105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8681" name="Text Box 11"/>
              <p:cNvSpPr txBox="1"/>
              <p:nvPr/>
            </p:nvSpPr>
            <p:spPr>
              <a:xfrm>
                <a:off x="672" y="3024"/>
                <a:ext cx="576" cy="8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b="0" dirty="0">
                    <a:solidFill>
                      <a:schemeClr val="tx1"/>
                    </a:solidFill>
                    <a:latin typeface="方正行楷简体" pitchFamily="2" charset="-122"/>
                    <a:ea typeface="宋体" panose="02010600030101010101" pitchFamily="2" charset="-122"/>
                  </a:rPr>
                  <a:t>正弦稳态电路</a:t>
                </a:r>
                <a:endParaRPr lang="zh-CN" altLang="en-US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78188" name="Line 12"/>
            <p:cNvSpPr>
              <a:spLocks noChangeShapeType="1"/>
            </p:cNvSpPr>
            <p:nvPr/>
          </p:nvSpPr>
          <p:spPr bwMode="auto">
            <a:xfrm>
              <a:off x="-351" y="1310"/>
              <a:ext cx="8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8189" name="Line 13"/>
            <p:cNvSpPr>
              <a:spLocks noChangeShapeType="1"/>
            </p:cNvSpPr>
            <p:nvPr/>
          </p:nvSpPr>
          <p:spPr bwMode="auto">
            <a:xfrm>
              <a:off x="-351" y="1974"/>
              <a:ext cx="8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8190" name="Rectangle 14"/>
            <p:cNvSpPr>
              <a:spLocks noChangeArrowheads="1"/>
            </p:cNvSpPr>
            <p:nvPr/>
          </p:nvSpPr>
          <p:spPr bwMode="auto">
            <a:xfrm>
              <a:off x="383" y="1506"/>
              <a:ext cx="92" cy="31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8191" name="Line 15"/>
            <p:cNvSpPr>
              <a:spLocks noChangeShapeType="1"/>
            </p:cNvSpPr>
            <p:nvPr/>
          </p:nvSpPr>
          <p:spPr bwMode="auto">
            <a:xfrm flipV="1">
              <a:off x="444" y="1322"/>
              <a:ext cx="0" cy="1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8192" name="Line 16"/>
            <p:cNvSpPr>
              <a:spLocks noChangeShapeType="1"/>
            </p:cNvSpPr>
            <p:nvPr/>
          </p:nvSpPr>
          <p:spPr bwMode="auto">
            <a:xfrm>
              <a:off x="444" y="1817"/>
              <a:ext cx="0" cy="15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8193" name="Line 17"/>
            <p:cNvSpPr>
              <a:spLocks noChangeShapeType="1"/>
            </p:cNvSpPr>
            <p:nvPr/>
          </p:nvSpPr>
          <p:spPr bwMode="auto">
            <a:xfrm>
              <a:off x="439" y="1376"/>
              <a:ext cx="0" cy="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8688" name="Text Box 18"/>
            <p:cNvSpPr txBox="1"/>
            <p:nvPr/>
          </p:nvSpPr>
          <p:spPr>
            <a:xfrm>
              <a:off x="-76" y="1405"/>
              <a:ext cx="551" cy="56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40000"/>
                </a:lnSpc>
                <a:spcBef>
                  <a:spcPct val="50000"/>
                </a:spcBef>
              </a:pPr>
              <a:r>
                <a:rPr lang="en-US" altLang="en-US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+</a:t>
              </a:r>
              <a:endParaRPr lang="en-US" altLang="en-US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  <a:p>
              <a:pPr>
                <a:lnSpc>
                  <a:spcPct val="40000"/>
                </a:lnSpc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u (t)</a:t>
              </a:r>
              <a:endParaRPr lang="en-US" altLang="zh-CN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  <a:p>
              <a:pPr>
                <a:lnSpc>
                  <a:spcPct val="40000"/>
                </a:lnSpc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8195" name="Oval 19"/>
            <p:cNvSpPr>
              <a:spLocks noChangeArrowheads="1"/>
            </p:cNvSpPr>
            <p:nvPr/>
          </p:nvSpPr>
          <p:spPr bwMode="auto">
            <a:xfrm>
              <a:off x="16" y="1932"/>
              <a:ext cx="92" cy="8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8196" name="Oval 20"/>
            <p:cNvSpPr>
              <a:spLocks noChangeArrowheads="1"/>
            </p:cNvSpPr>
            <p:nvPr/>
          </p:nvSpPr>
          <p:spPr bwMode="auto">
            <a:xfrm>
              <a:off x="16" y="1269"/>
              <a:ext cx="92" cy="8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8691" name="Text Box 21"/>
            <p:cNvSpPr txBox="1"/>
            <p:nvPr/>
          </p:nvSpPr>
          <p:spPr>
            <a:xfrm>
              <a:off x="567" y="1559"/>
              <a:ext cx="41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R</a:t>
              </a:r>
              <a:endParaRPr lang="en-US" altLang="zh-CN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78198" name="Object 22"/>
          <p:cNvGraphicFramePr>
            <a:graphicFrameLocks noChangeAspect="1"/>
          </p:cNvGraphicFramePr>
          <p:nvPr/>
        </p:nvGraphicFramePr>
        <p:xfrm>
          <a:off x="4191000" y="2514600"/>
          <a:ext cx="3351213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3" imgW="1320800" imgH="228600" progId="Equation.3">
                  <p:embed/>
                </p:oleObj>
              </mc:Choice>
              <mc:Fallback>
                <p:oleObj name="" r:id="rId3" imgW="1320800" imgH="2286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191000" y="2514600"/>
                        <a:ext cx="3351213" cy="579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99" name="Object 23"/>
          <p:cNvGraphicFramePr>
            <a:graphicFrameLocks noChangeAspect="1"/>
          </p:cNvGraphicFramePr>
          <p:nvPr/>
        </p:nvGraphicFramePr>
        <p:xfrm>
          <a:off x="4114800" y="1828800"/>
          <a:ext cx="34290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5" imgW="1422400" imgH="228600" progId="Equation.3">
                  <p:embed/>
                </p:oleObj>
              </mc:Choice>
              <mc:Fallback>
                <p:oleObj name="" r:id="rId5" imgW="1422400" imgH="2286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114800" y="1828800"/>
                        <a:ext cx="3429000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02" name="Object 26"/>
          <p:cNvGraphicFramePr>
            <a:graphicFrameLocks noChangeAspect="1"/>
          </p:cNvGraphicFramePr>
          <p:nvPr/>
        </p:nvGraphicFramePr>
        <p:xfrm>
          <a:off x="3886200" y="533400"/>
          <a:ext cx="2438400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7" imgW="748665" imgH="393700" progId="Equation.3">
                  <p:embed/>
                </p:oleObj>
              </mc:Choice>
              <mc:Fallback>
                <p:oleObj name="" r:id="rId7" imgW="748665" imgH="3937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886200" y="533400"/>
                        <a:ext cx="2438400" cy="963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03" name="Object 27"/>
          <p:cNvGraphicFramePr>
            <a:graphicFrameLocks noChangeAspect="1"/>
          </p:cNvGraphicFramePr>
          <p:nvPr/>
        </p:nvGraphicFramePr>
        <p:xfrm>
          <a:off x="6477000" y="533400"/>
          <a:ext cx="22098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9" imgW="723900" imgH="393700" progId="Equation.3">
                  <p:embed/>
                </p:oleObj>
              </mc:Choice>
              <mc:Fallback>
                <p:oleObj name="" r:id="rId9" imgW="723900" imgH="3937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477000" y="533400"/>
                        <a:ext cx="2209800" cy="90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8208" name="Group 32"/>
          <p:cNvGrpSpPr/>
          <p:nvPr/>
        </p:nvGrpSpPr>
        <p:grpSpPr>
          <a:xfrm>
            <a:off x="5710238" y="3657600"/>
            <a:ext cx="2362200" cy="1920875"/>
            <a:chOff x="1536" y="2592"/>
            <a:chExt cx="1488" cy="1210"/>
          </a:xfrm>
        </p:grpSpPr>
        <p:sp>
          <p:nvSpPr>
            <p:cNvPr id="28697" name="Text Box 33"/>
            <p:cNvSpPr txBox="1"/>
            <p:nvPr/>
          </p:nvSpPr>
          <p:spPr>
            <a:xfrm>
              <a:off x="2506" y="3475"/>
              <a:ext cx="5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+1</a:t>
              </a:r>
              <a:endParaRPr lang="en-US" altLang="zh-CN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698" name="Text Box 34"/>
            <p:cNvSpPr txBox="1"/>
            <p:nvPr/>
          </p:nvSpPr>
          <p:spPr>
            <a:xfrm>
              <a:off x="1926" y="2592"/>
              <a:ext cx="4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+j</a:t>
              </a:r>
              <a:endParaRPr lang="en-US" altLang="zh-CN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699" name="Text Box 35"/>
            <p:cNvSpPr txBox="1"/>
            <p:nvPr/>
          </p:nvSpPr>
          <p:spPr>
            <a:xfrm>
              <a:off x="1672" y="3467"/>
              <a:ext cx="6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0</a:t>
              </a:r>
              <a:endParaRPr lang="en-US" altLang="zh-CN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8212" name="Line 36"/>
            <p:cNvSpPr>
              <a:spLocks noChangeShapeType="1"/>
            </p:cNvSpPr>
            <p:nvPr/>
          </p:nvSpPr>
          <p:spPr bwMode="auto">
            <a:xfrm>
              <a:off x="1536" y="3456"/>
              <a:ext cx="12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8213" name="Line 37"/>
            <p:cNvSpPr>
              <a:spLocks noChangeShapeType="1"/>
            </p:cNvSpPr>
            <p:nvPr/>
          </p:nvSpPr>
          <p:spPr bwMode="auto">
            <a:xfrm flipV="1">
              <a:off x="1872" y="2688"/>
              <a:ext cx="0" cy="10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pSp>
        <p:nvGrpSpPr>
          <p:cNvPr id="178214" name="Group 38"/>
          <p:cNvGrpSpPr/>
          <p:nvPr/>
        </p:nvGrpSpPr>
        <p:grpSpPr>
          <a:xfrm>
            <a:off x="6319838" y="3689350"/>
            <a:ext cx="1776412" cy="1295400"/>
            <a:chOff x="3264" y="2976"/>
            <a:chExt cx="1119" cy="816"/>
          </a:xfrm>
        </p:grpSpPr>
        <p:sp>
          <p:nvSpPr>
            <p:cNvPr id="178215" name="Line 39"/>
            <p:cNvSpPr>
              <a:spLocks noChangeShapeType="1"/>
            </p:cNvSpPr>
            <p:nvPr/>
          </p:nvSpPr>
          <p:spPr bwMode="auto">
            <a:xfrm flipV="1">
              <a:off x="3264" y="3264"/>
              <a:ext cx="720" cy="528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graphicFrame>
          <p:nvGraphicFramePr>
            <p:cNvPr id="28704" name="Object 40"/>
            <p:cNvGraphicFramePr>
              <a:graphicFrameLocks noChangeAspect="1"/>
            </p:cNvGraphicFramePr>
            <p:nvPr/>
          </p:nvGraphicFramePr>
          <p:xfrm>
            <a:off x="3984" y="2976"/>
            <a:ext cx="399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4" name="" r:id="rId11" imgW="279400" imgH="304800" progId="Equation.3">
                    <p:embed/>
                  </p:oleObj>
                </mc:Choice>
                <mc:Fallback>
                  <p:oleObj name="" r:id="rId11" imgW="279400" imgH="304800" progId="Equation.3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12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84" y="2976"/>
                          <a:ext cx="399" cy="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rgbClr val="FF3300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8217" name="Group 41"/>
          <p:cNvGrpSpPr/>
          <p:nvPr/>
        </p:nvGrpSpPr>
        <p:grpSpPr>
          <a:xfrm>
            <a:off x="6243638" y="4451350"/>
            <a:ext cx="915987" cy="654050"/>
            <a:chOff x="3696" y="3236"/>
            <a:chExt cx="577" cy="412"/>
          </a:xfrm>
        </p:grpSpPr>
        <p:graphicFrame>
          <p:nvGraphicFramePr>
            <p:cNvPr id="28706" name="Object 42"/>
            <p:cNvGraphicFramePr>
              <a:graphicFrameLocks noChangeAspect="1"/>
            </p:cNvGraphicFramePr>
            <p:nvPr/>
          </p:nvGraphicFramePr>
          <p:xfrm>
            <a:off x="4032" y="3236"/>
            <a:ext cx="241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" name="" r:id="rId13" imgW="165100" imgH="279400" progId="Equation.3">
                    <p:embed/>
                  </p:oleObj>
                </mc:Choice>
                <mc:Fallback>
                  <p:oleObj name="" r:id="rId13" imgW="165100" imgH="279400" progId="Equation.3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14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32" y="3236"/>
                          <a:ext cx="241" cy="4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2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8219" name="Line 43"/>
            <p:cNvSpPr>
              <a:spLocks noChangeShapeType="1"/>
            </p:cNvSpPr>
            <p:nvPr/>
          </p:nvSpPr>
          <p:spPr bwMode="auto">
            <a:xfrm flipV="1">
              <a:off x="3696" y="3312"/>
              <a:ext cx="384" cy="288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aphicFrame>
        <p:nvGraphicFramePr>
          <p:cNvPr id="178231" name="Object 55"/>
          <p:cNvGraphicFramePr>
            <a:graphicFrameLocks noChangeAspect="1"/>
          </p:cNvGraphicFramePr>
          <p:nvPr/>
        </p:nvGraphicFramePr>
        <p:xfrm>
          <a:off x="1003300" y="4165600"/>
          <a:ext cx="152400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15" imgW="873760" imgH="389890" progId="Equation.3">
                  <p:embed/>
                </p:oleObj>
              </mc:Choice>
              <mc:Fallback>
                <p:oleObj name="" r:id="rId15" imgW="873760" imgH="38989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03300" y="4165600"/>
                        <a:ext cx="1524000" cy="731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32" name="Object 56"/>
          <p:cNvGraphicFramePr>
            <a:graphicFrameLocks noChangeAspect="1"/>
          </p:cNvGraphicFramePr>
          <p:nvPr/>
        </p:nvGraphicFramePr>
        <p:xfrm>
          <a:off x="957263" y="5302250"/>
          <a:ext cx="14478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17" imgW="807085" imgH="389890" progId="Equation.3">
                  <p:embed/>
                </p:oleObj>
              </mc:Choice>
              <mc:Fallback>
                <p:oleObj name="" r:id="rId17" imgW="807085" imgH="38989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57263" y="5302250"/>
                        <a:ext cx="1447800" cy="754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33" name="Object 57"/>
          <p:cNvGraphicFramePr>
            <a:graphicFrameLocks noChangeAspect="1"/>
          </p:cNvGraphicFramePr>
          <p:nvPr/>
        </p:nvGraphicFramePr>
        <p:xfrm>
          <a:off x="2998788" y="4592638"/>
          <a:ext cx="20574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19" imgW="1129665" imgH="376555" progId="Equation.3">
                  <p:embed/>
                </p:oleObj>
              </mc:Choice>
              <mc:Fallback>
                <p:oleObj name="" r:id="rId19" imgW="1129665" imgH="376555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98788" y="4592638"/>
                        <a:ext cx="2057400" cy="749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78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8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17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8" dur="500"/>
                                        <p:tgtEl>
                                          <p:spTgt spid="17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8" grpId="0"/>
      <p:bldP spid="178180" grpId="0"/>
      <p:bldP spid="17818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9214" name="Rectangle 14"/>
          <p:cNvSpPr>
            <a:spLocks noGrp="1" noChangeArrowheads="1"/>
          </p:cNvSpPr>
          <p:nvPr>
            <p:ph type="title" sz="quarter"/>
          </p:nvPr>
        </p:nvSpPr>
        <p:spPr>
          <a:xfrm>
            <a:off x="12700" y="88900"/>
            <a:ext cx="8229600" cy="6365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2.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电容元件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VAR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的相量形式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graphicFrame>
        <p:nvGraphicFramePr>
          <p:cNvPr id="179220" name="Object 20"/>
          <p:cNvGraphicFramePr>
            <a:graphicFrameLocks noChangeAspect="1"/>
          </p:cNvGraphicFramePr>
          <p:nvPr/>
        </p:nvGraphicFramePr>
        <p:xfrm>
          <a:off x="3152775" y="762000"/>
          <a:ext cx="6477000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1" imgW="2959100" imgH="431800" progId="Equation.3">
                  <p:embed/>
                </p:oleObj>
              </mc:Choice>
              <mc:Fallback>
                <p:oleObj name="" r:id="rId1" imgW="2959100" imgH="4318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152775" y="762000"/>
                        <a:ext cx="6477000" cy="941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21" name="Object 21"/>
          <p:cNvGraphicFramePr>
            <a:graphicFrameLocks noChangeAspect="1"/>
          </p:cNvGraphicFramePr>
          <p:nvPr/>
        </p:nvGraphicFramePr>
        <p:xfrm>
          <a:off x="3248025" y="1600200"/>
          <a:ext cx="648652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3" imgW="2908300" imgH="431800" progId="Equation.3">
                  <p:embed/>
                </p:oleObj>
              </mc:Choice>
              <mc:Fallback>
                <p:oleObj name="" r:id="rId3" imgW="2908300" imgH="4318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248025" y="1600200"/>
                        <a:ext cx="6486525" cy="958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22" name="Object 22"/>
          <p:cNvGraphicFramePr>
            <a:graphicFrameLocks noChangeAspect="1"/>
          </p:cNvGraphicFramePr>
          <p:nvPr/>
        </p:nvGraphicFramePr>
        <p:xfrm>
          <a:off x="1560513" y="2982913"/>
          <a:ext cx="2971800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5" imgW="1104900" imgH="393700" progId="Equation.3">
                  <p:embed/>
                </p:oleObj>
              </mc:Choice>
              <mc:Fallback>
                <p:oleObj name="" r:id="rId5" imgW="1104900" imgH="3937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560513" y="2982913"/>
                        <a:ext cx="2971800" cy="1055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9234" name="Group 34"/>
          <p:cNvGrpSpPr/>
          <p:nvPr/>
        </p:nvGrpSpPr>
        <p:grpSpPr>
          <a:xfrm>
            <a:off x="153988" y="973138"/>
            <a:ext cx="3429000" cy="1676400"/>
            <a:chOff x="114" y="684"/>
            <a:chExt cx="2160" cy="1056"/>
          </a:xfrm>
        </p:grpSpPr>
        <p:grpSp>
          <p:nvGrpSpPr>
            <p:cNvPr id="29702" name="Group 35"/>
            <p:cNvGrpSpPr/>
            <p:nvPr/>
          </p:nvGrpSpPr>
          <p:grpSpPr>
            <a:xfrm>
              <a:off x="114" y="684"/>
              <a:ext cx="624" cy="1056"/>
              <a:chOff x="624" y="2928"/>
              <a:chExt cx="624" cy="1056"/>
            </a:xfrm>
          </p:grpSpPr>
          <p:sp>
            <p:nvSpPr>
              <p:cNvPr id="179236" name="Rectangle 36"/>
              <p:cNvSpPr>
                <a:spLocks noChangeArrowheads="1"/>
              </p:cNvSpPr>
              <p:nvPr/>
            </p:nvSpPr>
            <p:spPr bwMode="auto">
              <a:xfrm>
                <a:off x="624" y="2928"/>
                <a:ext cx="576" cy="105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9704" name="Text Box 37"/>
              <p:cNvSpPr txBox="1"/>
              <p:nvPr/>
            </p:nvSpPr>
            <p:spPr>
              <a:xfrm>
                <a:off x="672" y="3024"/>
                <a:ext cx="576" cy="8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solidFill>
                      <a:schemeClr val="tx1"/>
                    </a:solidFill>
                    <a:latin typeface="方正行楷简体" pitchFamily="2" charset="-122"/>
                    <a:ea typeface="宋体" panose="02010600030101010101" pitchFamily="2" charset="-122"/>
                  </a:rPr>
                  <a:t>正弦稳态电路</a:t>
                </a:r>
                <a:endParaRPr lang="zh-CN" altLang="en-US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79238" name="Line 38"/>
            <p:cNvSpPr>
              <a:spLocks noChangeShapeType="1"/>
            </p:cNvSpPr>
            <p:nvPr/>
          </p:nvSpPr>
          <p:spPr bwMode="auto">
            <a:xfrm>
              <a:off x="690" y="828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9239" name="Line 39"/>
            <p:cNvSpPr>
              <a:spLocks noChangeShapeType="1"/>
            </p:cNvSpPr>
            <p:nvPr/>
          </p:nvSpPr>
          <p:spPr bwMode="auto">
            <a:xfrm>
              <a:off x="690" y="1596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9240" name="Line 40"/>
            <p:cNvSpPr>
              <a:spLocks noChangeShapeType="1"/>
            </p:cNvSpPr>
            <p:nvPr/>
          </p:nvSpPr>
          <p:spPr bwMode="auto">
            <a:xfrm>
              <a:off x="1554" y="87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9708" name="Text Box 41"/>
            <p:cNvSpPr txBox="1"/>
            <p:nvPr/>
          </p:nvSpPr>
          <p:spPr>
            <a:xfrm>
              <a:off x="1554" y="789"/>
              <a:ext cx="72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c</a:t>
              </a: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(t)</a:t>
              </a:r>
              <a:endParaRPr lang="en-US" altLang="zh-CN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709" name="Text Box 42"/>
            <p:cNvSpPr txBox="1"/>
            <p:nvPr/>
          </p:nvSpPr>
          <p:spPr>
            <a:xfrm>
              <a:off x="774" y="917"/>
              <a:ext cx="1162" cy="73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en-US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   +</a:t>
              </a:r>
              <a:endParaRPr lang="en-US" altLang="en-US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c</a:t>
              </a: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 (t)</a:t>
              </a:r>
              <a:endParaRPr lang="en-US" altLang="zh-CN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-</a:t>
              </a:r>
              <a:endParaRPr lang="en-US" altLang="zh-CN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9243" name="Oval 43"/>
            <p:cNvSpPr>
              <a:spLocks noChangeArrowheads="1"/>
            </p:cNvSpPr>
            <p:nvPr/>
          </p:nvSpPr>
          <p:spPr bwMode="auto">
            <a:xfrm>
              <a:off x="1074" y="154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9244" name="Oval 44"/>
            <p:cNvSpPr>
              <a:spLocks noChangeArrowheads="1"/>
            </p:cNvSpPr>
            <p:nvPr/>
          </p:nvSpPr>
          <p:spPr bwMode="auto">
            <a:xfrm>
              <a:off x="1074" y="78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9712" name="Text Box 45"/>
            <p:cNvSpPr txBox="1"/>
            <p:nvPr/>
          </p:nvSpPr>
          <p:spPr>
            <a:xfrm>
              <a:off x="1650" y="1116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9246" name="Line 46"/>
            <p:cNvSpPr>
              <a:spLocks noChangeShapeType="1"/>
            </p:cNvSpPr>
            <p:nvPr/>
          </p:nvSpPr>
          <p:spPr bwMode="auto">
            <a:xfrm>
              <a:off x="1554" y="828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9247" name="Line 47"/>
            <p:cNvSpPr>
              <a:spLocks noChangeShapeType="1"/>
            </p:cNvSpPr>
            <p:nvPr/>
          </p:nvSpPr>
          <p:spPr bwMode="auto">
            <a:xfrm flipV="1">
              <a:off x="1554" y="1308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9248" name="Line 48"/>
            <p:cNvSpPr>
              <a:spLocks noChangeShapeType="1"/>
            </p:cNvSpPr>
            <p:nvPr/>
          </p:nvSpPr>
          <p:spPr bwMode="auto">
            <a:xfrm>
              <a:off x="1458" y="1308"/>
              <a:ext cx="19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79249" name="Line 49"/>
            <p:cNvSpPr>
              <a:spLocks noChangeShapeType="1"/>
            </p:cNvSpPr>
            <p:nvPr/>
          </p:nvSpPr>
          <p:spPr bwMode="auto">
            <a:xfrm>
              <a:off x="1458" y="1212"/>
              <a:ext cx="19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aphicFrame>
        <p:nvGraphicFramePr>
          <p:cNvPr id="179252" name="Object 5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991100" y="3048000"/>
          <a:ext cx="2514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7" imgW="1358265" imgH="376555" progId="Equation.3">
                  <p:embed/>
                </p:oleObj>
              </mc:Choice>
              <mc:Fallback>
                <p:oleObj name="" r:id="rId7" imgW="1358265" imgH="376555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91100" y="3048000"/>
                        <a:ext cx="2514600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7"/>
          <p:cNvGraphicFramePr>
            <a:graphicFrameLocks noChangeAspect="1"/>
          </p:cNvGraphicFramePr>
          <p:nvPr/>
        </p:nvGraphicFramePr>
        <p:xfrm>
          <a:off x="663575" y="5314950"/>
          <a:ext cx="33718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9" imgW="1397000" imgH="228600" progId="Equation.3">
                  <p:embed/>
                </p:oleObj>
              </mc:Choice>
              <mc:Fallback>
                <p:oleObj name="" r:id="rId9" imgW="1397000" imgH="22860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10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663575" y="5314950"/>
                        <a:ext cx="3371850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8"/>
          <p:cNvGraphicFramePr>
            <a:graphicFrameLocks noChangeAspect="1"/>
          </p:cNvGraphicFramePr>
          <p:nvPr/>
        </p:nvGraphicFramePr>
        <p:xfrm>
          <a:off x="731838" y="5902325"/>
          <a:ext cx="30670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11" imgW="1282700" imgH="241300" progId="Equation.3">
                  <p:embed/>
                </p:oleObj>
              </mc:Choice>
              <mc:Fallback>
                <p:oleObj name="" r:id="rId11" imgW="1282700" imgH="24130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1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731838" y="5902325"/>
                        <a:ext cx="3067050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AutoShape 19"/>
          <p:cNvSpPr/>
          <p:nvPr/>
        </p:nvSpPr>
        <p:spPr bwMode="auto">
          <a:xfrm>
            <a:off x="579438" y="5486400"/>
            <a:ext cx="76200" cy="838200"/>
          </a:xfrm>
          <a:prstGeom prst="leftBrace">
            <a:avLst>
              <a:gd name="adj1" fmla="val 116667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graphicFrame>
        <p:nvGraphicFramePr>
          <p:cNvPr id="37" name="Object 49"/>
          <p:cNvGraphicFramePr>
            <a:graphicFrameLocks noChangeAspect="1"/>
          </p:cNvGraphicFramePr>
          <p:nvPr/>
        </p:nvGraphicFramePr>
        <p:xfrm>
          <a:off x="531813" y="4038600"/>
          <a:ext cx="32766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13" imgW="1434465" imgH="317500" progId="Equation.3">
                  <p:embed/>
                </p:oleObj>
              </mc:Choice>
              <mc:Fallback>
                <p:oleObj name="" r:id="rId13" imgW="1434465" imgH="3175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1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31813" y="4038600"/>
                        <a:ext cx="3276600" cy="719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50"/>
          <p:cNvGraphicFramePr>
            <a:graphicFrameLocks noChangeAspect="1"/>
          </p:cNvGraphicFramePr>
          <p:nvPr/>
        </p:nvGraphicFramePr>
        <p:xfrm>
          <a:off x="530225" y="4598988"/>
          <a:ext cx="358457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15" imgW="1701800" imgH="317500" progId="Equation.3">
                  <p:embed/>
                </p:oleObj>
              </mc:Choice>
              <mc:Fallback>
                <p:oleObj name="" r:id="rId15" imgW="1701800" imgH="31750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1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30225" y="4598988"/>
                        <a:ext cx="3584575" cy="663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2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Group 13"/>
          <p:cNvGrpSpPr/>
          <p:nvPr/>
        </p:nvGrpSpPr>
        <p:grpSpPr>
          <a:xfrm>
            <a:off x="6481763" y="5348288"/>
            <a:ext cx="601662" cy="576262"/>
            <a:chOff x="-624" y="2777"/>
            <a:chExt cx="379" cy="363"/>
          </a:xfrm>
        </p:grpSpPr>
        <p:sp>
          <p:nvSpPr>
            <p:cNvPr id="40" name="Arc 14"/>
            <p:cNvSpPr/>
            <p:nvPr/>
          </p:nvSpPr>
          <p:spPr bwMode="auto">
            <a:xfrm>
              <a:off x="-624" y="2948"/>
              <a:ext cx="127" cy="19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8993"/>
                <a:gd name="T1" fmla="*/ 0 h 21600"/>
                <a:gd name="T2" fmla="*/ 18993 w 18993"/>
                <a:gd name="T3" fmla="*/ 11313 h 21600"/>
                <a:gd name="T4" fmla="*/ 0 w 1899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993" h="21600" fill="none" extrusionOk="0">
                  <a:moveTo>
                    <a:pt x="-1" y="0"/>
                  </a:moveTo>
                  <a:cubicBezTo>
                    <a:pt x="7927" y="0"/>
                    <a:pt x="15217" y="4342"/>
                    <a:pt x="18993" y="11312"/>
                  </a:cubicBezTo>
                </a:path>
                <a:path w="18993" h="21600" stroke="0" extrusionOk="0">
                  <a:moveTo>
                    <a:pt x="-1" y="0"/>
                  </a:moveTo>
                  <a:cubicBezTo>
                    <a:pt x="7927" y="0"/>
                    <a:pt x="15217" y="4342"/>
                    <a:pt x="18993" y="1131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7150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graphicFrame>
          <p:nvGraphicFramePr>
            <p:cNvPr id="29725" name="Object 15"/>
            <p:cNvGraphicFramePr>
              <a:graphicFrameLocks noChangeAspect="1"/>
            </p:cNvGraphicFramePr>
            <p:nvPr/>
          </p:nvGraphicFramePr>
          <p:xfrm>
            <a:off x="-497" y="2777"/>
            <a:ext cx="252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6" name="" r:id="rId17" imgW="177800" imgH="228600" progId="Equation.3">
                    <p:embed/>
                  </p:oleObj>
                </mc:Choice>
                <mc:Fallback>
                  <p:oleObj name="" r:id="rId17" imgW="177800" imgH="228600" progId="Equation.3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18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-497" y="2777"/>
                          <a:ext cx="252" cy="3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rgbClr val="00CC00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Group 20"/>
          <p:cNvGrpSpPr/>
          <p:nvPr/>
        </p:nvGrpSpPr>
        <p:grpSpPr>
          <a:xfrm>
            <a:off x="5029200" y="4419600"/>
            <a:ext cx="3048000" cy="1920875"/>
            <a:chOff x="384" y="960"/>
            <a:chExt cx="1920" cy="1210"/>
          </a:xfrm>
        </p:grpSpPr>
        <p:sp>
          <p:nvSpPr>
            <p:cNvPr id="29727" name="Text Box 21"/>
            <p:cNvSpPr txBox="1"/>
            <p:nvPr/>
          </p:nvSpPr>
          <p:spPr>
            <a:xfrm>
              <a:off x="1786" y="1843"/>
              <a:ext cx="5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+1</a:t>
              </a:r>
              <a:endParaRPr lang="en-US" altLang="zh-CN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728" name="Text Box 22"/>
            <p:cNvSpPr txBox="1"/>
            <p:nvPr/>
          </p:nvSpPr>
          <p:spPr>
            <a:xfrm>
              <a:off x="1206" y="960"/>
              <a:ext cx="4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+j</a:t>
              </a:r>
              <a:endParaRPr lang="en-US" altLang="zh-CN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729" name="Text Box 23"/>
            <p:cNvSpPr txBox="1"/>
            <p:nvPr/>
          </p:nvSpPr>
          <p:spPr>
            <a:xfrm>
              <a:off x="952" y="1835"/>
              <a:ext cx="6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6" name="Line 24"/>
            <p:cNvSpPr>
              <a:spLocks noChangeShapeType="1"/>
            </p:cNvSpPr>
            <p:nvPr/>
          </p:nvSpPr>
          <p:spPr bwMode="auto">
            <a:xfrm>
              <a:off x="384" y="1824"/>
              <a:ext cx="16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47" name="Line 25"/>
            <p:cNvSpPr>
              <a:spLocks noChangeShapeType="1"/>
            </p:cNvSpPr>
            <p:nvPr/>
          </p:nvSpPr>
          <p:spPr bwMode="auto">
            <a:xfrm flipV="1">
              <a:off x="1152" y="1056"/>
              <a:ext cx="0" cy="10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pSp>
        <p:nvGrpSpPr>
          <p:cNvPr id="48" name="Group 26"/>
          <p:cNvGrpSpPr/>
          <p:nvPr/>
        </p:nvGrpSpPr>
        <p:grpSpPr>
          <a:xfrm>
            <a:off x="6248400" y="4724400"/>
            <a:ext cx="1627188" cy="1066800"/>
            <a:chOff x="-1488" y="720"/>
            <a:chExt cx="1025" cy="672"/>
          </a:xfrm>
        </p:grpSpPr>
        <p:sp>
          <p:nvSpPr>
            <p:cNvPr id="49" name="Line 27"/>
            <p:cNvSpPr>
              <a:spLocks noChangeShapeType="1"/>
            </p:cNvSpPr>
            <p:nvPr/>
          </p:nvSpPr>
          <p:spPr bwMode="auto">
            <a:xfrm flipV="1">
              <a:off x="-1488" y="864"/>
              <a:ext cx="720" cy="528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graphicFrame>
          <p:nvGraphicFramePr>
            <p:cNvPr id="29734" name="Object 28"/>
            <p:cNvGraphicFramePr>
              <a:graphicFrameLocks noChangeAspect="1"/>
            </p:cNvGraphicFramePr>
            <p:nvPr/>
          </p:nvGraphicFramePr>
          <p:xfrm>
            <a:off x="-816" y="720"/>
            <a:ext cx="353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1" name="" r:id="rId19" imgW="241300" imgH="279400" progId="Equation.3">
                    <p:embed/>
                  </p:oleObj>
                </mc:Choice>
                <mc:Fallback>
                  <p:oleObj name="" r:id="rId19" imgW="241300" imgH="279400" progId="Equation.3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20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-816" y="720"/>
                          <a:ext cx="353" cy="4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folHlink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" name="Group 29"/>
          <p:cNvGrpSpPr/>
          <p:nvPr/>
        </p:nvGrpSpPr>
        <p:grpSpPr>
          <a:xfrm>
            <a:off x="5257800" y="4648200"/>
            <a:ext cx="990600" cy="1143000"/>
            <a:chOff x="480" y="1056"/>
            <a:chExt cx="624" cy="720"/>
          </a:xfrm>
        </p:grpSpPr>
        <p:graphicFrame>
          <p:nvGraphicFramePr>
            <p:cNvPr id="29736" name="Object 30"/>
            <p:cNvGraphicFramePr>
              <a:graphicFrameLocks noChangeAspect="1"/>
            </p:cNvGraphicFramePr>
            <p:nvPr/>
          </p:nvGraphicFramePr>
          <p:xfrm>
            <a:off x="480" y="1056"/>
            <a:ext cx="50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4" name="" r:id="rId21" imgW="355600" imgH="304800" progId="Equation.3">
                    <p:embed/>
                  </p:oleObj>
                </mc:Choice>
                <mc:Fallback>
                  <p:oleObj name="" r:id="rId21" imgW="355600" imgH="304800" progId="Equation.3">
                    <p:embed/>
                    <p:pic>
                      <p:nvPicPr>
                        <p:cNvPr id="0" name="图片 3153"/>
                        <p:cNvPicPr/>
                        <p:nvPr/>
                      </p:nvPicPr>
                      <p:blipFill>
                        <a:blip r:embed="rId22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0" y="1056"/>
                          <a:ext cx="506" cy="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2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" name="Line 31"/>
            <p:cNvSpPr>
              <a:spLocks noChangeShapeType="1"/>
            </p:cNvSpPr>
            <p:nvPr/>
          </p:nvSpPr>
          <p:spPr bwMode="auto">
            <a:xfrm flipH="1" flipV="1">
              <a:off x="768" y="1248"/>
              <a:ext cx="336" cy="528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pSp>
        <p:nvGrpSpPr>
          <p:cNvPr id="54" name="Group 32"/>
          <p:cNvGrpSpPr/>
          <p:nvPr/>
        </p:nvGrpSpPr>
        <p:grpSpPr>
          <a:xfrm>
            <a:off x="6096000" y="5105400"/>
            <a:ext cx="914400" cy="533400"/>
            <a:chOff x="1056" y="1392"/>
            <a:chExt cx="576" cy="336"/>
          </a:xfrm>
        </p:grpSpPr>
        <p:grpSp>
          <p:nvGrpSpPr>
            <p:cNvPr id="29739" name="Group 33"/>
            <p:cNvGrpSpPr/>
            <p:nvPr/>
          </p:nvGrpSpPr>
          <p:grpSpPr>
            <a:xfrm>
              <a:off x="1056" y="1632"/>
              <a:ext cx="240" cy="96"/>
              <a:chOff x="1056" y="1584"/>
              <a:chExt cx="240" cy="96"/>
            </a:xfrm>
          </p:grpSpPr>
          <p:sp>
            <p:nvSpPr>
              <p:cNvPr id="57" name="Line 34"/>
              <p:cNvSpPr>
                <a:spLocks noChangeShapeType="1"/>
              </p:cNvSpPr>
              <p:nvPr/>
            </p:nvSpPr>
            <p:spPr bwMode="auto">
              <a:xfrm flipV="1">
                <a:off x="1056" y="1584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58" name="Line 35"/>
              <p:cNvSpPr>
                <a:spLocks noChangeShapeType="1"/>
              </p:cNvSpPr>
              <p:nvPr/>
            </p:nvSpPr>
            <p:spPr bwMode="auto">
              <a:xfrm>
                <a:off x="1200" y="158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  <p:sp>
          <p:nvSpPr>
            <p:cNvPr id="29742" name="Text Box 36"/>
            <p:cNvSpPr txBox="1"/>
            <p:nvPr/>
          </p:nvSpPr>
          <p:spPr>
            <a:xfrm>
              <a:off x="1104" y="1392"/>
              <a:ext cx="5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方正行楷简体" pitchFamily="2" charset="-122"/>
                  <a:ea typeface="宋体" panose="02010600030101010101" pitchFamily="2" charset="-122"/>
                </a:rPr>
                <a:t>90</a:t>
              </a:r>
              <a:r>
                <a:rPr lang="en-US" altLang="zh-CN" sz="2400" baseline="30000" dirty="0">
                  <a:latin typeface="方正行楷简体" pitchFamily="2" charset="-122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</p:grpSp>
      <p:pic>
        <p:nvPicPr>
          <p:cNvPr id="29743" name="图片 1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80200" y="536575"/>
            <a:ext cx="2463800" cy="25923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9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7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14" grpId="0"/>
      <p:bldP spid="3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2529" name="Rectangle 17"/>
          <p:cNvSpPr>
            <a:spLocks noGrp="1" noChangeArrowheads="1"/>
          </p:cNvSpPr>
          <p:nvPr>
            <p:ph type="title" sz="quarter"/>
          </p:nvPr>
        </p:nvSpPr>
        <p:spPr>
          <a:xfrm>
            <a:off x="76200" y="201613"/>
            <a:ext cx="8229600" cy="6365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3.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电感元件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VAR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的相量形式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graphicFrame>
        <p:nvGraphicFramePr>
          <p:cNvPr id="192536" name="Object 24"/>
          <p:cNvGraphicFramePr>
            <a:graphicFrameLocks noChangeAspect="1"/>
          </p:cNvGraphicFramePr>
          <p:nvPr/>
        </p:nvGraphicFramePr>
        <p:xfrm>
          <a:off x="3559175" y="838200"/>
          <a:ext cx="266700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1" imgW="1218565" imgH="393700" progId="Equation.3">
                  <p:embed/>
                </p:oleObj>
              </mc:Choice>
              <mc:Fallback>
                <p:oleObj name="" r:id="rId1" imgW="1218565" imgH="393700" progId="Equation.3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559175" y="838200"/>
                        <a:ext cx="2667000" cy="858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38" name="Object 26"/>
          <p:cNvGraphicFramePr>
            <a:graphicFrameLocks noChangeAspect="1"/>
          </p:cNvGraphicFramePr>
          <p:nvPr/>
        </p:nvGraphicFramePr>
        <p:xfrm>
          <a:off x="3524250" y="1600200"/>
          <a:ext cx="2854325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3" imgW="1180465" imgH="393700" progId="Equation.3">
                  <p:embed/>
                </p:oleObj>
              </mc:Choice>
              <mc:Fallback>
                <p:oleObj name="" r:id="rId3" imgW="1180465" imgH="393700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3524250" y="1600200"/>
                        <a:ext cx="2854325" cy="947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2540" name="Group 28"/>
          <p:cNvGrpSpPr/>
          <p:nvPr/>
        </p:nvGrpSpPr>
        <p:grpSpPr>
          <a:xfrm>
            <a:off x="206375" y="914400"/>
            <a:ext cx="3224213" cy="1676400"/>
            <a:chOff x="144" y="672"/>
            <a:chExt cx="2031" cy="1056"/>
          </a:xfrm>
        </p:grpSpPr>
        <p:grpSp>
          <p:nvGrpSpPr>
            <p:cNvPr id="30725" name="Group 29"/>
            <p:cNvGrpSpPr/>
            <p:nvPr/>
          </p:nvGrpSpPr>
          <p:grpSpPr>
            <a:xfrm>
              <a:off x="144" y="672"/>
              <a:ext cx="624" cy="1056"/>
              <a:chOff x="624" y="2928"/>
              <a:chExt cx="624" cy="1056"/>
            </a:xfrm>
          </p:grpSpPr>
          <p:sp>
            <p:nvSpPr>
              <p:cNvPr id="192542" name="Rectangle 30"/>
              <p:cNvSpPr>
                <a:spLocks noChangeArrowheads="1"/>
              </p:cNvSpPr>
              <p:nvPr/>
            </p:nvSpPr>
            <p:spPr bwMode="auto">
              <a:xfrm>
                <a:off x="624" y="2928"/>
                <a:ext cx="576" cy="10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30727" name="Text Box 31"/>
              <p:cNvSpPr txBox="1"/>
              <p:nvPr/>
            </p:nvSpPr>
            <p:spPr>
              <a:xfrm>
                <a:off x="672" y="3024"/>
                <a:ext cx="576" cy="8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b="0" dirty="0">
                    <a:solidFill>
                      <a:schemeClr val="tx1"/>
                    </a:solidFill>
                    <a:latin typeface="方正行楷简体" pitchFamily="2" charset="-122"/>
                    <a:ea typeface="宋体" panose="02010600030101010101" pitchFamily="2" charset="-122"/>
                  </a:rPr>
                  <a:t>正弦稳态电路</a:t>
                </a:r>
                <a:endParaRPr lang="zh-CN" altLang="en-US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92544" name="Line 32"/>
            <p:cNvSpPr>
              <a:spLocks noChangeShapeType="1"/>
            </p:cNvSpPr>
            <p:nvPr/>
          </p:nvSpPr>
          <p:spPr bwMode="auto">
            <a:xfrm>
              <a:off x="720" y="816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92545" name="Line 33"/>
            <p:cNvSpPr>
              <a:spLocks noChangeShapeType="1"/>
            </p:cNvSpPr>
            <p:nvPr/>
          </p:nvSpPr>
          <p:spPr bwMode="auto">
            <a:xfrm>
              <a:off x="720" y="1584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30730" name="Text Box 34"/>
            <p:cNvSpPr txBox="1"/>
            <p:nvPr/>
          </p:nvSpPr>
          <p:spPr>
            <a:xfrm>
              <a:off x="960" y="899"/>
              <a:ext cx="720" cy="73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en-US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 +</a:t>
              </a:r>
              <a:endParaRPr lang="en-US" altLang="en-US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L</a:t>
              </a: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(t)</a:t>
              </a:r>
              <a:endParaRPr lang="en-US" altLang="zh-CN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-</a:t>
              </a:r>
              <a:endParaRPr lang="en-US" altLang="zh-CN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2547" name="Oval 35"/>
            <p:cNvSpPr>
              <a:spLocks noChangeArrowheads="1"/>
            </p:cNvSpPr>
            <p:nvPr/>
          </p:nvSpPr>
          <p:spPr bwMode="auto">
            <a:xfrm>
              <a:off x="1104" y="153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92548" name="Oval 36"/>
            <p:cNvSpPr>
              <a:spLocks noChangeArrowheads="1"/>
            </p:cNvSpPr>
            <p:nvPr/>
          </p:nvSpPr>
          <p:spPr bwMode="auto">
            <a:xfrm>
              <a:off x="1104" y="76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grpSp>
          <p:nvGrpSpPr>
            <p:cNvPr id="30733" name="Group 37"/>
            <p:cNvGrpSpPr/>
            <p:nvPr/>
          </p:nvGrpSpPr>
          <p:grpSpPr>
            <a:xfrm>
              <a:off x="1488" y="816"/>
              <a:ext cx="687" cy="768"/>
              <a:chOff x="4423" y="2784"/>
              <a:chExt cx="687" cy="926"/>
            </a:xfrm>
          </p:grpSpPr>
          <p:sp>
            <p:nvSpPr>
              <p:cNvPr id="30734" name="Text Box 38"/>
              <p:cNvSpPr txBox="1"/>
              <p:nvPr/>
            </p:nvSpPr>
            <p:spPr>
              <a:xfrm>
                <a:off x="4537" y="2784"/>
                <a:ext cx="573" cy="34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0" dirty="0">
                    <a:solidFill>
                      <a:schemeClr val="tx1"/>
                    </a:solidFill>
                    <a:latin typeface="方正行楷简体" pitchFamily="2" charset="-122"/>
                    <a:ea typeface="宋体" panose="02010600030101010101" pitchFamily="2" charset="-122"/>
                  </a:rPr>
                  <a:t>i</a:t>
                </a:r>
                <a:r>
                  <a:rPr lang="en-US" altLang="zh-CN" sz="2400" b="0" baseline="-25000" dirty="0">
                    <a:solidFill>
                      <a:schemeClr val="tx1"/>
                    </a:solidFill>
                    <a:latin typeface="方正行楷简体" pitchFamily="2" charset="-122"/>
                    <a:ea typeface="宋体" panose="02010600030101010101" pitchFamily="2" charset="-122"/>
                  </a:rPr>
                  <a:t>L</a:t>
                </a:r>
                <a:r>
                  <a:rPr lang="en-US" altLang="zh-CN" sz="2400" b="0" dirty="0">
                    <a:solidFill>
                      <a:schemeClr val="tx1"/>
                    </a:solidFill>
                    <a:latin typeface="方正行楷简体" pitchFamily="2" charset="-122"/>
                    <a:ea typeface="宋体" panose="02010600030101010101" pitchFamily="2" charset="-122"/>
                  </a:rPr>
                  <a:t>(t)</a:t>
                </a:r>
                <a:endParaRPr lang="en-US" altLang="zh-CN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30735" name="Group 39"/>
              <p:cNvGrpSpPr/>
              <p:nvPr/>
            </p:nvGrpSpPr>
            <p:grpSpPr>
              <a:xfrm>
                <a:off x="4423" y="3074"/>
                <a:ext cx="519" cy="478"/>
                <a:chOff x="2353" y="1112"/>
                <a:chExt cx="483" cy="478"/>
              </a:xfrm>
            </p:grpSpPr>
            <p:sp>
              <p:nvSpPr>
                <p:cNvPr id="30736" name="Text Box 40"/>
                <p:cNvSpPr txBox="1"/>
                <p:nvPr/>
              </p:nvSpPr>
              <p:spPr>
                <a:xfrm>
                  <a:off x="2514" y="1243"/>
                  <a:ext cx="322" cy="347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400" b="0" dirty="0">
                      <a:solidFill>
                        <a:schemeClr val="tx1"/>
                      </a:solidFill>
                      <a:latin typeface="方正行楷简体" pitchFamily="2" charset="-122"/>
                      <a:ea typeface="宋体" panose="02010600030101010101" pitchFamily="2" charset="-122"/>
                    </a:rPr>
                    <a:t>L</a:t>
                  </a:r>
                  <a:endParaRPr lang="en-US" altLang="zh-CN" sz="2400" b="0" dirty="0">
                    <a:solidFill>
                      <a:schemeClr val="tx1"/>
                    </a:solidFill>
                    <a:latin typeface="方正行楷简体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2553" name="Arc 41"/>
                <p:cNvSpPr/>
                <p:nvPr/>
              </p:nvSpPr>
              <p:spPr bwMode="auto">
                <a:xfrm rot="-5325118">
                  <a:off x="2331" y="1414"/>
                  <a:ext cx="141" cy="103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701 w 43200"/>
                    <a:gd name="T1" fmla="*/ 33690 h 33751"/>
                    <a:gd name="T2" fmla="*/ 39458 w 43200"/>
                    <a:gd name="T3" fmla="*/ 33751 h 33751"/>
                    <a:gd name="T4" fmla="*/ 21600 w 43200"/>
                    <a:gd name="T5" fmla="*/ 21600 h 337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3751" fill="none" extrusionOk="0">
                      <a:moveTo>
                        <a:pt x="3700" y="33690"/>
                      </a:moveTo>
                      <a:cubicBezTo>
                        <a:pt x="1288" y="30119"/>
                        <a:pt x="0" y="2590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5934"/>
                        <a:pt x="41896" y="30167"/>
                        <a:pt x="39458" y="33751"/>
                      </a:cubicBezTo>
                    </a:path>
                    <a:path w="43200" h="33751" stroke="0" extrusionOk="0">
                      <a:moveTo>
                        <a:pt x="3700" y="33690"/>
                      </a:moveTo>
                      <a:cubicBezTo>
                        <a:pt x="1288" y="30119"/>
                        <a:pt x="0" y="2590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5934"/>
                        <a:pt x="41896" y="30167"/>
                        <a:pt x="39458" y="33751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方正行楷简体" pitchFamily="2" charset="-122"/>
                    <a:ea typeface="方正行楷简体" pitchFamily="2" charset="-122"/>
                    <a:cs typeface="+mn-cs"/>
                  </a:endParaRPr>
                </a:p>
              </p:txBody>
            </p:sp>
            <p:sp>
              <p:nvSpPr>
                <p:cNvPr id="192554" name="Arc 42"/>
                <p:cNvSpPr/>
                <p:nvPr/>
              </p:nvSpPr>
              <p:spPr bwMode="auto">
                <a:xfrm rot="-5325118">
                  <a:off x="2334" y="1271"/>
                  <a:ext cx="141" cy="103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701 w 43200"/>
                    <a:gd name="T1" fmla="*/ 33690 h 33751"/>
                    <a:gd name="T2" fmla="*/ 39458 w 43200"/>
                    <a:gd name="T3" fmla="*/ 33751 h 33751"/>
                    <a:gd name="T4" fmla="*/ 21600 w 43200"/>
                    <a:gd name="T5" fmla="*/ 21600 h 337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3751" fill="none" extrusionOk="0">
                      <a:moveTo>
                        <a:pt x="3700" y="33690"/>
                      </a:moveTo>
                      <a:cubicBezTo>
                        <a:pt x="1288" y="30119"/>
                        <a:pt x="0" y="2590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5934"/>
                        <a:pt x="41896" y="30167"/>
                        <a:pt x="39458" y="33751"/>
                      </a:cubicBezTo>
                    </a:path>
                    <a:path w="43200" h="33751" stroke="0" extrusionOk="0">
                      <a:moveTo>
                        <a:pt x="3700" y="33690"/>
                      </a:moveTo>
                      <a:cubicBezTo>
                        <a:pt x="1288" y="30119"/>
                        <a:pt x="0" y="2590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5934"/>
                        <a:pt x="41896" y="30167"/>
                        <a:pt x="39458" y="33751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方正行楷简体" pitchFamily="2" charset="-122"/>
                    <a:ea typeface="方正行楷简体" pitchFamily="2" charset="-122"/>
                    <a:cs typeface="+mn-cs"/>
                  </a:endParaRPr>
                </a:p>
              </p:txBody>
            </p:sp>
            <p:sp>
              <p:nvSpPr>
                <p:cNvPr id="192555" name="Arc 43"/>
                <p:cNvSpPr/>
                <p:nvPr/>
              </p:nvSpPr>
              <p:spPr bwMode="auto">
                <a:xfrm rot="-5325118">
                  <a:off x="2335" y="1131"/>
                  <a:ext cx="140" cy="103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3701 w 43200"/>
                    <a:gd name="T1" fmla="*/ 33690 h 33751"/>
                    <a:gd name="T2" fmla="*/ 39458 w 43200"/>
                    <a:gd name="T3" fmla="*/ 33751 h 33751"/>
                    <a:gd name="T4" fmla="*/ 21600 w 43200"/>
                    <a:gd name="T5" fmla="*/ 21600 h 337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33751" fill="none" extrusionOk="0">
                      <a:moveTo>
                        <a:pt x="3700" y="33690"/>
                      </a:moveTo>
                      <a:cubicBezTo>
                        <a:pt x="1288" y="30119"/>
                        <a:pt x="0" y="2590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5934"/>
                        <a:pt x="41896" y="30167"/>
                        <a:pt x="39458" y="33751"/>
                      </a:cubicBezTo>
                    </a:path>
                    <a:path w="43200" h="33751" stroke="0" extrusionOk="0">
                      <a:moveTo>
                        <a:pt x="3700" y="33690"/>
                      </a:moveTo>
                      <a:cubicBezTo>
                        <a:pt x="1288" y="30119"/>
                        <a:pt x="0" y="2590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5934"/>
                        <a:pt x="41896" y="30167"/>
                        <a:pt x="39458" y="33751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方正行楷简体" pitchFamily="2" charset="-122"/>
                    <a:ea typeface="方正行楷简体" pitchFamily="2" charset="-122"/>
                    <a:cs typeface="+mn-cs"/>
                  </a:endParaRPr>
                </a:p>
              </p:txBody>
            </p:sp>
          </p:grpSp>
          <p:sp>
            <p:nvSpPr>
              <p:cNvPr id="192556" name="Line 44"/>
              <p:cNvSpPr>
                <a:spLocks noChangeShapeType="1"/>
              </p:cNvSpPr>
              <p:nvPr/>
            </p:nvSpPr>
            <p:spPr bwMode="auto">
              <a:xfrm flipH="1" flipV="1">
                <a:off x="4524" y="3501"/>
                <a:ext cx="0" cy="20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192557" name="Line 45"/>
              <p:cNvSpPr>
                <a:spLocks noChangeShapeType="1"/>
              </p:cNvSpPr>
              <p:nvPr/>
            </p:nvSpPr>
            <p:spPr bwMode="auto">
              <a:xfrm>
                <a:off x="4516" y="2803"/>
                <a:ext cx="4" cy="28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192558" name="Line 46"/>
              <p:cNvSpPr>
                <a:spLocks noChangeShapeType="1"/>
              </p:cNvSpPr>
              <p:nvPr/>
            </p:nvSpPr>
            <p:spPr bwMode="auto">
              <a:xfrm>
                <a:off x="4524" y="2930"/>
                <a:ext cx="0" cy="8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</p:grpSp>
      <p:graphicFrame>
        <p:nvGraphicFramePr>
          <p:cNvPr id="192559" name="Object 47"/>
          <p:cNvGraphicFramePr>
            <a:graphicFrameLocks noChangeAspect="1"/>
          </p:cNvGraphicFramePr>
          <p:nvPr/>
        </p:nvGraphicFramePr>
        <p:xfrm>
          <a:off x="4224338" y="2578100"/>
          <a:ext cx="348773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5" imgW="1383665" imgH="215900" progId="Equation.3">
                  <p:embed/>
                </p:oleObj>
              </mc:Choice>
              <mc:Fallback>
                <p:oleObj name="" r:id="rId5" imgW="1383665" imgH="215900" progId="Equation.3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224338" y="2578100"/>
                        <a:ext cx="3487737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60" name="Object 48"/>
          <p:cNvGraphicFramePr>
            <a:graphicFrameLocks noChangeAspect="1"/>
          </p:cNvGraphicFramePr>
          <p:nvPr/>
        </p:nvGraphicFramePr>
        <p:xfrm>
          <a:off x="4206875" y="3168650"/>
          <a:ext cx="32766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7" imgW="1282700" imgH="241300" progId="Equation.3">
                  <p:embed/>
                </p:oleObj>
              </mc:Choice>
              <mc:Fallback>
                <p:oleObj name="" r:id="rId7" imgW="1282700" imgH="2413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206875" y="3168650"/>
                        <a:ext cx="3276600" cy="61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61" name="AutoShape 49"/>
          <p:cNvSpPr/>
          <p:nvPr/>
        </p:nvSpPr>
        <p:spPr bwMode="auto">
          <a:xfrm>
            <a:off x="3902075" y="2711450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grpSp>
        <p:nvGrpSpPr>
          <p:cNvPr id="192562" name="Group 50"/>
          <p:cNvGrpSpPr/>
          <p:nvPr/>
        </p:nvGrpSpPr>
        <p:grpSpPr>
          <a:xfrm>
            <a:off x="3082925" y="4114800"/>
            <a:ext cx="3048000" cy="1920875"/>
            <a:chOff x="384" y="960"/>
            <a:chExt cx="1920" cy="1210"/>
          </a:xfrm>
        </p:grpSpPr>
        <p:sp>
          <p:nvSpPr>
            <p:cNvPr id="30747" name="Text Box 51"/>
            <p:cNvSpPr txBox="1"/>
            <p:nvPr/>
          </p:nvSpPr>
          <p:spPr>
            <a:xfrm>
              <a:off x="1786" y="1843"/>
              <a:ext cx="5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+1</a:t>
              </a:r>
              <a:endParaRPr lang="en-US" altLang="zh-CN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748" name="Text Box 52"/>
            <p:cNvSpPr txBox="1"/>
            <p:nvPr/>
          </p:nvSpPr>
          <p:spPr>
            <a:xfrm>
              <a:off x="1206" y="960"/>
              <a:ext cx="4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+j</a:t>
              </a:r>
              <a:endParaRPr lang="en-US" altLang="zh-CN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749" name="Text Box 53"/>
            <p:cNvSpPr txBox="1"/>
            <p:nvPr/>
          </p:nvSpPr>
          <p:spPr>
            <a:xfrm>
              <a:off x="952" y="1835"/>
              <a:ext cx="6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0</a:t>
              </a:r>
              <a:endParaRPr lang="en-US" altLang="zh-CN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2566" name="Line 54"/>
            <p:cNvSpPr>
              <a:spLocks noChangeShapeType="1"/>
            </p:cNvSpPr>
            <p:nvPr/>
          </p:nvSpPr>
          <p:spPr bwMode="auto">
            <a:xfrm>
              <a:off x="384" y="1824"/>
              <a:ext cx="16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192567" name="Line 55"/>
            <p:cNvSpPr>
              <a:spLocks noChangeShapeType="1"/>
            </p:cNvSpPr>
            <p:nvPr/>
          </p:nvSpPr>
          <p:spPr bwMode="auto">
            <a:xfrm flipV="1">
              <a:off x="1152" y="1056"/>
              <a:ext cx="0" cy="10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pSp>
        <p:nvGrpSpPr>
          <p:cNvPr id="192568" name="Group 56"/>
          <p:cNvGrpSpPr/>
          <p:nvPr/>
        </p:nvGrpSpPr>
        <p:grpSpPr>
          <a:xfrm>
            <a:off x="4149725" y="4743450"/>
            <a:ext cx="914400" cy="533400"/>
            <a:chOff x="1056" y="1392"/>
            <a:chExt cx="576" cy="336"/>
          </a:xfrm>
        </p:grpSpPr>
        <p:grpSp>
          <p:nvGrpSpPr>
            <p:cNvPr id="30753" name="Group 57"/>
            <p:cNvGrpSpPr/>
            <p:nvPr/>
          </p:nvGrpSpPr>
          <p:grpSpPr>
            <a:xfrm>
              <a:off x="1056" y="1632"/>
              <a:ext cx="240" cy="96"/>
              <a:chOff x="1056" y="1584"/>
              <a:chExt cx="240" cy="96"/>
            </a:xfrm>
          </p:grpSpPr>
          <p:sp>
            <p:nvSpPr>
              <p:cNvPr id="192570" name="Line 58"/>
              <p:cNvSpPr>
                <a:spLocks noChangeShapeType="1"/>
              </p:cNvSpPr>
              <p:nvPr/>
            </p:nvSpPr>
            <p:spPr bwMode="auto">
              <a:xfrm flipV="1">
                <a:off x="1056" y="1584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192571" name="Line 59"/>
              <p:cNvSpPr>
                <a:spLocks noChangeShapeType="1"/>
              </p:cNvSpPr>
              <p:nvPr/>
            </p:nvSpPr>
            <p:spPr bwMode="auto">
              <a:xfrm>
                <a:off x="1200" y="158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  <p:sp>
          <p:nvSpPr>
            <p:cNvPr id="30756" name="Text Box 60"/>
            <p:cNvSpPr txBox="1"/>
            <p:nvPr/>
          </p:nvSpPr>
          <p:spPr>
            <a:xfrm>
              <a:off x="1104" y="1392"/>
              <a:ext cx="5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latin typeface="方正行楷简体" pitchFamily="2" charset="-122"/>
                  <a:ea typeface="宋体" panose="02010600030101010101" pitchFamily="2" charset="-122"/>
                </a:rPr>
                <a:t>90</a:t>
              </a:r>
              <a:r>
                <a:rPr lang="en-US" altLang="zh-CN" sz="2400" b="0" baseline="30000" dirty="0">
                  <a:latin typeface="方正行楷简体" pitchFamily="2" charset="-122"/>
                  <a:ea typeface="宋体" panose="02010600030101010101" pitchFamily="2" charset="-122"/>
                </a:rPr>
                <a:t>0</a:t>
              </a:r>
              <a:endParaRPr lang="en-US" altLang="zh-CN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92573" name="Group 61"/>
          <p:cNvGrpSpPr/>
          <p:nvPr/>
        </p:nvGrpSpPr>
        <p:grpSpPr>
          <a:xfrm>
            <a:off x="4530725" y="4991100"/>
            <a:ext cx="571500" cy="576263"/>
            <a:chOff x="-852" y="3240"/>
            <a:chExt cx="360" cy="363"/>
          </a:xfrm>
        </p:grpSpPr>
        <p:sp>
          <p:nvSpPr>
            <p:cNvPr id="192574" name="Arc 62"/>
            <p:cNvSpPr/>
            <p:nvPr/>
          </p:nvSpPr>
          <p:spPr bwMode="auto">
            <a:xfrm>
              <a:off x="-852" y="3411"/>
              <a:ext cx="127" cy="19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8993"/>
                <a:gd name="T1" fmla="*/ 0 h 21600"/>
                <a:gd name="T2" fmla="*/ 18993 w 18993"/>
                <a:gd name="T3" fmla="*/ 11313 h 21600"/>
                <a:gd name="T4" fmla="*/ 0 w 1899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993" h="21600" fill="none" extrusionOk="0">
                  <a:moveTo>
                    <a:pt x="-1" y="0"/>
                  </a:moveTo>
                  <a:cubicBezTo>
                    <a:pt x="7927" y="0"/>
                    <a:pt x="15217" y="4342"/>
                    <a:pt x="18993" y="11312"/>
                  </a:cubicBezTo>
                </a:path>
                <a:path w="18993" h="21600" stroke="0" extrusionOk="0">
                  <a:moveTo>
                    <a:pt x="-1" y="0"/>
                  </a:moveTo>
                  <a:cubicBezTo>
                    <a:pt x="7927" y="0"/>
                    <a:pt x="15217" y="4342"/>
                    <a:pt x="18993" y="1131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7150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graphicFrame>
          <p:nvGraphicFramePr>
            <p:cNvPr id="30759" name="Object 63"/>
            <p:cNvGraphicFramePr>
              <a:graphicFrameLocks noChangeAspect="1"/>
            </p:cNvGraphicFramePr>
            <p:nvPr/>
          </p:nvGraphicFramePr>
          <p:xfrm>
            <a:off x="-707" y="3240"/>
            <a:ext cx="215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" name="" r:id="rId9" imgW="152400" imgH="228600" progId="Equation.3">
                    <p:embed/>
                  </p:oleObj>
                </mc:Choice>
                <mc:Fallback>
                  <p:oleObj name="" r:id="rId9" imgW="152400" imgH="228600" progId="Equation.3">
                    <p:embed/>
                    <p:pic>
                      <p:nvPicPr>
                        <p:cNvPr id="0" name="图片 3171"/>
                        <p:cNvPicPr/>
                        <p:nvPr/>
                      </p:nvPicPr>
                      <p:blipFill>
                        <a:blip r:embed="rId10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-707" y="3240"/>
                          <a:ext cx="215" cy="3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rgbClr val="00CC00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2577" name="Group 65"/>
          <p:cNvGrpSpPr/>
          <p:nvPr/>
        </p:nvGrpSpPr>
        <p:grpSpPr>
          <a:xfrm>
            <a:off x="4302125" y="4267200"/>
            <a:ext cx="1946275" cy="1143000"/>
            <a:chOff x="-1584" y="2256"/>
            <a:chExt cx="1226" cy="720"/>
          </a:xfrm>
        </p:grpSpPr>
        <p:sp>
          <p:nvSpPr>
            <p:cNvPr id="192578" name="Line 66"/>
            <p:cNvSpPr>
              <a:spLocks noChangeShapeType="1"/>
            </p:cNvSpPr>
            <p:nvPr/>
          </p:nvSpPr>
          <p:spPr bwMode="auto">
            <a:xfrm flipV="1">
              <a:off x="-1584" y="2448"/>
              <a:ext cx="720" cy="528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graphicFrame>
          <p:nvGraphicFramePr>
            <p:cNvPr id="30762" name="Object 67"/>
            <p:cNvGraphicFramePr>
              <a:graphicFrameLocks noChangeAspect="1"/>
            </p:cNvGraphicFramePr>
            <p:nvPr/>
          </p:nvGraphicFramePr>
          <p:xfrm>
            <a:off x="-864" y="2256"/>
            <a:ext cx="50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0" name="" r:id="rId11" imgW="355600" imgH="304800" progId="Equation.3">
                    <p:embed/>
                  </p:oleObj>
                </mc:Choice>
                <mc:Fallback>
                  <p:oleObj name="" r:id="rId11" imgW="355600" imgH="304800" progId="Equation.3">
                    <p:embed/>
                    <p:pic>
                      <p:nvPicPr>
                        <p:cNvPr id="0" name="图片 3169"/>
                        <p:cNvPicPr/>
                        <p:nvPr/>
                      </p:nvPicPr>
                      <p:blipFill>
                        <a:blip r:embed="rId12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-864" y="2256"/>
                          <a:ext cx="506" cy="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folHlink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2580" name="Group 68"/>
          <p:cNvGrpSpPr/>
          <p:nvPr/>
        </p:nvGrpSpPr>
        <p:grpSpPr>
          <a:xfrm>
            <a:off x="3540125" y="4038600"/>
            <a:ext cx="762000" cy="1447800"/>
            <a:chOff x="720" y="2688"/>
            <a:chExt cx="480" cy="912"/>
          </a:xfrm>
        </p:grpSpPr>
        <p:graphicFrame>
          <p:nvGraphicFramePr>
            <p:cNvPr id="30764" name="Object 69"/>
            <p:cNvGraphicFramePr>
              <a:graphicFrameLocks noChangeAspect="1"/>
            </p:cNvGraphicFramePr>
            <p:nvPr/>
          </p:nvGraphicFramePr>
          <p:xfrm>
            <a:off x="720" y="2688"/>
            <a:ext cx="337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1" name="" r:id="rId13" imgW="228600" imgH="279400" progId="Equation.3">
                    <p:embed/>
                  </p:oleObj>
                </mc:Choice>
                <mc:Fallback>
                  <p:oleObj name="" r:id="rId13" imgW="228600" imgH="279400" progId="Equation.3">
                    <p:embed/>
                    <p:pic>
                      <p:nvPicPr>
                        <p:cNvPr id="0" name="图片 3170"/>
                        <p:cNvPicPr/>
                        <p:nvPr/>
                      </p:nvPicPr>
                      <p:blipFill>
                        <a:blip r:embed="rId14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20" y="2688"/>
                          <a:ext cx="337" cy="4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2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2582" name="Line 70"/>
            <p:cNvSpPr>
              <a:spLocks noChangeShapeType="1"/>
            </p:cNvSpPr>
            <p:nvPr/>
          </p:nvSpPr>
          <p:spPr bwMode="auto">
            <a:xfrm flipH="1" flipV="1">
              <a:off x="864" y="3072"/>
              <a:ext cx="336" cy="528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aphicFrame>
        <p:nvGraphicFramePr>
          <p:cNvPr id="192587" name="Object 75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76200" y="3124200"/>
          <a:ext cx="3733800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15" imgW="2299335" imgH="389890" progId="Equation.3">
                  <p:embed/>
                </p:oleObj>
              </mc:Choice>
              <mc:Fallback>
                <p:oleObj name="" r:id="rId15" imgW="2299335" imgH="389890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6200" y="3124200"/>
                        <a:ext cx="3733800" cy="715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88" name="Object 7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33400" y="2590800"/>
          <a:ext cx="2057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17" imgW="1143000" imgH="376555" progId="Equation.3">
                  <p:embed/>
                </p:oleObj>
              </mc:Choice>
              <mc:Fallback>
                <p:oleObj name="" r:id="rId17" imgW="1143000" imgH="376555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3400" y="2590800"/>
                        <a:ext cx="2057400" cy="736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89" name="Object 7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629400" y="762000"/>
          <a:ext cx="22860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19" imgW="1358265" imgH="376555" progId="Equation.3">
                  <p:embed/>
                </p:oleObj>
              </mc:Choice>
              <mc:Fallback>
                <p:oleObj name="" r:id="rId19" imgW="1358265" imgH="376555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629400" y="762000"/>
                        <a:ext cx="2286000" cy="695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90" name="Object 78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6654800" y="1592263"/>
          <a:ext cx="219710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21" imgW="1304290" imgH="376555" progId="Equation.3">
                  <p:embed/>
                </p:oleObj>
              </mc:Choice>
              <mc:Fallback>
                <p:oleObj name="" r:id="rId21" imgW="1304290" imgH="376555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654800" y="1592263"/>
                        <a:ext cx="2197100" cy="693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2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92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92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92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9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92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2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7" dur="500"/>
                                        <p:tgtEl>
                                          <p:spTgt spid="192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7" dur="500"/>
                                        <p:tgtEl>
                                          <p:spTgt spid="19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2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29" grpId="0"/>
      <p:bldP spid="19256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430213"/>
            <a:ext cx="8229600" cy="6365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j-cs"/>
              </a:rPr>
              <a:t>例：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j-cs"/>
            </a:endParaRPr>
          </a:p>
        </p:txBody>
      </p:sp>
      <p:grpSp>
        <p:nvGrpSpPr>
          <p:cNvPr id="203780" name="Group 4"/>
          <p:cNvGrpSpPr/>
          <p:nvPr/>
        </p:nvGrpSpPr>
        <p:grpSpPr>
          <a:xfrm>
            <a:off x="1828800" y="4724400"/>
            <a:ext cx="1447800" cy="723900"/>
            <a:chOff x="2400" y="2160"/>
            <a:chExt cx="912" cy="456"/>
          </a:xfrm>
        </p:grpSpPr>
        <p:graphicFrame>
          <p:nvGraphicFramePr>
            <p:cNvPr id="31747" name="Object 5"/>
            <p:cNvGraphicFramePr>
              <a:graphicFrameLocks noChangeAspect="1"/>
            </p:cNvGraphicFramePr>
            <p:nvPr/>
          </p:nvGraphicFramePr>
          <p:xfrm>
            <a:off x="3091" y="2208"/>
            <a:ext cx="221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" name="" r:id="rId1" imgW="165100" imgH="304800" progId="Equation.3">
                    <p:embed/>
                  </p:oleObj>
                </mc:Choice>
                <mc:Fallback>
                  <p:oleObj name="" r:id="rId1" imgW="165100" imgH="304800" progId="Equation.3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2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91" y="2208"/>
                          <a:ext cx="221" cy="4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2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3782" name="Line 6"/>
            <p:cNvSpPr>
              <a:spLocks noChangeShapeType="1"/>
            </p:cNvSpPr>
            <p:nvPr/>
          </p:nvSpPr>
          <p:spPr bwMode="auto">
            <a:xfrm>
              <a:off x="2400" y="2160"/>
              <a:ext cx="797" cy="0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sp>
        <p:nvSpPr>
          <p:cNvPr id="203783" name="Text Box 7"/>
          <p:cNvSpPr txBox="1"/>
          <p:nvPr/>
        </p:nvSpPr>
        <p:spPr>
          <a:xfrm>
            <a:off x="533400" y="396875"/>
            <a:ext cx="4021138" cy="1298575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    交流电压表的指示为有效值，</a:t>
            </a:r>
            <a:r>
              <a:rPr lang="en-US" altLang="en-US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 </a:t>
            </a:r>
            <a:r>
              <a:rPr lang="zh-CN" altLang="en-US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求</a:t>
            </a:r>
            <a:r>
              <a:rPr lang="en-US" altLang="zh-CN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2</a:t>
            </a:r>
            <a:r>
              <a:rPr lang="zh-CN" altLang="en-US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的读数。 </a:t>
            </a:r>
            <a:endParaRPr lang="zh-CN" altLang="en-US" b="0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sp>
        <p:nvSpPr>
          <p:cNvPr id="203784" name="Text Box 8"/>
          <p:cNvSpPr txBox="1"/>
          <p:nvPr/>
        </p:nvSpPr>
        <p:spPr>
          <a:xfrm>
            <a:off x="533400" y="2133600"/>
            <a:ext cx="3657600" cy="579438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0" dirty="0">
                <a:latin typeface="方正行楷简体" pitchFamily="2" charset="-122"/>
                <a:ea typeface="方正行楷简体" pitchFamily="2" charset="-122"/>
              </a:rPr>
              <a:t>解：</a:t>
            </a:r>
            <a:r>
              <a:rPr lang="zh-CN" altLang="en-US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利用相量图</a:t>
            </a:r>
            <a:endParaRPr lang="zh-CN" altLang="en-US" b="0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grpSp>
        <p:nvGrpSpPr>
          <p:cNvPr id="203785" name="Group 9"/>
          <p:cNvGrpSpPr/>
          <p:nvPr/>
        </p:nvGrpSpPr>
        <p:grpSpPr>
          <a:xfrm>
            <a:off x="990600" y="2971800"/>
            <a:ext cx="3200400" cy="2257425"/>
            <a:chOff x="905" y="1776"/>
            <a:chExt cx="1975" cy="1184"/>
          </a:xfrm>
        </p:grpSpPr>
        <p:sp>
          <p:nvSpPr>
            <p:cNvPr id="31752" name="Text Box 10"/>
            <p:cNvSpPr txBox="1"/>
            <p:nvPr/>
          </p:nvSpPr>
          <p:spPr>
            <a:xfrm>
              <a:off x="2375" y="2688"/>
              <a:ext cx="505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+1</a:t>
              </a:r>
              <a:endParaRPr lang="en-US" altLang="zh-CN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1753" name="Text Box 11"/>
            <p:cNvSpPr txBox="1"/>
            <p:nvPr/>
          </p:nvSpPr>
          <p:spPr>
            <a:xfrm>
              <a:off x="1473" y="1776"/>
              <a:ext cx="460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+j</a:t>
              </a:r>
              <a:endParaRPr lang="en-US" altLang="zh-CN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1754" name="Text Box 12"/>
            <p:cNvSpPr txBox="1"/>
            <p:nvPr/>
          </p:nvSpPr>
          <p:spPr>
            <a:xfrm>
              <a:off x="1226" y="2689"/>
              <a:ext cx="600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0</a:t>
              </a:r>
              <a:endParaRPr lang="en-US" altLang="zh-CN" sz="24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3789" name="Line 13"/>
            <p:cNvSpPr>
              <a:spLocks noChangeShapeType="1"/>
            </p:cNvSpPr>
            <p:nvPr/>
          </p:nvSpPr>
          <p:spPr bwMode="auto">
            <a:xfrm>
              <a:off x="905" y="2677"/>
              <a:ext cx="159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03790" name="Line 14"/>
            <p:cNvSpPr>
              <a:spLocks noChangeShapeType="1"/>
            </p:cNvSpPr>
            <p:nvPr/>
          </p:nvSpPr>
          <p:spPr bwMode="auto">
            <a:xfrm flipV="1">
              <a:off x="1421" y="1876"/>
              <a:ext cx="0" cy="105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</p:grpSp>
      <p:graphicFrame>
        <p:nvGraphicFramePr>
          <p:cNvPr id="203797" name="Object 21"/>
          <p:cNvGraphicFramePr>
            <a:graphicFrameLocks noChangeAspect="1"/>
          </p:cNvGraphicFramePr>
          <p:nvPr/>
        </p:nvGraphicFramePr>
        <p:xfrm>
          <a:off x="4318000" y="3497263"/>
          <a:ext cx="4927600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3" imgW="1841500" imgH="304800" progId="Equation.3">
                  <p:embed/>
                </p:oleObj>
              </mc:Choice>
              <mc:Fallback>
                <p:oleObj name="" r:id="rId3" imgW="1841500" imgH="304800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318000" y="3497263"/>
                        <a:ext cx="4927600" cy="808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798" name="Line 22"/>
          <p:cNvSpPr>
            <a:spLocks noChangeShapeType="1"/>
          </p:cNvSpPr>
          <p:nvPr/>
        </p:nvSpPr>
        <p:spPr bwMode="auto">
          <a:xfrm>
            <a:off x="1828800" y="3581400"/>
            <a:ext cx="8382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sp>
        <p:nvSpPr>
          <p:cNvPr id="203799" name="Line 23"/>
          <p:cNvSpPr>
            <a:spLocks noChangeShapeType="1"/>
          </p:cNvSpPr>
          <p:nvPr/>
        </p:nvSpPr>
        <p:spPr bwMode="auto">
          <a:xfrm flipV="1">
            <a:off x="2743200" y="3581400"/>
            <a:ext cx="0" cy="11430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sp>
        <p:nvSpPr>
          <p:cNvPr id="203800" name="Text Box 24"/>
          <p:cNvSpPr txBox="1"/>
          <p:nvPr/>
        </p:nvSpPr>
        <p:spPr>
          <a:xfrm>
            <a:off x="2438400" y="5473700"/>
            <a:ext cx="4114800" cy="774700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altLang="zh-CN" sz="32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∴U</a:t>
            </a:r>
            <a:r>
              <a:rPr lang="en-US" altLang="zh-CN" sz="3200" b="0" baseline="-2500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的读数为</a:t>
            </a:r>
            <a:r>
              <a:rPr lang="en-US" altLang="zh-CN" sz="32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80V</a:t>
            </a:r>
            <a:r>
              <a:rPr lang="zh-CN" altLang="en-US" sz="3200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rPr>
              <a:t>。 </a:t>
            </a:r>
            <a:endParaRPr lang="zh-CN" altLang="en-US" sz="3200" b="0" dirty="0">
              <a:solidFill>
                <a:schemeClr val="tx1"/>
              </a:solidFill>
              <a:latin typeface="方正行楷简体" pitchFamily="2" charset="-122"/>
              <a:ea typeface="宋体" panose="02010600030101010101" pitchFamily="2" charset="-122"/>
            </a:endParaRPr>
          </a:p>
        </p:txBody>
      </p:sp>
      <p:grpSp>
        <p:nvGrpSpPr>
          <p:cNvPr id="203801" name="Group 25"/>
          <p:cNvGrpSpPr/>
          <p:nvPr/>
        </p:nvGrpSpPr>
        <p:grpSpPr>
          <a:xfrm>
            <a:off x="1828800" y="3249613"/>
            <a:ext cx="1358900" cy="1398587"/>
            <a:chOff x="-1200" y="1903"/>
            <a:chExt cx="856" cy="881"/>
          </a:xfrm>
        </p:grpSpPr>
        <p:sp>
          <p:nvSpPr>
            <p:cNvPr id="203802" name="Line 26"/>
            <p:cNvSpPr>
              <a:spLocks noChangeShapeType="1"/>
            </p:cNvSpPr>
            <p:nvPr/>
          </p:nvSpPr>
          <p:spPr bwMode="auto">
            <a:xfrm flipV="1">
              <a:off x="-1200" y="2112"/>
              <a:ext cx="576" cy="67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graphicFrame>
          <p:nvGraphicFramePr>
            <p:cNvPr id="31763" name="Object 27"/>
            <p:cNvGraphicFramePr>
              <a:graphicFrameLocks noChangeAspect="1"/>
            </p:cNvGraphicFramePr>
            <p:nvPr/>
          </p:nvGraphicFramePr>
          <p:xfrm>
            <a:off x="-616" y="1903"/>
            <a:ext cx="272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4" name="" r:id="rId5" imgW="203200" imgH="304800" progId="Equation.3">
                    <p:embed/>
                  </p:oleObj>
                </mc:Choice>
                <mc:Fallback>
                  <p:oleObj name="" r:id="rId5" imgW="203200" imgH="304800" progId="Equation.3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6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-616" y="1903"/>
                          <a:ext cx="272" cy="4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folHlink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3804" name="Object 28"/>
          <p:cNvGraphicFramePr>
            <a:graphicFrameLocks noChangeAspect="1"/>
          </p:cNvGraphicFramePr>
          <p:nvPr/>
        </p:nvGraphicFramePr>
        <p:xfrm>
          <a:off x="4876800" y="4572000"/>
          <a:ext cx="27178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7" imgW="1016000" imgH="241300" progId="Equation.3">
                  <p:embed/>
                </p:oleObj>
              </mc:Choice>
              <mc:Fallback>
                <p:oleObj name="" r:id="rId7" imgW="1016000" imgH="241300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876800" y="4572000"/>
                        <a:ext cx="2717800" cy="639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3805" name="Group 29"/>
          <p:cNvGrpSpPr/>
          <p:nvPr/>
        </p:nvGrpSpPr>
        <p:grpSpPr>
          <a:xfrm>
            <a:off x="4724400" y="152400"/>
            <a:ext cx="4419600" cy="2957513"/>
            <a:chOff x="2880" y="0"/>
            <a:chExt cx="2784" cy="1863"/>
          </a:xfrm>
        </p:grpSpPr>
        <p:sp>
          <p:nvSpPr>
            <p:cNvPr id="203806" name="Line 30"/>
            <p:cNvSpPr>
              <a:spLocks noChangeShapeType="1"/>
            </p:cNvSpPr>
            <p:nvPr/>
          </p:nvSpPr>
          <p:spPr bwMode="auto">
            <a:xfrm flipH="1">
              <a:off x="3744" y="912"/>
              <a:ext cx="7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grpSp>
          <p:nvGrpSpPr>
            <p:cNvPr id="31767" name="Group 31"/>
            <p:cNvGrpSpPr/>
            <p:nvPr/>
          </p:nvGrpSpPr>
          <p:grpSpPr>
            <a:xfrm>
              <a:off x="4512" y="816"/>
              <a:ext cx="1056" cy="144"/>
              <a:chOff x="3168" y="1344"/>
              <a:chExt cx="1056" cy="144"/>
            </a:xfrm>
          </p:grpSpPr>
          <p:sp>
            <p:nvSpPr>
              <p:cNvPr id="203808" name="Arc 32"/>
              <p:cNvSpPr/>
              <p:nvPr/>
            </p:nvSpPr>
            <p:spPr bwMode="auto">
              <a:xfrm>
                <a:off x="3168" y="1344"/>
                <a:ext cx="142" cy="102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701 w 43200"/>
                  <a:gd name="T1" fmla="*/ 33690 h 33751"/>
                  <a:gd name="T2" fmla="*/ 39458 w 43200"/>
                  <a:gd name="T3" fmla="*/ 33751 h 33751"/>
                  <a:gd name="T4" fmla="*/ 21600 w 43200"/>
                  <a:gd name="T5" fmla="*/ 21600 h 337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3751" fill="none" extrusionOk="0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</a:path>
                  <a:path w="43200" h="33751" stroke="0" extrusionOk="0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03809" name="Arc 33"/>
              <p:cNvSpPr/>
              <p:nvPr/>
            </p:nvSpPr>
            <p:spPr bwMode="auto">
              <a:xfrm>
                <a:off x="3307" y="1344"/>
                <a:ext cx="142" cy="102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701 w 43200"/>
                  <a:gd name="T1" fmla="*/ 33690 h 33751"/>
                  <a:gd name="T2" fmla="*/ 39458 w 43200"/>
                  <a:gd name="T3" fmla="*/ 33751 h 33751"/>
                  <a:gd name="T4" fmla="*/ 21600 w 43200"/>
                  <a:gd name="T5" fmla="*/ 21600 h 337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3751" fill="none" extrusionOk="0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</a:path>
                  <a:path w="43200" h="33751" stroke="0" extrusionOk="0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03810" name="Arc 34"/>
              <p:cNvSpPr/>
              <p:nvPr/>
            </p:nvSpPr>
            <p:spPr bwMode="auto">
              <a:xfrm>
                <a:off x="3451" y="1344"/>
                <a:ext cx="142" cy="102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701 w 43200"/>
                  <a:gd name="T1" fmla="*/ 33690 h 33751"/>
                  <a:gd name="T2" fmla="*/ 39458 w 43200"/>
                  <a:gd name="T3" fmla="*/ 33751 h 33751"/>
                  <a:gd name="T4" fmla="*/ 21600 w 43200"/>
                  <a:gd name="T5" fmla="*/ 21600 h 337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3751" fill="none" extrusionOk="0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</a:path>
                  <a:path w="43200" h="33751" stroke="0" extrusionOk="0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03811" name="Arc 35"/>
              <p:cNvSpPr/>
              <p:nvPr/>
            </p:nvSpPr>
            <p:spPr bwMode="auto">
              <a:xfrm>
                <a:off x="3595" y="1344"/>
                <a:ext cx="142" cy="102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3701 w 43200"/>
                  <a:gd name="T1" fmla="*/ 33690 h 33751"/>
                  <a:gd name="T2" fmla="*/ 39458 w 43200"/>
                  <a:gd name="T3" fmla="*/ 33751 h 33751"/>
                  <a:gd name="T4" fmla="*/ 21600 w 43200"/>
                  <a:gd name="T5" fmla="*/ 21600 h 337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3751" fill="none" extrusionOk="0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</a:path>
                  <a:path w="43200" h="33751" stroke="0" extrusionOk="0">
                    <a:moveTo>
                      <a:pt x="3700" y="33690"/>
                    </a:moveTo>
                    <a:cubicBezTo>
                      <a:pt x="1288" y="30119"/>
                      <a:pt x="0" y="2590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5934"/>
                      <a:pt x="41896" y="30167"/>
                      <a:pt x="39458" y="33751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03812" name="Line 36"/>
              <p:cNvSpPr>
                <a:spLocks noChangeShapeType="1"/>
              </p:cNvSpPr>
              <p:nvPr/>
            </p:nvSpPr>
            <p:spPr bwMode="auto">
              <a:xfrm>
                <a:off x="3744" y="1440"/>
                <a:ext cx="3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03813" name="Oval 37"/>
              <p:cNvSpPr>
                <a:spLocks noChangeArrowheads="1"/>
              </p:cNvSpPr>
              <p:nvPr/>
            </p:nvSpPr>
            <p:spPr bwMode="auto">
              <a:xfrm>
                <a:off x="4128" y="1392"/>
                <a:ext cx="96" cy="9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  <p:sp>
          <p:nvSpPr>
            <p:cNvPr id="203814" name="Oval 38"/>
            <p:cNvSpPr>
              <a:spLocks noChangeArrowheads="1"/>
            </p:cNvSpPr>
            <p:nvPr/>
          </p:nvSpPr>
          <p:spPr bwMode="auto">
            <a:xfrm>
              <a:off x="2880" y="864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03815" name="Rectangle 39"/>
            <p:cNvSpPr>
              <a:spLocks noChangeArrowheads="1"/>
            </p:cNvSpPr>
            <p:nvPr/>
          </p:nvSpPr>
          <p:spPr bwMode="auto">
            <a:xfrm>
              <a:off x="3456" y="864"/>
              <a:ext cx="288" cy="9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03816" name="Line 40"/>
            <p:cNvSpPr>
              <a:spLocks noChangeShapeType="1"/>
            </p:cNvSpPr>
            <p:nvPr/>
          </p:nvSpPr>
          <p:spPr bwMode="auto">
            <a:xfrm>
              <a:off x="2976" y="912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31777" name="Text Box 41"/>
            <p:cNvSpPr txBox="1"/>
            <p:nvPr/>
          </p:nvSpPr>
          <p:spPr>
            <a:xfrm>
              <a:off x="3504" y="969"/>
              <a:ext cx="192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R                   L </a:t>
              </a:r>
              <a:endParaRPr lang="en-US" altLang="zh-CN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31778" name="Group 42"/>
            <p:cNvGrpSpPr/>
            <p:nvPr/>
          </p:nvGrpSpPr>
          <p:grpSpPr>
            <a:xfrm>
              <a:off x="3456" y="336"/>
              <a:ext cx="336" cy="336"/>
              <a:chOff x="2160" y="1200"/>
              <a:chExt cx="336" cy="336"/>
            </a:xfrm>
          </p:grpSpPr>
          <p:sp>
            <p:nvSpPr>
              <p:cNvPr id="203819" name="Oval 43"/>
              <p:cNvSpPr>
                <a:spLocks noChangeArrowheads="1"/>
              </p:cNvSpPr>
              <p:nvPr/>
            </p:nvSpPr>
            <p:spPr bwMode="auto">
              <a:xfrm>
                <a:off x="2160" y="1200"/>
                <a:ext cx="336" cy="33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03820" name="Line 44"/>
              <p:cNvSpPr>
                <a:spLocks noChangeShapeType="1"/>
              </p:cNvSpPr>
              <p:nvPr/>
            </p:nvSpPr>
            <p:spPr bwMode="auto">
              <a:xfrm flipV="1">
                <a:off x="2208" y="1296"/>
                <a:ext cx="240" cy="192"/>
              </a:xfrm>
              <a:prstGeom prst="line">
                <a:avLst/>
              </a:prstGeom>
              <a:noFill/>
              <a:ln w="57150">
                <a:solidFill>
                  <a:srgbClr val="FF3300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  <p:sp>
          <p:nvSpPr>
            <p:cNvPr id="203821" name="Line 45"/>
            <p:cNvSpPr>
              <a:spLocks noChangeShapeType="1"/>
            </p:cNvSpPr>
            <p:nvPr/>
          </p:nvSpPr>
          <p:spPr bwMode="auto">
            <a:xfrm>
              <a:off x="3792" y="528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03822" name="Line 46"/>
            <p:cNvSpPr>
              <a:spLocks noChangeShapeType="1"/>
            </p:cNvSpPr>
            <p:nvPr/>
          </p:nvSpPr>
          <p:spPr bwMode="auto">
            <a:xfrm>
              <a:off x="4368" y="528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03823" name="Line 47"/>
            <p:cNvSpPr>
              <a:spLocks noChangeShapeType="1"/>
            </p:cNvSpPr>
            <p:nvPr/>
          </p:nvSpPr>
          <p:spPr bwMode="auto">
            <a:xfrm>
              <a:off x="4944" y="528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03824" name="Line 48"/>
            <p:cNvSpPr>
              <a:spLocks noChangeShapeType="1"/>
            </p:cNvSpPr>
            <p:nvPr/>
          </p:nvSpPr>
          <p:spPr bwMode="auto">
            <a:xfrm>
              <a:off x="3216" y="528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03825" name="Oval 49"/>
            <p:cNvSpPr>
              <a:spLocks noChangeArrowheads="1"/>
            </p:cNvSpPr>
            <p:nvPr/>
          </p:nvSpPr>
          <p:spPr bwMode="auto">
            <a:xfrm>
              <a:off x="5136" y="864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03826" name="Oval 50"/>
            <p:cNvSpPr>
              <a:spLocks noChangeArrowheads="1"/>
            </p:cNvSpPr>
            <p:nvPr/>
          </p:nvSpPr>
          <p:spPr bwMode="auto">
            <a:xfrm>
              <a:off x="4320" y="864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03827" name="Oval 51"/>
            <p:cNvSpPr>
              <a:spLocks noChangeArrowheads="1"/>
            </p:cNvSpPr>
            <p:nvPr/>
          </p:nvSpPr>
          <p:spPr bwMode="auto">
            <a:xfrm>
              <a:off x="3984" y="864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03828" name="Oval 52"/>
            <p:cNvSpPr>
              <a:spLocks noChangeArrowheads="1"/>
            </p:cNvSpPr>
            <p:nvPr/>
          </p:nvSpPr>
          <p:spPr bwMode="auto">
            <a:xfrm>
              <a:off x="3168" y="864"/>
              <a:ext cx="96" cy="9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03829" name="Line 53"/>
            <p:cNvSpPr>
              <a:spLocks noChangeShapeType="1"/>
            </p:cNvSpPr>
            <p:nvPr/>
          </p:nvSpPr>
          <p:spPr bwMode="auto">
            <a:xfrm>
              <a:off x="3216" y="528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03830" name="Line 54"/>
            <p:cNvSpPr>
              <a:spLocks noChangeShapeType="1"/>
            </p:cNvSpPr>
            <p:nvPr/>
          </p:nvSpPr>
          <p:spPr bwMode="auto">
            <a:xfrm>
              <a:off x="4032" y="528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03831" name="Line 55"/>
            <p:cNvSpPr>
              <a:spLocks noChangeShapeType="1"/>
            </p:cNvSpPr>
            <p:nvPr/>
          </p:nvSpPr>
          <p:spPr bwMode="auto">
            <a:xfrm>
              <a:off x="4368" y="528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03832" name="Line 56"/>
            <p:cNvSpPr>
              <a:spLocks noChangeShapeType="1"/>
            </p:cNvSpPr>
            <p:nvPr/>
          </p:nvSpPr>
          <p:spPr bwMode="auto">
            <a:xfrm>
              <a:off x="5184" y="528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03833" name="Line 57"/>
            <p:cNvSpPr>
              <a:spLocks noChangeShapeType="1"/>
            </p:cNvSpPr>
            <p:nvPr/>
          </p:nvSpPr>
          <p:spPr bwMode="auto">
            <a:xfrm>
              <a:off x="4368" y="1392"/>
              <a:ext cx="8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03834" name="Line 58"/>
            <p:cNvSpPr>
              <a:spLocks noChangeShapeType="1"/>
            </p:cNvSpPr>
            <p:nvPr/>
          </p:nvSpPr>
          <p:spPr bwMode="auto">
            <a:xfrm>
              <a:off x="3216" y="1392"/>
              <a:ext cx="8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03835" name="Line 59"/>
            <p:cNvSpPr>
              <a:spLocks noChangeShapeType="1"/>
            </p:cNvSpPr>
            <p:nvPr/>
          </p:nvSpPr>
          <p:spPr bwMode="auto">
            <a:xfrm>
              <a:off x="5184" y="91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203836" name="Line 60"/>
            <p:cNvSpPr>
              <a:spLocks noChangeShapeType="1"/>
            </p:cNvSpPr>
            <p:nvPr/>
          </p:nvSpPr>
          <p:spPr bwMode="auto">
            <a:xfrm>
              <a:off x="3216" y="91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sp>
          <p:nvSpPr>
            <p:cNvPr id="31797" name="Text Box 61"/>
            <p:cNvSpPr txBox="1"/>
            <p:nvPr/>
          </p:nvSpPr>
          <p:spPr>
            <a:xfrm>
              <a:off x="4464" y="0"/>
              <a:ext cx="120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2</a:t>
              </a: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=?V</a:t>
              </a:r>
              <a:endParaRPr lang="en-US" altLang="zh-CN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1798" name="Text Box 62"/>
            <p:cNvSpPr txBox="1"/>
            <p:nvPr/>
          </p:nvSpPr>
          <p:spPr>
            <a:xfrm>
              <a:off x="3264" y="0"/>
              <a:ext cx="120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1</a:t>
              </a: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=60V</a:t>
              </a:r>
              <a:endParaRPr lang="en-US" altLang="zh-CN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1799" name="Text Box 63"/>
            <p:cNvSpPr txBox="1"/>
            <p:nvPr/>
          </p:nvSpPr>
          <p:spPr>
            <a:xfrm>
              <a:off x="3792" y="1536"/>
              <a:ext cx="120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0</a:t>
              </a:r>
              <a:r>
                <a:rPr lang="en-US" altLang="zh-CN" b="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rPr>
                <a:t>=100V</a:t>
              </a:r>
              <a:endParaRPr lang="en-US" altLang="zh-CN" b="0" dirty="0">
                <a:solidFill>
                  <a:schemeClr val="tx1"/>
                </a:solidFill>
                <a:latin typeface="方正行楷简体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31800" name="Group 64"/>
            <p:cNvGrpSpPr/>
            <p:nvPr/>
          </p:nvGrpSpPr>
          <p:grpSpPr>
            <a:xfrm>
              <a:off x="4608" y="336"/>
              <a:ext cx="336" cy="336"/>
              <a:chOff x="2160" y="1200"/>
              <a:chExt cx="336" cy="336"/>
            </a:xfrm>
          </p:grpSpPr>
          <p:sp>
            <p:nvSpPr>
              <p:cNvPr id="203841" name="Oval 65"/>
              <p:cNvSpPr>
                <a:spLocks noChangeArrowheads="1"/>
              </p:cNvSpPr>
              <p:nvPr/>
            </p:nvSpPr>
            <p:spPr bwMode="auto">
              <a:xfrm>
                <a:off x="2160" y="1200"/>
                <a:ext cx="336" cy="33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03842" name="Line 66"/>
              <p:cNvSpPr>
                <a:spLocks noChangeShapeType="1"/>
              </p:cNvSpPr>
              <p:nvPr/>
            </p:nvSpPr>
            <p:spPr bwMode="auto">
              <a:xfrm flipV="1">
                <a:off x="2208" y="1296"/>
                <a:ext cx="240" cy="192"/>
              </a:xfrm>
              <a:prstGeom prst="line">
                <a:avLst/>
              </a:prstGeom>
              <a:noFill/>
              <a:ln w="57150">
                <a:solidFill>
                  <a:srgbClr val="FF3300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  <p:grpSp>
          <p:nvGrpSpPr>
            <p:cNvPr id="31803" name="Group 67"/>
            <p:cNvGrpSpPr/>
            <p:nvPr/>
          </p:nvGrpSpPr>
          <p:grpSpPr>
            <a:xfrm>
              <a:off x="4032" y="1200"/>
              <a:ext cx="336" cy="336"/>
              <a:chOff x="2160" y="1200"/>
              <a:chExt cx="336" cy="336"/>
            </a:xfrm>
          </p:grpSpPr>
          <p:sp>
            <p:nvSpPr>
              <p:cNvPr id="203844" name="Oval 68"/>
              <p:cNvSpPr>
                <a:spLocks noChangeArrowheads="1"/>
              </p:cNvSpPr>
              <p:nvPr/>
            </p:nvSpPr>
            <p:spPr bwMode="auto">
              <a:xfrm>
                <a:off x="2160" y="1200"/>
                <a:ext cx="336" cy="33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03845" name="Line 69"/>
              <p:cNvSpPr>
                <a:spLocks noChangeShapeType="1"/>
              </p:cNvSpPr>
              <p:nvPr/>
            </p:nvSpPr>
            <p:spPr bwMode="auto">
              <a:xfrm flipV="1">
                <a:off x="2208" y="1296"/>
                <a:ext cx="240" cy="192"/>
              </a:xfrm>
              <a:prstGeom prst="line">
                <a:avLst/>
              </a:prstGeom>
              <a:noFill/>
              <a:ln w="57150">
                <a:solidFill>
                  <a:srgbClr val="FF3300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</p:grpSp>
      <p:sp>
        <p:nvSpPr>
          <p:cNvPr id="203846" name="Line 70"/>
          <p:cNvSpPr>
            <a:spLocks noChangeShapeType="1"/>
          </p:cNvSpPr>
          <p:nvPr/>
        </p:nvSpPr>
        <p:spPr bwMode="auto">
          <a:xfrm>
            <a:off x="4876800" y="1600200"/>
            <a:ext cx="3048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n-cs"/>
            </a:endParaRPr>
          </a:p>
        </p:txBody>
      </p:sp>
      <p:sp>
        <p:nvSpPr>
          <p:cNvPr id="203847" name="Text Box 71"/>
          <p:cNvSpPr txBox="1"/>
          <p:nvPr/>
        </p:nvSpPr>
        <p:spPr>
          <a:xfrm>
            <a:off x="4876800" y="1066800"/>
            <a:ext cx="381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endParaRPr lang="en-US" altLang="zh-CN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03853" name="Group 77"/>
          <p:cNvGrpSpPr/>
          <p:nvPr/>
        </p:nvGrpSpPr>
        <p:grpSpPr>
          <a:xfrm>
            <a:off x="1828800" y="4724400"/>
            <a:ext cx="1295400" cy="685800"/>
            <a:chOff x="1152" y="2976"/>
            <a:chExt cx="816" cy="432"/>
          </a:xfrm>
        </p:grpSpPr>
        <p:sp>
          <p:nvSpPr>
            <p:cNvPr id="203796" name="Line 20"/>
            <p:cNvSpPr>
              <a:spLocks noChangeShapeType="1"/>
            </p:cNvSpPr>
            <p:nvPr/>
          </p:nvSpPr>
          <p:spPr bwMode="auto">
            <a:xfrm>
              <a:off x="1152" y="2976"/>
              <a:ext cx="584" cy="0"/>
            </a:xfrm>
            <a:prstGeom prst="line">
              <a:avLst/>
            </a:prstGeom>
            <a:noFill/>
            <a:ln w="57150">
              <a:solidFill>
                <a:srgbClr val="00FFFF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grpSp>
          <p:nvGrpSpPr>
            <p:cNvPr id="31810" name="Group 73"/>
            <p:cNvGrpSpPr>
              <a:grpSpLocks noChangeAspect="1"/>
            </p:cNvGrpSpPr>
            <p:nvPr/>
          </p:nvGrpSpPr>
          <p:grpSpPr>
            <a:xfrm>
              <a:off x="1496" y="3027"/>
              <a:ext cx="472" cy="381"/>
              <a:chOff x="1496" y="3027"/>
              <a:chExt cx="472" cy="381"/>
            </a:xfrm>
          </p:grpSpPr>
          <p:sp>
            <p:nvSpPr>
              <p:cNvPr id="203848" name="AutoShape 72"/>
              <p:cNvSpPr>
                <a:spLocks noChangeAspect="1" noChangeArrowheads="1" noTextEdit="1"/>
              </p:cNvSpPr>
              <p:nvPr/>
            </p:nvSpPr>
            <p:spPr bwMode="auto">
              <a:xfrm>
                <a:off x="1496" y="3027"/>
                <a:ext cx="472" cy="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03850" name="Rectangle 74"/>
              <p:cNvSpPr>
                <a:spLocks noChangeArrowheads="1"/>
              </p:cNvSpPr>
              <p:nvPr/>
            </p:nvSpPr>
            <p:spPr bwMode="auto">
              <a:xfrm>
                <a:off x="1748" y="3241"/>
                <a:ext cx="56" cy="1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66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方正行楷简体" pitchFamily="2" charset="-122"/>
                    <a:cs typeface="+mn-cs"/>
                  </a:rPr>
                  <a:t>1</a:t>
                </a:r>
                <a:endPara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66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03851" name="Rectangle 75"/>
              <p:cNvSpPr>
                <a:spLocks noChangeArrowheads="1"/>
              </p:cNvSpPr>
              <p:nvPr/>
            </p:nvSpPr>
            <p:spPr bwMode="auto">
              <a:xfrm>
                <a:off x="1606" y="3043"/>
                <a:ext cx="52" cy="1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66FFFF"/>
                    </a:solidFill>
                    <a:effectLst/>
                    <a:uLnTx/>
                    <a:uFillTx/>
                    <a:latin typeface="Symbol" panose="05050102010706020507" pitchFamily="18" charset="2"/>
                    <a:ea typeface="方正行楷简体" pitchFamily="2" charset="-122"/>
                    <a:cs typeface="+mn-cs"/>
                  </a:rPr>
                  <a:t>·</a:t>
                </a:r>
                <a:endPara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66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03852" name="Rectangle 76"/>
              <p:cNvSpPr>
                <a:spLocks noChangeArrowheads="1"/>
              </p:cNvSpPr>
              <p:nvPr/>
            </p:nvSpPr>
            <p:spPr bwMode="auto">
              <a:xfrm>
                <a:off x="1512" y="3159"/>
                <a:ext cx="139" cy="2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1" u="none" strike="noStrike" kern="1200" cap="none" spc="0" normalizeH="0" baseline="0" noProof="0">
                    <a:ln>
                      <a:noFill/>
                    </a:ln>
                    <a:solidFill>
                      <a:srgbClr val="66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方正行楷简体" pitchFamily="2" charset="-122"/>
                    <a:cs typeface="+mn-cs"/>
                  </a:rPr>
                  <a:t>U</a:t>
                </a:r>
                <a:endPara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66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</p:grpSp>
      <p:grpSp>
        <p:nvGrpSpPr>
          <p:cNvPr id="203859" name="Group 83"/>
          <p:cNvGrpSpPr/>
          <p:nvPr/>
        </p:nvGrpSpPr>
        <p:grpSpPr>
          <a:xfrm>
            <a:off x="1219200" y="3276600"/>
            <a:ext cx="609600" cy="1447800"/>
            <a:chOff x="768" y="2064"/>
            <a:chExt cx="384" cy="912"/>
          </a:xfrm>
        </p:grpSpPr>
        <p:sp>
          <p:nvSpPr>
            <p:cNvPr id="203792" name="Line 16"/>
            <p:cNvSpPr>
              <a:spLocks noChangeShapeType="1"/>
            </p:cNvSpPr>
            <p:nvPr/>
          </p:nvSpPr>
          <p:spPr bwMode="auto">
            <a:xfrm flipV="1">
              <a:off x="1152" y="2246"/>
              <a:ext cx="0" cy="730"/>
            </a:xfrm>
            <a:prstGeom prst="line">
              <a:avLst/>
            </a:prstGeom>
            <a:noFill/>
            <a:ln w="57150">
              <a:solidFill>
                <a:srgbClr val="00FFFF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grpSp>
          <p:nvGrpSpPr>
            <p:cNvPr id="31817" name="Group 79"/>
            <p:cNvGrpSpPr>
              <a:grpSpLocks noChangeAspect="1"/>
            </p:cNvGrpSpPr>
            <p:nvPr/>
          </p:nvGrpSpPr>
          <p:grpSpPr>
            <a:xfrm>
              <a:off x="768" y="2064"/>
              <a:ext cx="335" cy="451"/>
              <a:chOff x="768" y="2064"/>
              <a:chExt cx="335" cy="451"/>
            </a:xfrm>
          </p:grpSpPr>
          <p:sp>
            <p:nvSpPr>
              <p:cNvPr id="203854" name="AutoShape 78"/>
              <p:cNvSpPr>
                <a:spLocks noChangeAspect="1" noChangeArrowheads="1" noTextEdit="1"/>
              </p:cNvSpPr>
              <p:nvPr/>
            </p:nvSpPr>
            <p:spPr bwMode="auto">
              <a:xfrm>
                <a:off x="768" y="2064"/>
                <a:ext cx="335" cy="4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03856" name="Rectangle 80"/>
              <p:cNvSpPr>
                <a:spLocks noChangeArrowheads="1"/>
              </p:cNvSpPr>
              <p:nvPr/>
            </p:nvSpPr>
            <p:spPr bwMode="auto">
              <a:xfrm>
                <a:off x="994" y="2329"/>
                <a:ext cx="68" cy="1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700" b="1" i="0" u="none" strike="noStrike" kern="1200" cap="none" spc="0" normalizeH="0" baseline="0" noProof="0">
                    <a:ln>
                      <a:noFill/>
                    </a:ln>
                    <a:solidFill>
                      <a:srgbClr val="66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方正行楷简体" pitchFamily="2" charset="-122"/>
                    <a:cs typeface="+mn-cs"/>
                  </a:rPr>
                  <a:t>2</a:t>
                </a:r>
                <a:endPara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66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03857" name="Rectangle 81"/>
              <p:cNvSpPr>
                <a:spLocks noChangeArrowheads="1"/>
              </p:cNvSpPr>
              <p:nvPr/>
            </p:nvSpPr>
            <p:spPr bwMode="auto">
              <a:xfrm>
                <a:off x="860" y="2084"/>
                <a:ext cx="63" cy="1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700" b="1" i="0" u="none" strike="noStrike" kern="1200" cap="none" spc="0" normalizeH="0" baseline="0" noProof="0">
                    <a:ln>
                      <a:noFill/>
                    </a:ln>
                    <a:solidFill>
                      <a:srgbClr val="66FFFF"/>
                    </a:solidFill>
                    <a:effectLst/>
                    <a:uLnTx/>
                    <a:uFillTx/>
                    <a:latin typeface="Symbol" panose="05050102010706020507" pitchFamily="18" charset="2"/>
                    <a:ea typeface="方正行楷简体" pitchFamily="2" charset="-122"/>
                    <a:cs typeface="+mn-cs"/>
                  </a:rPr>
                  <a:t>·</a:t>
                </a:r>
                <a:endPara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66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03858" name="Rectangle 82"/>
              <p:cNvSpPr>
                <a:spLocks noChangeArrowheads="1"/>
              </p:cNvSpPr>
              <p:nvPr/>
            </p:nvSpPr>
            <p:spPr bwMode="auto">
              <a:xfrm>
                <a:off x="782" y="2227"/>
                <a:ext cx="17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000" b="1" i="1" u="none" strike="noStrike" kern="1200" cap="none" spc="0" normalizeH="0" baseline="0" noProof="0">
                    <a:ln>
                      <a:noFill/>
                    </a:ln>
                    <a:solidFill>
                      <a:srgbClr val="66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方正行楷简体" pitchFamily="2" charset="-122"/>
                    <a:cs typeface="+mn-cs"/>
                  </a:rPr>
                  <a:t>U</a:t>
                </a:r>
                <a:endPara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66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3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3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0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38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3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3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37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3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03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0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6" dur="500"/>
                                        <p:tgtEl>
                                          <p:spTgt spid="20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0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0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8" grpId="0"/>
      <p:bldP spid="203783" grpId="0"/>
      <p:bldP spid="203784" grpId="0"/>
      <p:bldP spid="203800" grpId="0"/>
      <p:bldP spid="20384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127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j-cs"/>
              </a:rPr>
              <a:t>总 结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j-cs"/>
              </a:rPr>
              <a:t>: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方正行楷简体" pitchFamily="2" charset="-122"/>
              <a:ea typeface="方正行楷简体" pitchFamily="2" charset="-122"/>
              <a:cs typeface="+mj-cs"/>
            </a:endParaRPr>
          </a:p>
        </p:txBody>
      </p:sp>
      <p:graphicFrame>
        <p:nvGraphicFramePr>
          <p:cNvPr id="204804" name="Object 4"/>
          <p:cNvGraphicFramePr>
            <a:graphicFrameLocks noChangeAspect="1"/>
          </p:cNvGraphicFramePr>
          <p:nvPr/>
        </p:nvGraphicFramePr>
        <p:xfrm>
          <a:off x="173038" y="3505200"/>
          <a:ext cx="44132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1" imgW="203200" imgH="177800" progId="Equation.3">
                  <p:embed/>
                </p:oleObj>
              </mc:Choice>
              <mc:Fallback>
                <p:oleObj name="" r:id="rId1" imgW="203200" imgH="17780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73038" y="3505200"/>
                        <a:ext cx="441325" cy="385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6" name="Object 6"/>
          <p:cNvGraphicFramePr>
            <a:graphicFrameLocks noChangeAspect="1"/>
          </p:cNvGraphicFramePr>
          <p:nvPr/>
        </p:nvGraphicFramePr>
        <p:xfrm>
          <a:off x="203200" y="5276850"/>
          <a:ext cx="4603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3" imgW="190500" imgH="177800" progId="Equation.3">
                  <p:embed/>
                </p:oleObj>
              </mc:Choice>
              <mc:Fallback>
                <p:oleObj name="" r:id="rId3" imgW="190500" imgH="17780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203200" y="5276850"/>
                        <a:ext cx="460375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08" name="Group 8"/>
          <p:cNvGrpSpPr/>
          <p:nvPr/>
        </p:nvGrpSpPr>
        <p:grpSpPr>
          <a:xfrm>
            <a:off x="5940425" y="4514850"/>
            <a:ext cx="3165475" cy="1997075"/>
            <a:chOff x="3072" y="2304"/>
            <a:chExt cx="1994" cy="1258"/>
          </a:xfrm>
        </p:grpSpPr>
        <p:grpSp>
          <p:nvGrpSpPr>
            <p:cNvPr id="32773" name="Group 9"/>
            <p:cNvGrpSpPr/>
            <p:nvPr/>
          </p:nvGrpSpPr>
          <p:grpSpPr>
            <a:xfrm>
              <a:off x="3072" y="2352"/>
              <a:ext cx="1920" cy="1210"/>
              <a:chOff x="384" y="960"/>
              <a:chExt cx="1920" cy="1210"/>
            </a:xfrm>
          </p:grpSpPr>
          <p:sp>
            <p:nvSpPr>
              <p:cNvPr id="32774" name="Text Box 10"/>
              <p:cNvSpPr txBox="1"/>
              <p:nvPr/>
            </p:nvSpPr>
            <p:spPr>
              <a:xfrm>
                <a:off x="1786" y="1843"/>
                <a:ext cx="51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方正行楷简体" pitchFamily="2" charset="-122"/>
                    <a:ea typeface="宋体" panose="02010600030101010101" pitchFamily="2" charset="-122"/>
                  </a:rPr>
                  <a:t>+1</a:t>
                </a:r>
                <a:endParaRPr lang="en-US" altLang="zh-CN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2775" name="Text Box 11"/>
              <p:cNvSpPr txBox="1"/>
              <p:nvPr/>
            </p:nvSpPr>
            <p:spPr>
              <a:xfrm>
                <a:off x="1206" y="960"/>
                <a:ext cx="47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方正行楷简体" pitchFamily="2" charset="-122"/>
                    <a:ea typeface="宋体" panose="02010600030101010101" pitchFamily="2" charset="-122"/>
                  </a:rPr>
                  <a:t>+j</a:t>
                </a:r>
                <a:endParaRPr lang="en-US" altLang="zh-CN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2776" name="Text Box 12"/>
              <p:cNvSpPr txBox="1"/>
              <p:nvPr/>
            </p:nvSpPr>
            <p:spPr>
              <a:xfrm>
                <a:off x="952" y="1835"/>
                <a:ext cx="61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方正行楷简体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04813" name="Line 13"/>
              <p:cNvSpPr>
                <a:spLocks noChangeShapeType="1"/>
              </p:cNvSpPr>
              <p:nvPr/>
            </p:nvSpPr>
            <p:spPr bwMode="auto">
              <a:xfrm>
                <a:off x="384" y="1824"/>
                <a:ext cx="163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04814" name="Line 14"/>
              <p:cNvSpPr>
                <a:spLocks noChangeShapeType="1"/>
              </p:cNvSpPr>
              <p:nvPr/>
            </p:nvSpPr>
            <p:spPr bwMode="auto">
              <a:xfrm flipV="1">
                <a:off x="1152" y="1056"/>
                <a:ext cx="0" cy="10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  <p:grpSp>
          <p:nvGrpSpPr>
            <p:cNvPr id="32779" name="Group 15"/>
            <p:cNvGrpSpPr/>
            <p:nvPr/>
          </p:nvGrpSpPr>
          <p:grpSpPr>
            <a:xfrm>
              <a:off x="3744" y="2784"/>
              <a:ext cx="576" cy="336"/>
              <a:chOff x="1056" y="1392"/>
              <a:chExt cx="576" cy="336"/>
            </a:xfrm>
          </p:grpSpPr>
          <p:grpSp>
            <p:nvGrpSpPr>
              <p:cNvPr id="32780" name="Group 16"/>
              <p:cNvGrpSpPr/>
              <p:nvPr/>
            </p:nvGrpSpPr>
            <p:grpSpPr>
              <a:xfrm>
                <a:off x="1056" y="1632"/>
                <a:ext cx="240" cy="96"/>
                <a:chOff x="1056" y="1584"/>
                <a:chExt cx="240" cy="96"/>
              </a:xfrm>
            </p:grpSpPr>
            <p:sp>
              <p:nvSpPr>
                <p:cNvPr id="204817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1056" y="1584"/>
                  <a:ext cx="144" cy="96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方正行楷简体" pitchFamily="2" charset="-122"/>
                    <a:ea typeface="方正行楷简体" pitchFamily="2" charset="-122"/>
                    <a:cs typeface="+mn-cs"/>
                  </a:endParaRPr>
                </a:p>
              </p:txBody>
            </p:sp>
            <p:sp>
              <p:nvSpPr>
                <p:cNvPr id="204818" name="Line 18"/>
                <p:cNvSpPr>
                  <a:spLocks noChangeShapeType="1"/>
                </p:cNvSpPr>
                <p:nvPr/>
              </p:nvSpPr>
              <p:spPr bwMode="auto">
                <a:xfrm>
                  <a:off x="1200" y="1584"/>
                  <a:ext cx="96" cy="96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方正行楷简体" pitchFamily="2" charset="-122"/>
                    <a:ea typeface="方正行楷简体" pitchFamily="2" charset="-122"/>
                    <a:cs typeface="+mn-cs"/>
                  </a:endParaRPr>
                </a:p>
              </p:txBody>
            </p:sp>
          </p:grpSp>
          <p:sp>
            <p:nvSpPr>
              <p:cNvPr id="32783" name="Text Box 19"/>
              <p:cNvSpPr txBox="1"/>
              <p:nvPr/>
            </p:nvSpPr>
            <p:spPr>
              <a:xfrm>
                <a:off x="1104" y="1392"/>
                <a:ext cx="52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方正行楷简体" pitchFamily="2" charset="-122"/>
                    <a:ea typeface="宋体" panose="02010600030101010101" pitchFamily="2" charset="-122"/>
                  </a:rPr>
                  <a:t>90</a:t>
                </a:r>
                <a:r>
                  <a:rPr lang="en-US" altLang="zh-CN" sz="2400" baseline="30000" dirty="0">
                    <a:latin typeface="方正行楷简体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2784" name="Group 20"/>
            <p:cNvGrpSpPr/>
            <p:nvPr/>
          </p:nvGrpSpPr>
          <p:grpSpPr>
            <a:xfrm>
              <a:off x="4001" y="2937"/>
              <a:ext cx="360" cy="327"/>
              <a:chOff x="1361" y="3321"/>
              <a:chExt cx="360" cy="327"/>
            </a:xfrm>
          </p:grpSpPr>
          <p:sp>
            <p:nvSpPr>
              <p:cNvPr id="204821" name="Arc 21"/>
              <p:cNvSpPr/>
              <p:nvPr/>
            </p:nvSpPr>
            <p:spPr bwMode="auto">
              <a:xfrm>
                <a:off x="1361" y="3456"/>
                <a:ext cx="127" cy="192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8993"/>
                  <a:gd name="T1" fmla="*/ 0 h 21600"/>
                  <a:gd name="T2" fmla="*/ 18993 w 18993"/>
                  <a:gd name="T3" fmla="*/ 11313 h 21600"/>
                  <a:gd name="T4" fmla="*/ 0 w 18993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993" h="21600" fill="none" extrusionOk="0">
                    <a:moveTo>
                      <a:pt x="-1" y="0"/>
                    </a:moveTo>
                    <a:cubicBezTo>
                      <a:pt x="7927" y="0"/>
                      <a:pt x="15217" y="4342"/>
                      <a:pt x="18993" y="11312"/>
                    </a:cubicBezTo>
                  </a:path>
                  <a:path w="18993" h="21600" stroke="0" extrusionOk="0">
                    <a:moveTo>
                      <a:pt x="-1" y="0"/>
                    </a:moveTo>
                    <a:cubicBezTo>
                      <a:pt x="7927" y="0"/>
                      <a:pt x="15217" y="4342"/>
                      <a:pt x="18993" y="11312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57150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graphicFrame>
            <p:nvGraphicFramePr>
              <p:cNvPr id="32786" name="Object 22"/>
              <p:cNvGraphicFramePr>
                <a:graphicFrameLocks noChangeAspect="1"/>
              </p:cNvGraphicFramePr>
              <p:nvPr/>
            </p:nvGraphicFramePr>
            <p:xfrm>
              <a:off x="1506" y="3321"/>
              <a:ext cx="215" cy="3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0" name="" r:id="rId5" imgW="152400" imgH="228600" progId="Equation.3">
                      <p:embed/>
                    </p:oleObj>
                  </mc:Choice>
                  <mc:Fallback>
                    <p:oleObj name="" r:id="rId5" imgW="152400" imgH="228600" progId="Equation.3">
                      <p:embed/>
                      <p:pic>
                        <p:nvPicPr>
                          <p:cNvPr id="0" name="图片 3179"/>
                          <p:cNvPicPr/>
                          <p:nvPr/>
                        </p:nvPicPr>
                        <p:blipFill>
                          <a:blip r:embed="rId6">
                            <a:lum bright="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506" y="3321"/>
                            <a:ext cx="215" cy="32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  <a:effectLst>
                            <a:prstShdw prst="shdw17" dir="16200000">
                              <a:schemeClr val="hlink"/>
                            </a:prstShdw>
                          </a:effec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2787" name="Group 23"/>
            <p:cNvGrpSpPr/>
            <p:nvPr/>
          </p:nvGrpSpPr>
          <p:grpSpPr>
            <a:xfrm>
              <a:off x="3840" y="2496"/>
              <a:ext cx="1226" cy="720"/>
              <a:chOff x="1200" y="2880"/>
              <a:chExt cx="1226" cy="720"/>
            </a:xfrm>
          </p:grpSpPr>
          <p:sp>
            <p:nvSpPr>
              <p:cNvPr id="204824" name="Line 24"/>
              <p:cNvSpPr>
                <a:spLocks noChangeShapeType="1"/>
              </p:cNvSpPr>
              <p:nvPr/>
            </p:nvSpPr>
            <p:spPr bwMode="auto">
              <a:xfrm flipV="1">
                <a:off x="1200" y="3072"/>
                <a:ext cx="720" cy="528"/>
              </a:xfrm>
              <a:prstGeom prst="line">
                <a:avLst/>
              </a:prstGeom>
              <a:noFill/>
              <a:ln w="57150">
                <a:solidFill>
                  <a:schemeClr val="hlink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graphicFrame>
            <p:nvGraphicFramePr>
              <p:cNvPr id="32789" name="Object 25"/>
              <p:cNvGraphicFramePr>
                <a:graphicFrameLocks noChangeAspect="1"/>
              </p:cNvGraphicFramePr>
              <p:nvPr/>
            </p:nvGraphicFramePr>
            <p:xfrm>
              <a:off x="1920" y="2880"/>
              <a:ext cx="506" cy="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1" name="" r:id="rId7" imgW="355600" imgH="304800" progId="Equation.3">
                      <p:embed/>
                    </p:oleObj>
                  </mc:Choice>
                  <mc:Fallback>
                    <p:oleObj name="" r:id="rId7" imgW="355600" imgH="304800" progId="Equation.3">
                      <p:embed/>
                      <p:pic>
                        <p:nvPicPr>
                          <p:cNvPr id="0" name="图片 3180"/>
                          <p:cNvPicPr/>
                          <p:nvPr/>
                        </p:nvPicPr>
                        <p:blipFill>
                          <a:blip r:embed="rId8">
                            <a:lum bright="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920" y="2880"/>
                            <a:ext cx="506" cy="43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  <a:effectLst>
                            <a:prstShdw prst="shdw17" dir="16200000">
                              <a:schemeClr val="hlink"/>
                            </a:prstShdw>
                          </a:effec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2790" name="Group 26"/>
            <p:cNvGrpSpPr/>
            <p:nvPr/>
          </p:nvGrpSpPr>
          <p:grpSpPr>
            <a:xfrm>
              <a:off x="3360" y="2304"/>
              <a:ext cx="480" cy="912"/>
              <a:chOff x="720" y="2688"/>
              <a:chExt cx="480" cy="912"/>
            </a:xfrm>
          </p:grpSpPr>
          <p:graphicFrame>
            <p:nvGraphicFramePr>
              <p:cNvPr id="32791" name="Object 27"/>
              <p:cNvGraphicFramePr>
                <a:graphicFrameLocks noChangeAspect="1"/>
              </p:cNvGraphicFramePr>
              <p:nvPr/>
            </p:nvGraphicFramePr>
            <p:xfrm>
              <a:off x="720" y="2688"/>
              <a:ext cx="337" cy="4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9" name="" r:id="rId9" imgW="228600" imgH="279400" progId="Equation.3">
                      <p:embed/>
                    </p:oleObj>
                  </mc:Choice>
                  <mc:Fallback>
                    <p:oleObj name="" r:id="rId9" imgW="228600" imgH="279400" progId="Equation.3">
                      <p:embed/>
                      <p:pic>
                        <p:nvPicPr>
                          <p:cNvPr id="0" name="图片 3178"/>
                          <p:cNvPicPr/>
                          <p:nvPr/>
                        </p:nvPicPr>
                        <p:blipFill>
                          <a:blip r:embed="rId10">
                            <a:lum bright="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720" y="2688"/>
                            <a:ext cx="337" cy="4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  <a:effectLst>
                            <a:prstShdw prst="shdw17" dir="16200000">
                              <a:schemeClr val="tx2"/>
                            </a:prstShdw>
                          </a:effec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4828" name="Line 28"/>
              <p:cNvSpPr>
                <a:spLocks noChangeShapeType="1"/>
              </p:cNvSpPr>
              <p:nvPr/>
            </p:nvSpPr>
            <p:spPr bwMode="auto">
              <a:xfrm flipH="1" flipV="1">
                <a:off x="864" y="3072"/>
                <a:ext cx="336" cy="528"/>
              </a:xfrm>
              <a:prstGeom prst="line">
                <a:avLst/>
              </a:prstGeom>
              <a:noFill/>
              <a:ln w="57150">
                <a:solidFill>
                  <a:schemeClr val="tx2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</p:grpSp>
      <p:grpSp>
        <p:nvGrpSpPr>
          <p:cNvPr id="204829" name="Group 29"/>
          <p:cNvGrpSpPr/>
          <p:nvPr/>
        </p:nvGrpSpPr>
        <p:grpSpPr>
          <a:xfrm>
            <a:off x="5943600" y="2867025"/>
            <a:ext cx="3048000" cy="1920875"/>
            <a:chOff x="3840" y="3110"/>
            <a:chExt cx="1920" cy="1210"/>
          </a:xfrm>
        </p:grpSpPr>
        <p:grpSp>
          <p:nvGrpSpPr>
            <p:cNvPr id="32794" name="Group 30"/>
            <p:cNvGrpSpPr/>
            <p:nvPr/>
          </p:nvGrpSpPr>
          <p:grpSpPr>
            <a:xfrm>
              <a:off x="3840" y="3110"/>
              <a:ext cx="1920" cy="1210"/>
              <a:chOff x="384" y="960"/>
              <a:chExt cx="1920" cy="1210"/>
            </a:xfrm>
          </p:grpSpPr>
          <p:sp>
            <p:nvSpPr>
              <p:cNvPr id="32795" name="Text Box 31"/>
              <p:cNvSpPr txBox="1"/>
              <p:nvPr/>
            </p:nvSpPr>
            <p:spPr>
              <a:xfrm>
                <a:off x="1786" y="1843"/>
                <a:ext cx="51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方正行楷简体" pitchFamily="2" charset="-122"/>
                    <a:ea typeface="宋体" panose="02010600030101010101" pitchFamily="2" charset="-122"/>
                  </a:rPr>
                  <a:t>+1</a:t>
                </a:r>
                <a:endParaRPr lang="en-US" altLang="zh-CN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2796" name="Text Box 32"/>
              <p:cNvSpPr txBox="1"/>
              <p:nvPr/>
            </p:nvSpPr>
            <p:spPr>
              <a:xfrm>
                <a:off x="1206" y="960"/>
                <a:ext cx="47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方正行楷简体" pitchFamily="2" charset="-122"/>
                    <a:ea typeface="宋体" panose="02010600030101010101" pitchFamily="2" charset="-122"/>
                  </a:rPr>
                  <a:t>+j</a:t>
                </a:r>
                <a:endParaRPr lang="en-US" altLang="zh-CN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2797" name="Text Box 33"/>
              <p:cNvSpPr txBox="1"/>
              <p:nvPr/>
            </p:nvSpPr>
            <p:spPr>
              <a:xfrm>
                <a:off x="952" y="1835"/>
                <a:ext cx="61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方正行楷简体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04834" name="Line 34"/>
              <p:cNvSpPr>
                <a:spLocks noChangeShapeType="1"/>
              </p:cNvSpPr>
              <p:nvPr/>
            </p:nvSpPr>
            <p:spPr bwMode="auto">
              <a:xfrm>
                <a:off x="384" y="1824"/>
                <a:ext cx="163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04835" name="Line 35"/>
              <p:cNvSpPr>
                <a:spLocks noChangeShapeType="1"/>
              </p:cNvSpPr>
              <p:nvPr/>
            </p:nvSpPr>
            <p:spPr bwMode="auto">
              <a:xfrm flipV="1">
                <a:off x="1152" y="1056"/>
                <a:ext cx="0" cy="10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  <p:sp>
          <p:nvSpPr>
            <p:cNvPr id="204836" name="Line 36"/>
            <p:cNvSpPr>
              <a:spLocks noChangeShapeType="1"/>
            </p:cNvSpPr>
            <p:nvPr/>
          </p:nvSpPr>
          <p:spPr bwMode="auto">
            <a:xfrm flipV="1">
              <a:off x="4608" y="3456"/>
              <a:ext cx="720" cy="528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graphicFrame>
          <p:nvGraphicFramePr>
            <p:cNvPr id="32801" name="Object 37"/>
            <p:cNvGraphicFramePr>
              <a:graphicFrameLocks noChangeAspect="1"/>
            </p:cNvGraphicFramePr>
            <p:nvPr/>
          </p:nvGraphicFramePr>
          <p:xfrm>
            <a:off x="5280" y="3312"/>
            <a:ext cx="353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" name="" r:id="rId11" imgW="241300" imgH="279400" progId="Equation.3">
                    <p:embed/>
                  </p:oleObj>
                </mc:Choice>
                <mc:Fallback>
                  <p:oleObj name="" r:id="rId11" imgW="241300" imgH="279400" progId="Equation.3">
                    <p:embed/>
                    <p:pic>
                      <p:nvPicPr>
                        <p:cNvPr id="0" name="图片 3185"/>
                        <p:cNvPicPr/>
                        <p:nvPr/>
                      </p:nvPicPr>
                      <p:blipFill>
                        <a:blip r:embed="rId12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80" y="3312"/>
                          <a:ext cx="353" cy="4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2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2802" name="Group 38"/>
            <p:cNvGrpSpPr/>
            <p:nvPr/>
          </p:nvGrpSpPr>
          <p:grpSpPr>
            <a:xfrm>
              <a:off x="3984" y="3264"/>
              <a:ext cx="624" cy="720"/>
              <a:chOff x="2976" y="3216"/>
              <a:chExt cx="624" cy="720"/>
            </a:xfrm>
          </p:grpSpPr>
          <p:graphicFrame>
            <p:nvGraphicFramePr>
              <p:cNvPr id="32803" name="Object 39"/>
              <p:cNvGraphicFramePr>
                <a:graphicFrameLocks noChangeAspect="1"/>
              </p:cNvGraphicFramePr>
              <p:nvPr/>
            </p:nvGraphicFramePr>
            <p:xfrm>
              <a:off x="2976" y="3216"/>
              <a:ext cx="506" cy="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4" name="" r:id="rId13" imgW="355600" imgH="304800" progId="Equation.3">
                      <p:embed/>
                    </p:oleObj>
                  </mc:Choice>
                  <mc:Fallback>
                    <p:oleObj name="" r:id="rId13" imgW="355600" imgH="304800" progId="Equation.3">
                      <p:embed/>
                      <p:pic>
                        <p:nvPicPr>
                          <p:cNvPr id="0" name="图片 3183"/>
                          <p:cNvPicPr/>
                          <p:nvPr/>
                        </p:nvPicPr>
                        <p:blipFill>
                          <a:blip r:embed="rId14">
                            <a:lum bright="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976" y="3216"/>
                            <a:ext cx="506" cy="43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  <a:effectLst>
                            <a:prstShdw prst="shdw17" dir="16200000">
                              <a:schemeClr val="hlink"/>
                            </a:prstShdw>
                          </a:effec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4840" name="Line 40"/>
              <p:cNvSpPr>
                <a:spLocks noChangeShapeType="1"/>
              </p:cNvSpPr>
              <p:nvPr/>
            </p:nvSpPr>
            <p:spPr bwMode="auto">
              <a:xfrm flipH="1" flipV="1">
                <a:off x="3264" y="3408"/>
                <a:ext cx="336" cy="528"/>
              </a:xfrm>
              <a:prstGeom prst="line">
                <a:avLst/>
              </a:prstGeom>
              <a:noFill/>
              <a:ln w="57150">
                <a:solidFill>
                  <a:schemeClr val="hlink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  <p:grpSp>
          <p:nvGrpSpPr>
            <p:cNvPr id="32805" name="Group 41"/>
            <p:cNvGrpSpPr/>
            <p:nvPr/>
          </p:nvGrpSpPr>
          <p:grpSpPr>
            <a:xfrm>
              <a:off x="4512" y="3504"/>
              <a:ext cx="576" cy="336"/>
              <a:chOff x="4656" y="2112"/>
              <a:chExt cx="576" cy="336"/>
            </a:xfrm>
          </p:grpSpPr>
          <p:grpSp>
            <p:nvGrpSpPr>
              <p:cNvPr id="32806" name="Group 42"/>
              <p:cNvGrpSpPr/>
              <p:nvPr/>
            </p:nvGrpSpPr>
            <p:grpSpPr>
              <a:xfrm>
                <a:off x="4656" y="2352"/>
                <a:ext cx="240" cy="96"/>
                <a:chOff x="1056" y="1584"/>
                <a:chExt cx="240" cy="96"/>
              </a:xfrm>
            </p:grpSpPr>
            <p:sp>
              <p:nvSpPr>
                <p:cNvPr id="204843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1056" y="1584"/>
                  <a:ext cx="144" cy="96"/>
                </a:xfrm>
                <a:prstGeom prst="line">
                  <a:avLst/>
                </a:prstGeom>
                <a:noFill/>
                <a:ln w="38100">
                  <a:solidFill>
                    <a:schemeClr val="hlink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方正行楷简体" pitchFamily="2" charset="-122"/>
                    <a:ea typeface="方正行楷简体" pitchFamily="2" charset="-122"/>
                    <a:cs typeface="+mn-cs"/>
                  </a:endParaRPr>
                </a:p>
              </p:txBody>
            </p:sp>
            <p:sp>
              <p:nvSpPr>
                <p:cNvPr id="204844" name="Line 44"/>
                <p:cNvSpPr>
                  <a:spLocks noChangeShapeType="1"/>
                </p:cNvSpPr>
                <p:nvPr/>
              </p:nvSpPr>
              <p:spPr bwMode="auto">
                <a:xfrm>
                  <a:off x="1200" y="1584"/>
                  <a:ext cx="96" cy="96"/>
                </a:xfrm>
                <a:prstGeom prst="line">
                  <a:avLst/>
                </a:prstGeom>
                <a:noFill/>
                <a:ln w="38100">
                  <a:solidFill>
                    <a:schemeClr val="hlink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方正行楷简体" pitchFamily="2" charset="-122"/>
                    <a:ea typeface="方正行楷简体" pitchFamily="2" charset="-122"/>
                    <a:cs typeface="+mn-cs"/>
                  </a:endParaRPr>
                </a:p>
              </p:txBody>
            </p:sp>
          </p:grpSp>
          <p:sp>
            <p:nvSpPr>
              <p:cNvPr id="32809" name="Text Box 45"/>
              <p:cNvSpPr txBox="1"/>
              <p:nvPr/>
            </p:nvSpPr>
            <p:spPr>
              <a:xfrm>
                <a:off x="4704" y="2112"/>
                <a:ext cx="52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hlink"/>
                    </a:solidFill>
                    <a:latin typeface="方正行楷简体" pitchFamily="2" charset="-122"/>
                    <a:ea typeface="宋体" panose="02010600030101010101" pitchFamily="2" charset="-122"/>
                  </a:rPr>
                  <a:t>90</a:t>
                </a:r>
                <a:r>
                  <a:rPr lang="en-US" altLang="zh-CN" sz="2400" baseline="30000" dirty="0">
                    <a:solidFill>
                      <a:schemeClr val="hlink"/>
                    </a:solidFill>
                    <a:latin typeface="方正行楷简体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dirty="0">
                  <a:solidFill>
                    <a:schemeClr val="hlink"/>
                  </a:solidFill>
                  <a:latin typeface="方正行楷简体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04846" name="Arc 46"/>
            <p:cNvSpPr/>
            <p:nvPr/>
          </p:nvSpPr>
          <p:spPr bwMode="auto">
            <a:xfrm>
              <a:off x="4769" y="3840"/>
              <a:ext cx="127" cy="19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8993"/>
                <a:gd name="T1" fmla="*/ 0 h 21600"/>
                <a:gd name="T2" fmla="*/ 18993 w 18993"/>
                <a:gd name="T3" fmla="*/ 11313 h 21600"/>
                <a:gd name="T4" fmla="*/ 0 w 1899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993" h="21600" fill="none" extrusionOk="0">
                  <a:moveTo>
                    <a:pt x="-1" y="0"/>
                  </a:moveTo>
                  <a:cubicBezTo>
                    <a:pt x="7927" y="0"/>
                    <a:pt x="15217" y="4342"/>
                    <a:pt x="18993" y="11312"/>
                  </a:cubicBezTo>
                </a:path>
                <a:path w="18993" h="21600" stroke="0" extrusionOk="0">
                  <a:moveTo>
                    <a:pt x="-1" y="0"/>
                  </a:moveTo>
                  <a:cubicBezTo>
                    <a:pt x="7927" y="0"/>
                    <a:pt x="15217" y="4342"/>
                    <a:pt x="18993" y="1131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7150">
              <a:solidFill>
                <a:schemeClr val="tx2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行楷简体" pitchFamily="2" charset="-122"/>
                <a:ea typeface="方正行楷简体" pitchFamily="2" charset="-122"/>
                <a:cs typeface="+mn-cs"/>
              </a:endParaRPr>
            </a:p>
          </p:txBody>
        </p:sp>
        <p:graphicFrame>
          <p:nvGraphicFramePr>
            <p:cNvPr id="32811" name="Object 47"/>
            <p:cNvGraphicFramePr>
              <a:graphicFrameLocks noChangeAspect="1"/>
            </p:cNvGraphicFramePr>
            <p:nvPr/>
          </p:nvGraphicFramePr>
          <p:xfrm>
            <a:off x="4866" y="3702"/>
            <a:ext cx="252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" name="" r:id="rId15" imgW="177800" imgH="228600" progId="Equation.3">
                    <p:embed/>
                  </p:oleObj>
                </mc:Choice>
                <mc:Fallback>
                  <p:oleObj name="" r:id="rId15" imgW="177800" imgH="228600" progId="Equation.3">
                    <p:embed/>
                    <p:pic>
                      <p:nvPicPr>
                        <p:cNvPr id="0" name="图片 3186"/>
                        <p:cNvPicPr/>
                        <p:nvPr/>
                      </p:nvPicPr>
                      <p:blipFill>
                        <a:blip r:embed="rId16">
                          <a:lum bright="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66" y="3702"/>
                          <a:ext cx="252" cy="3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  <a:effectLst>
                          <a:prstShdw prst="shdw17" dir="16200000">
                            <a:schemeClr val="tx2"/>
                          </a:prst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4848" name="Group 48"/>
          <p:cNvGrpSpPr/>
          <p:nvPr/>
        </p:nvGrpSpPr>
        <p:grpSpPr>
          <a:xfrm>
            <a:off x="6629400" y="1165225"/>
            <a:ext cx="2514600" cy="1920875"/>
            <a:chOff x="4320" y="518"/>
            <a:chExt cx="1584" cy="1210"/>
          </a:xfrm>
        </p:grpSpPr>
        <p:grpSp>
          <p:nvGrpSpPr>
            <p:cNvPr id="32813" name="Group 49"/>
            <p:cNvGrpSpPr/>
            <p:nvPr/>
          </p:nvGrpSpPr>
          <p:grpSpPr>
            <a:xfrm>
              <a:off x="4320" y="518"/>
              <a:ext cx="1488" cy="1210"/>
              <a:chOff x="1536" y="2592"/>
              <a:chExt cx="1488" cy="1210"/>
            </a:xfrm>
          </p:grpSpPr>
          <p:sp>
            <p:nvSpPr>
              <p:cNvPr id="32814" name="Text Box 50"/>
              <p:cNvSpPr txBox="1"/>
              <p:nvPr/>
            </p:nvSpPr>
            <p:spPr>
              <a:xfrm>
                <a:off x="2506" y="3475"/>
                <a:ext cx="51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方正行楷简体" pitchFamily="2" charset="-122"/>
                    <a:ea typeface="宋体" panose="02010600030101010101" pitchFamily="2" charset="-122"/>
                  </a:rPr>
                  <a:t>+1</a:t>
                </a:r>
                <a:endParaRPr lang="en-US" altLang="zh-CN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2815" name="Text Box 51"/>
              <p:cNvSpPr txBox="1"/>
              <p:nvPr/>
            </p:nvSpPr>
            <p:spPr>
              <a:xfrm>
                <a:off x="1926" y="2592"/>
                <a:ext cx="47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方正行楷简体" pitchFamily="2" charset="-122"/>
                    <a:ea typeface="宋体" panose="02010600030101010101" pitchFamily="2" charset="-122"/>
                  </a:rPr>
                  <a:t>+j</a:t>
                </a:r>
                <a:endParaRPr lang="en-US" altLang="zh-CN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2816" name="Text Box 52"/>
              <p:cNvSpPr txBox="1"/>
              <p:nvPr/>
            </p:nvSpPr>
            <p:spPr>
              <a:xfrm>
                <a:off x="1672" y="3467"/>
                <a:ext cx="61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方正行楷简体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dirty="0">
                  <a:solidFill>
                    <a:schemeClr val="tx1"/>
                  </a:solidFill>
                  <a:latin typeface="方正行楷简体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04853" name="Line 53"/>
              <p:cNvSpPr>
                <a:spLocks noChangeShapeType="1"/>
              </p:cNvSpPr>
              <p:nvPr/>
            </p:nvSpPr>
            <p:spPr bwMode="auto">
              <a:xfrm>
                <a:off x="1536" y="3456"/>
                <a:ext cx="124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sp>
            <p:nvSpPr>
              <p:cNvPr id="204854" name="Line 54"/>
              <p:cNvSpPr>
                <a:spLocks noChangeShapeType="1"/>
              </p:cNvSpPr>
              <p:nvPr/>
            </p:nvSpPr>
            <p:spPr bwMode="auto">
              <a:xfrm flipV="1">
                <a:off x="1872" y="2688"/>
                <a:ext cx="0" cy="10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  <p:grpSp>
          <p:nvGrpSpPr>
            <p:cNvPr id="32819" name="Group 55"/>
            <p:cNvGrpSpPr/>
            <p:nvPr/>
          </p:nvGrpSpPr>
          <p:grpSpPr>
            <a:xfrm>
              <a:off x="4656" y="548"/>
              <a:ext cx="1248" cy="816"/>
              <a:chOff x="1200" y="1824"/>
              <a:chExt cx="1248" cy="816"/>
            </a:xfrm>
          </p:grpSpPr>
          <p:sp>
            <p:nvSpPr>
              <p:cNvPr id="204856" name="Line 56"/>
              <p:cNvSpPr>
                <a:spLocks noChangeShapeType="1"/>
              </p:cNvSpPr>
              <p:nvPr/>
            </p:nvSpPr>
            <p:spPr bwMode="auto">
              <a:xfrm flipV="1">
                <a:off x="1200" y="2112"/>
                <a:ext cx="720" cy="528"/>
              </a:xfrm>
              <a:prstGeom prst="line">
                <a:avLst/>
              </a:prstGeom>
              <a:noFill/>
              <a:ln w="57150">
                <a:solidFill>
                  <a:schemeClr val="hlink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  <p:graphicFrame>
            <p:nvGraphicFramePr>
              <p:cNvPr id="32821" name="Object 57"/>
              <p:cNvGraphicFramePr>
                <a:graphicFrameLocks noChangeAspect="1"/>
              </p:cNvGraphicFramePr>
              <p:nvPr/>
            </p:nvGraphicFramePr>
            <p:xfrm>
              <a:off x="1943" y="1824"/>
              <a:ext cx="505" cy="4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2" name="" r:id="rId17" imgW="355600" imgH="304800" progId="Equation.3">
                      <p:embed/>
                    </p:oleObj>
                  </mc:Choice>
                  <mc:Fallback>
                    <p:oleObj name="" r:id="rId17" imgW="355600" imgH="304800" progId="Equation.3">
                      <p:embed/>
                      <p:pic>
                        <p:nvPicPr>
                          <p:cNvPr id="0" name="图片 3181"/>
                          <p:cNvPicPr/>
                          <p:nvPr/>
                        </p:nvPicPr>
                        <p:blipFill>
                          <a:blip r:embed="rId18">
                            <a:lum bright="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943" y="1824"/>
                            <a:ext cx="505" cy="43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  <a:effectLst>
                            <a:prstShdw prst="shdw17" dir="16200000">
                              <a:schemeClr val="hlink"/>
                            </a:prstShdw>
                          </a:effec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2822" name="Group 58"/>
            <p:cNvGrpSpPr/>
            <p:nvPr/>
          </p:nvGrpSpPr>
          <p:grpSpPr>
            <a:xfrm>
              <a:off x="4656" y="1000"/>
              <a:ext cx="720" cy="412"/>
              <a:chOff x="1872" y="2640"/>
              <a:chExt cx="720" cy="412"/>
            </a:xfrm>
          </p:grpSpPr>
          <p:graphicFrame>
            <p:nvGraphicFramePr>
              <p:cNvPr id="32823" name="Object 59"/>
              <p:cNvGraphicFramePr>
                <a:graphicFrameLocks noChangeAspect="1"/>
              </p:cNvGraphicFramePr>
              <p:nvPr/>
            </p:nvGraphicFramePr>
            <p:xfrm>
              <a:off x="2255" y="2640"/>
              <a:ext cx="337" cy="4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3" name="" r:id="rId19" imgW="228600" imgH="279400" progId="Equation.3">
                      <p:embed/>
                    </p:oleObj>
                  </mc:Choice>
                  <mc:Fallback>
                    <p:oleObj name="" r:id="rId19" imgW="228600" imgH="279400" progId="Equation.3">
                      <p:embed/>
                      <p:pic>
                        <p:nvPicPr>
                          <p:cNvPr id="0" name="图片 3182"/>
                          <p:cNvPicPr/>
                          <p:nvPr/>
                        </p:nvPicPr>
                        <p:blipFill>
                          <a:blip r:embed="rId20">
                            <a:lum bright="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255" y="2640"/>
                            <a:ext cx="337" cy="4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  <a:effectLst>
                            <a:prstShdw prst="shdw17" dir="16200000">
                              <a:schemeClr val="tx2"/>
                            </a:prstShdw>
                          </a:effec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4860" name="Line 60"/>
              <p:cNvSpPr>
                <a:spLocks noChangeShapeType="1"/>
              </p:cNvSpPr>
              <p:nvPr/>
            </p:nvSpPr>
            <p:spPr bwMode="auto">
              <a:xfrm flipV="1">
                <a:off x="1872" y="2716"/>
                <a:ext cx="384" cy="288"/>
              </a:xfrm>
              <a:prstGeom prst="line">
                <a:avLst/>
              </a:prstGeom>
              <a:noFill/>
              <a:ln w="57150">
                <a:solidFill>
                  <a:schemeClr val="tx2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行楷简体" pitchFamily="2" charset="-122"/>
                  <a:ea typeface="方正行楷简体" pitchFamily="2" charset="-122"/>
                  <a:cs typeface="+mn-cs"/>
                </a:endParaRPr>
              </a:p>
            </p:txBody>
          </p:sp>
        </p:grpSp>
      </p:grpSp>
      <p:graphicFrame>
        <p:nvGraphicFramePr>
          <p:cNvPr id="204861" name="Object 61"/>
          <p:cNvGraphicFramePr>
            <a:graphicFrameLocks noChangeAspect="1"/>
          </p:cNvGraphicFramePr>
          <p:nvPr/>
        </p:nvGraphicFramePr>
        <p:xfrm>
          <a:off x="1066800" y="1684338"/>
          <a:ext cx="2454275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21" imgW="875665" imgH="215900" progId="Equation.3">
                  <p:embed/>
                </p:oleObj>
              </mc:Choice>
              <mc:Fallback>
                <p:oleObj name="" r:id="rId21" imgW="875665" imgH="215900" progId="Equation.3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22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066800" y="1684338"/>
                        <a:ext cx="2454275" cy="601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3" name="Text Box 63"/>
          <p:cNvSpPr txBox="1"/>
          <p:nvPr/>
        </p:nvSpPr>
        <p:spPr>
          <a:xfrm>
            <a:off x="228600" y="733425"/>
            <a:ext cx="8763000" cy="519113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方正行楷简体" pitchFamily="2" charset="-122"/>
                <a:ea typeface="宋体" panose="02010600030101010101" pitchFamily="2" charset="-122"/>
              </a:rPr>
              <a:t>元件      特性方程            相量关系            相量图</a:t>
            </a:r>
            <a:endParaRPr lang="zh-CN" altLang="en-US" dirty="0">
              <a:latin typeface="方正行楷简体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04864" name="Object 64"/>
          <p:cNvGraphicFramePr>
            <a:graphicFrameLocks noChangeAspect="1"/>
          </p:cNvGraphicFramePr>
          <p:nvPr/>
        </p:nvGraphicFramePr>
        <p:xfrm>
          <a:off x="192088" y="1735138"/>
          <a:ext cx="56515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23" imgW="203200" imgH="177800" progId="Equation.3">
                  <p:embed/>
                </p:oleObj>
              </mc:Choice>
              <mc:Fallback>
                <p:oleObj name="" r:id="rId23" imgW="203200" imgH="177800" progId="Equation.3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24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192088" y="1735138"/>
                        <a:ext cx="565150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5" name="Object 65"/>
          <p:cNvGraphicFramePr>
            <a:graphicFrameLocks noChangeAspect="1"/>
          </p:cNvGraphicFramePr>
          <p:nvPr/>
        </p:nvGraphicFramePr>
        <p:xfrm>
          <a:off x="990600" y="3255963"/>
          <a:ext cx="2138363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" r:id="rId25" imgW="977265" imgH="393700" progId="Equation.3">
                  <p:embed/>
                </p:oleObj>
              </mc:Choice>
              <mc:Fallback>
                <p:oleObj name="" r:id="rId25" imgW="977265" imgH="393700" progId="Equation.3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26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990600" y="3255963"/>
                        <a:ext cx="2138363" cy="858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6" name="Object 66"/>
          <p:cNvGraphicFramePr>
            <a:graphicFrameLocks noChangeAspect="1"/>
          </p:cNvGraphicFramePr>
          <p:nvPr/>
        </p:nvGraphicFramePr>
        <p:xfrm>
          <a:off x="822325" y="5105400"/>
          <a:ext cx="2301875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" r:id="rId27" imgW="951865" imgH="393700" progId="Equation.3">
                  <p:embed/>
                </p:oleObj>
              </mc:Choice>
              <mc:Fallback>
                <p:oleObj name="" r:id="rId27" imgW="951865" imgH="393700" progId="Equation.3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28">
                        <a:lum brigh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822325" y="5105400"/>
                        <a:ext cx="2301875" cy="947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  <a:effectLst>
                        <a:prstShdw prst="shdw17" dir="16200000">
                          <a:schemeClr val="tx1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9" name="Object 69"/>
          <p:cNvGraphicFramePr>
            <a:graphicFrameLocks noChangeAspect="1"/>
          </p:cNvGraphicFramePr>
          <p:nvPr/>
        </p:nvGraphicFramePr>
        <p:xfrm>
          <a:off x="4114800" y="1600200"/>
          <a:ext cx="19812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29" imgW="968375" imgH="376555" progId="Equation.3">
                  <p:embed/>
                </p:oleObj>
              </mc:Choice>
              <mc:Fallback>
                <p:oleObj name="" r:id="rId29" imgW="968375" imgH="376555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30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14800" y="1600200"/>
                        <a:ext cx="1981200" cy="835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0" name="Object 70"/>
          <p:cNvGraphicFramePr>
            <a:graphicFrameLocks noChangeAspect="1"/>
          </p:cNvGraphicFramePr>
          <p:nvPr/>
        </p:nvGraphicFramePr>
        <p:xfrm>
          <a:off x="3657600" y="3429000"/>
          <a:ext cx="21336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31" imgW="1183640" imgH="376555" progId="Equation.3">
                  <p:embed/>
                </p:oleObj>
              </mc:Choice>
              <mc:Fallback>
                <p:oleObj name="" r:id="rId31" imgW="1183640" imgH="376555" progId="Equation.3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3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57600" y="3429000"/>
                        <a:ext cx="2133600" cy="742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1" name="Object 71"/>
          <p:cNvGraphicFramePr>
            <a:graphicFrameLocks noChangeAspect="1"/>
          </p:cNvGraphicFramePr>
          <p:nvPr/>
        </p:nvGraphicFramePr>
        <p:xfrm>
          <a:off x="3581400" y="5181600"/>
          <a:ext cx="22098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" r:id="rId33" imgW="1143000" imgH="376555" progId="Equation.3">
                  <p:embed/>
                </p:oleObj>
              </mc:Choice>
              <mc:Fallback>
                <p:oleObj name="" r:id="rId33" imgW="1143000" imgH="376555" progId="Equation.3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34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81400" y="5181600"/>
                        <a:ext cx="2209800" cy="792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4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4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4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4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4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4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04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04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2" grpId="0"/>
      <p:bldP spid="204863" grpId="0"/>
    </p:bldLst>
  </p:timing>
</p:sld>
</file>

<file path=ppt/tags/tag1.xml><?xml version="1.0" encoding="utf-8"?>
<p:tagLst xmlns:p="http://schemas.openxmlformats.org/presentationml/2006/main">
  <p:tag name="commondata" val="eyJoZGlkIjoiOGE2NjJiZDBlYTVkODZiY2Q0YmRiYmEyN2YwNDYzOTMifQ=="/>
</p:tagLst>
</file>

<file path=ppt/theme/theme1.xml><?xml version="1.0" encoding="utf-8"?>
<a:theme xmlns:a="http://schemas.openxmlformats.org/drawingml/2006/main" name="Beam">
  <a:themeElements>
    <a:clrScheme name="Beam 10">
      <a:dk1>
        <a:srgbClr val="000080"/>
      </a:dk1>
      <a:lt1>
        <a:srgbClr val="FFFFFF"/>
      </a:lt1>
      <a:dk2>
        <a:srgbClr val="000099"/>
      </a:dk2>
      <a:lt2>
        <a:srgbClr val="FFFF00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方正行楷简体" pitchFamily="2" charset="-122"/>
            <a:ea typeface="方正行楷简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方正行楷简体" pitchFamily="2" charset="-122"/>
            <a:ea typeface="方正行楷简体" pitchFamily="2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 10">
        <a:dk1>
          <a:srgbClr val="000080"/>
        </a:dk1>
        <a:lt1>
          <a:srgbClr val="FFFFFF"/>
        </a:lt1>
        <a:dk2>
          <a:srgbClr val="000099"/>
        </a:dk2>
        <a:lt2>
          <a:srgbClr val="FFFF00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方正行楷简体" pitchFamily="2" charset="-122"/>
            <a:ea typeface="方正行楷简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方正行楷简体" pitchFamily="2" charset="-122"/>
            <a:ea typeface="方正行楷简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方正行楷简体" pitchFamily="2" charset="-122"/>
            <a:ea typeface="方正行楷简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方正行楷简体" pitchFamily="2" charset="-122"/>
            <a:ea typeface="方正行楷简体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Beam</Template>
  <TotalTime>0</TotalTime>
  <Words>1436</Words>
  <Application>WPS 演示</Application>
  <PresentationFormat>全屏显示(4:3)</PresentationFormat>
  <Paragraphs>528</Paragraphs>
  <Slides>24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61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172</vt:i4>
      </vt:variant>
      <vt:variant>
        <vt:lpstr>幻灯片标题</vt:lpstr>
      </vt:variant>
      <vt:variant>
        <vt:i4>24</vt:i4>
      </vt:variant>
    </vt:vector>
  </HeadingPairs>
  <TitlesOfParts>
    <vt:vector size="260" baseType="lpstr">
      <vt:lpstr>Arial</vt:lpstr>
      <vt:lpstr>宋体</vt:lpstr>
      <vt:lpstr>Wingdings</vt:lpstr>
      <vt:lpstr>方正行楷简体</vt:lpstr>
      <vt:lpstr>微软雅黑</vt:lpstr>
      <vt:lpstr>等线</vt:lpstr>
      <vt:lpstr>隶书</vt:lpstr>
      <vt:lpstr>Times New Roman</vt:lpstr>
      <vt:lpstr>楷体_GB2312</vt:lpstr>
      <vt:lpstr>新宋体</vt:lpstr>
      <vt:lpstr>Arial Narrow</vt:lpstr>
      <vt:lpstr>Symbol</vt:lpstr>
      <vt:lpstr>仿宋_GB2312</vt:lpstr>
      <vt:lpstr>仿宋</vt:lpstr>
      <vt:lpstr>华文行楷</vt:lpstr>
      <vt:lpstr>Arial Unicode MS</vt:lpstr>
      <vt:lpstr>华文仿宋</vt:lpstr>
      <vt:lpstr>Algerian</vt:lpstr>
      <vt:lpstr>华文宋体</vt:lpstr>
      <vt:lpstr>Adobe Devanagari</vt:lpstr>
      <vt:lpstr>汉仪程行简</vt:lpstr>
      <vt:lpstr>微软雅黑 Light</vt:lpstr>
      <vt:lpstr>方正姚体</vt:lpstr>
      <vt:lpstr>Microsoft JhengHei UI</vt:lpstr>
      <vt:lpstr>Nirmala UI Semilight</vt:lpstr>
      <vt:lpstr>Palace Script MT</vt:lpstr>
      <vt:lpstr>Palatino Linotype</vt:lpstr>
      <vt:lpstr>Niagara Solid</vt:lpstr>
      <vt:lpstr>MV Boli</vt:lpstr>
      <vt:lpstr>MS Reference Sans Serif</vt:lpstr>
      <vt:lpstr>Microsoft Tai Le</vt:lpstr>
      <vt:lpstr>Microsoft Sans Serif</vt:lpstr>
      <vt:lpstr>Microsoft PhagsPa</vt:lpstr>
      <vt:lpstr>Microsoft Himalaya</vt:lpstr>
      <vt:lpstr>Lucida Sans Unicode</vt:lpstr>
      <vt:lpstr>Goudy Stout</vt:lpstr>
      <vt:lpstr>Gloucester MT Extra Condensed</vt:lpstr>
      <vt:lpstr>MingLiU_HKSCS-ExtB</vt:lpstr>
      <vt:lpstr>Microsoft YaHei UI Light</vt:lpstr>
      <vt:lpstr>Microsoft JhengHei</vt:lpstr>
      <vt:lpstr>Microsoft JhengHei UI Light</vt:lpstr>
      <vt:lpstr>Microsoft YaHei UI</vt:lpstr>
      <vt:lpstr>MS UI Gothic</vt:lpstr>
      <vt:lpstr>PMingLiU-ExtB</vt:lpstr>
      <vt:lpstr>MS PGothic</vt:lpstr>
      <vt:lpstr>SimSun-ExtB</vt:lpstr>
      <vt:lpstr>Yu Gothic</vt:lpstr>
      <vt:lpstr>Yu Gothic Light</vt:lpstr>
      <vt:lpstr>Yu Gothic Medium</vt:lpstr>
      <vt:lpstr>Yu Gothic UI Light</vt:lpstr>
      <vt:lpstr>Yu Gothic UI</vt:lpstr>
      <vt:lpstr>Malgun Gothic Semilight</vt:lpstr>
      <vt:lpstr>Malgun Gothic</vt:lpstr>
      <vt:lpstr>黑体</vt:lpstr>
      <vt:lpstr>等线 Light</vt:lpstr>
      <vt:lpstr>楷体</vt:lpstr>
      <vt:lpstr>方正舒体</vt:lpstr>
      <vt:lpstr>幼圆</vt:lpstr>
      <vt:lpstr>华文楷体</vt:lpstr>
      <vt:lpstr>Courier New</vt:lpstr>
      <vt:lpstr>Cambria Math</vt:lpstr>
      <vt:lpstr>Beam</vt:lpstr>
      <vt:lpstr>默认设计模板</vt:lpstr>
      <vt:lpstr>1_默认设计模板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淡如清水</cp:lastModifiedBy>
  <cp:revision>120</cp:revision>
  <dcterms:created xsi:type="dcterms:W3CDTF">2022-04-07T23:57:24Z</dcterms:created>
  <dcterms:modified xsi:type="dcterms:W3CDTF">2024-03-25T07:36:15Z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ICV">
    <vt:lpwstr>38EC4FF8185E469182E5C79855FB994C_12</vt:lpwstr>
  </property>
  <property fmtid="{D5CDD505-2E9C-101B-9397-08002B2CF9AE}" pid="4" name="KSOProductBuildVer">
    <vt:lpwstr>2052-12.1.0.16388</vt:lpwstr>
  </property>
</Properties>
</file>