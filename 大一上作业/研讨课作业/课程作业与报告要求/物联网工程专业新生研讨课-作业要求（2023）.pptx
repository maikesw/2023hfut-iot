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9144000" cy="6858000" type="screen4x3"/>
  <p:notesSz cx="6858000" cy="9144000"/>
  <p:custDataLst>
    <p:tags r:id="rId7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128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1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B6DA1-134F-4DF9-8629-6A36848E406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8F6BA-2826-41BB-B38D-9F3D0846D7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B6DA1-134F-4DF9-8629-6A36848E406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8F6BA-2826-41BB-B38D-9F3D0846D7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B6DA1-134F-4DF9-8629-6A36848E406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8F6BA-2826-41BB-B38D-9F3D0846D7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B6DA1-134F-4DF9-8629-6A36848E406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8F6BA-2826-41BB-B38D-9F3D0846D7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B6DA1-134F-4DF9-8629-6A36848E406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8F6BA-2826-41BB-B38D-9F3D0846D7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B6DA1-134F-4DF9-8629-6A36848E406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8F6BA-2826-41BB-B38D-9F3D0846D7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B6DA1-134F-4DF9-8629-6A36848E406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8F6BA-2826-41BB-B38D-9F3D0846D7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B6DA1-134F-4DF9-8629-6A36848E406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8F6BA-2826-41BB-B38D-9F3D0846D7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B6DA1-134F-4DF9-8629-6A36848E406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8F6BA-2826-41BB-B38D-9F3D0846D7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B6DA1-134F-4DF9-8629-6A36848E406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8F6BA-2826-41BB-B38D-9F3D0846D7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B6DA1-134F-4DF9-8629-6A36848E406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8F6BA-2826-41BB-B38D-9F3D0846D7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3B6DA1-134F-4DF9-8629-6A36848E406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C8F6BA-2826-41BB-B38D-9F3D0846D71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hyperlink" Target="mailto:weixing@hfut.edu.c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75071" y="786581"/>
            <a:ext cx="7551174" cy="5415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作业题目：</a:t>
            </a:r>
            <a:endParaRPr lang="en-US" altLang="zh-CN" sz="2400" b="1" dirty="0"/>
          </a:p>
          <a:p>
            <a:r>
              <a:rPr lang="en-US" altLang="zh-CN" dirty="0"/>
              <a:t>1. </a:t>
            </a:r>
            <a:r>
              <a:rPr lang="zh-CN" altLang="en-US" dirty="0"/>
              <a:t>将</a:t>
            </a:r>
            <a:r>
              <a:rPr lang="en-US" altLang="zh-CN" dirty="0"/>
              <a:t>10</a:t>
            </a:r>
            <a:r>
              <a:rPr lang="zh-CN" altLang="en-US" dirty="0"/>
              <a:t>进制</a:t>
            </a:r>
            <a:r>
              <a:rPr lang="en-US" altLang="zh-CN" dirty="0"/>
              <a:t>26</a:t>
            </a:r>
            <a:r>
              <a:rPr lang="zh-CN" altLang="en-US" dirty="0"/>
              <a:t>转换为</a:t>
            </a:r>
            <a:r>
              <a:rPr lang="en-US" altLang="zh-CN" dirty="0"/>
              <a:t>8</a:t>
            </a:r>
            <a:r>
              <a:rPr lang="zh-CN" altLang="en-US" dirty="0"/>
              <a:t>位</a:t>
            </a:r>
            <a:r>
              <a:rPr lang="en-US" altLang="zh-CN" dirty="0"/>
              <a:t>2</a:t>
            </a:r>
            <a:r>
              <a:rPr lang="zh-CN" altLang="en-US" dirty="0"/>
              <a:t>进制数</a:t>
            </a:r>
            <a:endParaRPr lang="en-US" altLang="zh-CN" dirty="0"/>
          </a:p>
          <a:p>
            <a:r>
              <a:rPr lang="en-US" altLang="zh-CN" dirty="0"/>
              <a:t>2. </a:t>
            </a:r>
            <a:r>
              <a:rPr lang="zh-CN" altLang="en-US" dirty="0" smtClean="0"/>
              <a:t>请解释浮点数在内存中是如何存储的，并举例说明</a:t>
            </a:r>
            <a:endParaRPr lang="en-US" altLang="zh-CN" dirty="0" smtClean="0"/>
          </a:p>
          <a:p>
            <a:r>
              <a:rPr lang="en-US" altLang="zh-CN" dirty="0" smtClean="0"/>
              <a:t>3</a:t>
            </a:r>
            <a:r>
              <a:rPr lang="en-US" altLang="zh-CN" dirty="0"/>
              <a:t>. </a:t>
            </a:r>
            <a:r>
              <a:rPr lang="zh-CN" altLang="en-US" dirty="0"/>
              <a:t>简述函数调用和中断的区别与联系</a:t>
            </a:r>
            <a:endParaRPr lang="en-US" altLang="zh-CN" dirty="0"/>
          </a:p>
          <a:p>
            <a:pPr lvl="1"/>
            <a:r>
              <a:rPr lang="en-US" altLang="zh-CN" dirty="0"/>
              <a:t>4. </a:t>
            </a:r>
            <a:r>
              <a:rPr lang="zh-CN" altLang="en-US" dirty="0" smtClean="0"/>
              <a:t>利用无线通信相关理论解释，为什么多人同时使用移动电话互不干扰？</a:t>
            </a:r>
            <a:endParaRPr lang="en-US" altLang="zh-CN" dirty="0" smtClean="0"/>
          </a:p>
          <a:p>
            <a:pPr lvl="1"/>
            <a:r>
              <a:rPr lang="en-US" altLang="zh-CN" dirty="0"/>
              <a:t> </a:t>
            </a:r>
            <a:r>
              <a:rPr lang="en-US" altLang="zh-CN" dirty="0" smtClean="0"/>
              <a:t>   </a:t>
            </a:r>
            <a:r>
              <a:rPr lang="zh-CN" altLang="en-US" dirty="0" smtClean="0"/>
              <a:t>为什么在高速行驶的列车上使用移动电话通话质量依然很高？</a:t>
            </a:r>
            <a:endParaRPr lang="en-US" altLang="zh-CN" dirty="0"/>
          </a:p>
          <a:p>
            <a:r>
              <a:rPr lang="en-US" altLang="zh-CN" dirty="0"/>
              <a:t>5. </a:t>
            </a:r>
            <a:r>
              <a:rPr lang="zh-CN" altLang="en-US" dirty="0"/>
              <a:t>用</a:t>
            </a:r>
            <a:r>
              <a:rPr lang="en-US" altLang="zh-CN" dirty="0"/>
              <a:t>C</a:t>
            </a:r>
            <a:r>
              <a:rPr lang="zh-CN" altLang="en-US" dirty="0"/>
              <a:t>语言写程序，你喜欢用哪款开发工具？为什么？</a:t>
            </a:r>
            <a:endParaRPr lang="en-US" altLang="zh-CN" dirty="0"/>
          </a:p>
          <a:p>
            <a:endParaRPr lang="en-US" altLang="zh-CN" dirty="0"/>
          </a:p>
          <a:p>
            <a:pPr marL="190500" lvl="1" indent="0">
              <a:buFont typeface="Wingdings" panose="05000000000000000000" pitchFamily="2" charset="2"/>
              <a:buNone/>
            </a:pPr>
            <a:r>
              <a:rPr lang="zh-CN" altLang="en-US" sz="2000" b="1" dirty="0"/>
              <a:t>一篇</a:t>
            </a:r>
            <a:r>
              <a:rPr lang="en-US" altLang="zh-CN" sz="2000" b="1" dirty="0"/>
              <a:t>WORD</a:t>
            </a:r>
            <a:r>
              <a:rPr lang="zh-CN" altLang="en-US" sz="2000" b="1" dirty="0"/>
              <a:t>文档，有效的编辑、排版。</a:t>
            </a:r>
            <a:endParaRPr lang="zh-CN" altLang="en-US" sz="2000" b="1" dirty="0"/>
          </a:p>
          <a:p>
            <a:pPr marL="190500" lvl="1" indent="0">
              <a:buFont typeface="Wingdings" panose="05000000000000000000" pitchFamily="2" charset="2"/>
              <a:buNone/>
            </a:pPr>
            <a:r>
              <a:rPr lang="zh-CN" altLang="en-US" sz="2000" b="1" dirty="0"/>
              <a:t>     文件名：</a:t>
            </a:r>
            <a:r>
              <a:rPr lang="zh-CN" altLang="en-US" sz="2000" b="1" dirty="0">
                <a:solidFill>
                  <a:srgbClr val="FF0000"/>
                </a:solidFill>
              </a:rPr>
              <a:t>学号</a:t>
            </a:r>
            <a:r>
              <a:rPr lang="en-US" altLang="zh-CN" sz="2000" b="1" dirty="0">
                <a:solidFill>
                  <a:srgbClr val="FF0000"/>
                </a:solidFill>
              </a:rPr>
              <a:t>-</a:t>
            </a:r>
            <a:r>
              <a:rPr lang="zh-CN" altLang="en-US" sz="2000" b="1" dirty="0">
                <a:solidFill>
                  <a:srgbClr val="FF0000"/>
                </a:solidFill>
              </a:rPr>
              <a:t>姓名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-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物联网工程专业新生</a:t>
            </a:r>
            <a:r>
              <a:rPr lang="zh-CN" altLang="en-US" sz="2000" b="1" dirty="0">
                <a:solidFill>
                  <a:srgbClr val="FF0000"/>
                </a:solidFill>
              </a:rPr>
              <a:t>研讨课作业     </a:t>
            </a:r>
            <a:r>
              <a:rPr lang="en-US" altLang="zh-CN" sz="2000" b="1" dirty="0">
                <a:solidFill>
                  <a:srgbClr val="FF0000"/>
                </a:solidFill>
              </a:rPr>
              <a:t>     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pPr marL="190500" lvl="1" indent="0">
              <a:buFont typeface="Wingdings" panose="05000000000000000000" pitchFamily="2" charset="2"/>
              <a:buNone/>
            </a:pPr>
            <a:r>
              <a:rPr lang="zh-CN" altLang="en-US" sz="2000" b="1" dirty="0"/>
              <a:t>     作业提交截止时间：</a:t>
            </a:r>
            <a:r>
              <a:rPr lang="en-US" altLang="zh-CN" sz="2000" b="1" dirty="0">
                <a:solidFill>
                  <a:srgbClr val="FF0000"/>
                </a:solidFill>
              </a:rPr>
              <a:t>2024</a:t>
            </a:r>
            <a:r>
              <a:rPr lang="zh-CN" altLang="en-US" sz="2000" b="1" dirty="0">
                <a:solidFill>
                  <a:srgbClr val="FF0000"/>
                </a:solidFill>
              </a:rPr>
              <a:t>年</a:t>
            </a:r>
            <a:r>
              <a:rPr lang="en-US" altLang="zh-CN" sz="2000" b="1" dirty="0">
                <a:solidFill>
                  <a:srgbClr val="FF0000"/>
                </a:solidFill>
              </a:rPr>
              <a:t>1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月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10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日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pPr marL="190500" lvl="1" indent="0">
              <a:buFont typeface="Wingdings" panose="05000000000000000000" pitchFamily="2" charset="2"/>
              <a:buNone/>
            </a:pPr>
            <a:r>
              <a:rPr lang="en-US" altLang="zh-CN" sz="2000" b="1" dirty="0"/>
              <a:t>	</a:t>
            </a:r>
            <a:endParaRPr lang="en-US" altLang="zh-CN" sz="2000" b="1" dirty="0"/>
          </a:p>
          <a:p>
            <a:pPr marL="190500" lvl="1" indent="0">
              <a:buFont typeface="Wingdings" panose="05000000000000000000" pitchFamily="2" charset="2"/>
              <a:buNone/>
            </a:pPr>
            <a:r>
              <a:rPr lang="en-US" altLang="zh-CN" sz="2000" b="1" dirty="0"/>
              <a:t>	</a:t>
            </a:r>
            <a:r>
              <a:rPr lang="zh-CN" altLang="en-US" sz="2000" b="1" dirty="0"/>
              <a:t>电子版交给各班学委，学委收齐后统一提交给</a:t>
            </a:r>
            <a:r>
              <a:rPr lang="zh-CN" altLang="en-US" sz="2000" b="1" dirty="0" smtClean="0"/>
              <a:t>老师</a:t>
            </a:r>
            <a:r>
              <a:rPr lang="zh-CN" altLang="en-US" sz="2000" b="1" dirty="0" smtClean="0"/>
              <a:t>邮箱：</a:t>
            </a:r>
            <a:endParaRPr lang="en-US" altLang="zh-CN" sz="2000" b="1" dirty="0" smtClean="0"/>
          </a:p>
          <a:p>
            <a:pPr marL="190500" lvl="1" indent="0">
              <a:buFont typeface="Wingdings" panose="05000000000000000000" pitchFamily="2" charset="2"/>
              <a:buNone/>
            </a:pPr>
            <a:r>
              <a:rPr lang="en-US" altLang="zh-CN" sz="2000" b="1" dirty="0" smtClean="0">
                <a:hlinkClick r:id="rId1"/>
              </a:rPr>
              <a:t>weixing@hfut.edu.cn</a:t>
            </a:r>
            <a:endParaRPr lang="en-US" altLang="zh-CN" sz="2000" b="1" dirty="0" smtClean="0"/>
          </a:p>
          <a:p>
            <a:pPr marL="190500" lvl="1" indent="0">
              <a:buFont typeface="Wingdings" panose="05000000000000000000" pitchFamily="2" charset="2"/>
              <a:buNone/>
            </a:pPr>
            <a:endParaRPr lang="zh-CN" altLang="en-US" sz="2000" b="1" dirty="0"/>
          </a:p>
          <a:p>
            <a:pPr marL="190500" lvl="1" indent="0">
              <a:buFont typeface="Wingdings" panose="05000000000000000000" pitchFamily="2" charset="2"/>
              <a:buNone/>
            </a:pPr>
            <a:r>
              <a:rPr lang="en-US" altLang="zh-CN" sz="2000" b="1" dirty="0"/>
              <a:t>	</a:t>
            </a:r>
            <a:r>
              <a:rPr lang="zh-CN" altLang="en-US" sz="2000" b="1" dirty="0"/>
              <a:t>报告封面上须标明班级、姓名和学号。</a:t>
            </a:r>
            <a:endParaRPr lang="en-US" altLang="zh-CN" sz="2000" b="1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99a026d4-00f4-42eb-8fd0-5077eafd944c"/>
  <p:tag name="COMMONDATA" val="eyJoZGlkIjoiODcyZDlmMzcxYTY3OWRkOTM4Yzc3MjUzY2U2YmQ0NDIifQ==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303</Words>
  <Application>WPS 演示</Application>
  <PresentationFormat>全屏显示(4:3)</PresentationFormat>
  <Paragraphs>18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宋体</vt:lpstr>
      <vt:lpstr>Wingdings</vt:lpstr>
      <vt:lpstr>等线</vt:lpstr>
      <vt:lpstr>Calibri</vt:lpstr>
      <vt:lpstr>微软雅黑</vt:lpstr>
      <vt:lpstr>Arial Unicode MS</vt:lpstr>
      <vt:lpstr>等线 Light</vt:lpstr>
      <vt:lpstr>Calibri Light</vt:lpstr>
      <vt:lpstr>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GQ</dc:creator>
  <cp:lastModifiedBy>Prime of life</cp:lastModifiedBy>
  <cp:revision>7</cp:revision>
  <dcterms:created xsi:type="dcterms:W3CDTF">2022-10-12T14:43:00Z</dcterms:created>
  <dcterms:modified xsi:type="dcterms:W3CDTF">2023-11-22T11:52:59Z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29F3B36BC2704EF09EFA3F95D243447D</vt:lpwstr>
  </property>
  <property fmtid="{D5CDD505-2E9C-101B-9397-08002B2CF9AE}" pid="3" name="KSOProductBuildVer">
    <vt:lpwstr>2052-11.1.0.12165</vt:lpwstr>
  </property>
</Properties>
</file>